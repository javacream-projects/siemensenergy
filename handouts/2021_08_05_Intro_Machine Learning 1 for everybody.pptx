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9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98.xml" ContentType="application/vnd.openxmlformats-officedocument.presentationml.tags+xml"/>
  <Override PartName="/ppt/notesSlides/notesSlide7.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9" r:id="rId17"/>
    <p:sldMasterId id="2147483716" r:id="rId18"/>
  </p:sldMasterIdLst>
  <p:notesMasterIdLst>
    <p:notesMasterId r:id="rId93"/>
  </p:notesMasterIdLst>
  <p:handoutMasterIdLst>
    <p:handoutMasterId r:id="rId94"/>
  </p:handoutMasterIdLst>
  <p:sldIdLst>
    <p:sldId id="952" r:id="rId19"/>
    <p:sldId id="954" r:id="rId20"/>
    <p:sldId id="1916" r:id="rId21"/>
    <p:sldId id="1894" r:id="rId22"/>
    <p:sldId id="5524" r:id="rId23"/>
    <p:sldId id="1904" r:id="rId24"/>
    <p:sldId id="932" r:id="rId25"/>
    <p:sldId id="937" r:id="rId26"/>
    <p:sldId id="938" r:id="rId27"/>
    <p:sldId id="939" r:id="rId28"/>
    <p:sldId id="1889" r:id="rId29"/>
    <p:sldId id="1890" r:id="rId30"/>
    <p:sldId id="1912" r:id="rId31"/>
    <p:sldId id="5532" r:id="rId32"/>
    <p:sldId id="960" r:id="rId33"/>
    <p:sldId id="5525" r:id="rId34"/>
    <p:sldId id="1066" r:id="rId35"/>
    <p:sldId id="1056" r:id="rId36"/>
    <p:sldId id="1059" r:id="rId37"/>
    <p:sldId id="1063" r:id="rId38"/>
    <p:sldId id="5531" r:id="rId39"/>
    <p:sldId id="1390" r:id="rId40"/>
    <p:sldId id="1049" r:id="rId41"/>
    <p:sldId id="1051" r:id="rId42"/>
    <p:sldId id="1064" r:id="rId43"/>
    <p:sldId id="5527" r:id="rId44"/>
    <p:sldId id="1391" r:id="rId45"/>
    <p:sldId id="1392" r:id="rId46"/>
    <p:sldId id="300" r:id="rId47"/>
    <p:sldId id="1394" r:id="rId48"/>
    <p:sldId id="1882" r:id="rId49"/>
    <p:sldId id="1908" r:id="rId50"/>
    <p:sldId id="1911" r:id="rId51"/>
    <p:sldId id="1914" r:id="rId52"/>
    <p:sldId id="1907" r:id="rId53"/>
    <p:sldId id="1398" r:id="rId54"/>
    <p:sldId id="1891" r:id="rId55"/>
    <p:sldId id="1892" r:id="rId56"/>
    <p:sldId id="1875" r:id="rId57"/>
    <p:sldId id="1855" r:id="rId58"/>
    <p:sldId id="1856" r:id="rId59"/>
    <p:sldId id="5526" r:id="rId60"/>
    <p:sldId id="1857" r:id="rId61"/>
    <p:sldId id="1871" r:id="rId62"/>
    <p:sldId id="1872" r:id="rId63"/>
    <p:sldId id="5528" r:id="rId64"/>
    <p:sldId id="1877" r:id="rId65"/>
    <p:sldId id="1866" r:id="rId66"/>
    <p:sldId id="1868" r:id="rId67"/>
    <p:sldId id="1878" r:id="rId68"/>
    <p:sldId id="1898" r:id="rId69"/>
    <p:sldId id="1849" r:id="rId70"/>
    <p:sldId id="1900" r:id="rId71"/>
    <p:sldId id="1901" r:id="rId72"/>
    <p:sldId id="1902" r:id="rId73"/>
    <p:sldId id="1906" r:id="rId74"/>
    <p:sldId id="1420" r:id="rId75"/>
    <p:sldId id="1876" r:id="rId76"/>
    <p:sldId id="1406" r:id="rId77"/>
    <p:sldId id="1873" r:id="rId78"/>
    <p:sldId id="1880" r:id="rId79"/>
    <p:sldId id="1881" r:id="rId80"/>
    <p:sldId id="5615" r:id="rId81"/>
    <p:sldId id="5607" r:id="rId82"/>
    <p:sldId id="5608" r:id="rId83"/>
    <p:sldId id="5609" r:id="rId84"/>
    <p:sldId id="5610" r:id="rId85"/>
    <p:sldId id="5605" r:id="rId86"/>
    <p:sldId id="5529" r:id="rId87"/>
    <p:sldId id="5523" r:id="rId88"/>
    <p:sldId id="1388" r:id="rId89"/>
    <p:sldId id="5533" r:id="rId90"/>
    <p:sldId id="1389" r:id="rId91"/>
    <p:sldId id="1913" r:id="rId92"/>
  </p:sldIdLst>
  <p:sldSz cx="12198350" cy="6858000"/>
  <p:notesSz cx="6797675" cy="9926638"/>
  <p:custDataLst>
    <p:custData r:id="rId16"/>
    <p:tags r:id="rId95"/>
  </p:custDataLst>
  <p:defaultTex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p:defaultTextStyle>
  <p:extLst>
    <p:ext uri="{EFAFB233-063F-42B5-8137-9DF3F51BA10A}">
      <p15:sldGuideLst xmlns:p15="http://schemas.microsoft.com/office/powerpoint/2012/main">
        <p15:guide id="1" orient="horz" pos="3906" userDrawn="1">
          <p15:clr>
            <a:srgbClr val="A4A3A4"/>
          </p15:clr>
        </p15:guide>
        <p15:guide id="2" orient="horz" pos="663" userDrawn="1">
          <p15:clr>
            <a:srgbClr val="A4A3A4"/>
          </p15:clr>
        </p15:guide>
        <p15:guide id="3" orient="horz" pos="2387" userDrawn="1">
          <p15:clr>
            <a:srgbClr val="A4A3A4"/>
          </p15:clr>
        </p15:guide>
        <p15:guide id="4" orient="horz" pos="2364" userDrawn="1">
          <p15:clr>
            <a:srgbClr val="A4A3A4"/>
          </p15:clr>
        </p15:guide>
        <p15:guide id="5" orient="horz" pos="890">
          <p15:clr>
            <a:srgbClr val="A4A3A4"/>
          </p15:clr>
        </p15:guide>
        <p15:guide id="6" orient="horz" pos="210">
          <p15:clr>
            <a:srgbClr val="A4A3A4"/>
          </p15:clr>
        </p15:guide>
        <p15:guide id="7" pos="395">
          <p15:clr>
            <a:srgbClr val="A4A3A4"/>
          </p15:clr>
        </p15:guide>
        <p15:guide id="8" pos="3797" userDrawn="1">
          <p15:clr>
            <a:srgbClr val="A4A3A4"/>
          </p15:clr>
        </p15:guide>
        <p15:guide id="9" pos="3933">
          <p15:clr>
            <a:srgbClr val="A4A3A4"/>
          </p15:clr>
        </p15:guide>
        <p15:guide id="10" pos="7380">
          <p15:clr>
            <a:srgbClr val="A4A3A4"/>
          </p15:clr>
        </p15:guide>
        <p15:guide id="11" pos="5566">
          <p15:clr>
            <a:srgbClr val="A4A3A4"/>
          </p15:clr>
        </p15:guide>
        <p15:guide id="12" orient="horz" pos="3929" userDrawn="1">
          <p15:clr>
            <a:srgbClr val="A4A3A4"/>
          </p15:clr>
        </p15:guide>
        <p15:guide id="14" orient="horz" pos="2478" userDrawn="1">
          <p15:clr>
            <a:srgbClr val="A4A3A4"/>
          </p15:clr>
        </p15:guide>
        <p15:guide id="15" orient="horz" pos="2341" userDrawn="1">
          <p15:clr>
            <a:srgbClr val="A4A3A4"/>
          </p15:clr>
        </p15:guide>
        <p15:guide id="16" orient="horz" pos="909">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oh, Matthias (GP PGO PR QM PPR OE)" initials="GM(PPQPO" lastIdx="33" clrIdx="0">
    <p:extLst>
      <p:ext uri="{19B8F6BF-5375-455C-9EA6-DF929625EA0E}">
        <p15:presenceInfo xmlns:p15="http://schemas.microsoft.com/office/powerpoint/2012/main" userId="S::groh.matthias@siemens.com::ddc073b7-8241-4ed4-b512-823751bae4d7" providerId="AD"/>
      </p:ext>
    </p:extLst>
  </p:cmAuthor>
  <p:cmAuthor id="2" name="Toepfer, Kay (SE G QPI QM P)" initials="TK(GQQP" lastIdx="1" clrIdx="1">
    <p:extLst>
      <p:ext uri="{19B8F6BF-5375-455C-9EA6-DF929625EA0E}">
        <p15:presenceInfo xmlns:p15="http://schemas.microsoft.com/office/powerpoint/2012/main" userId="S::kay.toepfer@siemens.com::3983beb8-91f8-49fe-819b-c7e6155e5a1d" providerId="AD"/>
      </p:ext>
    </p:extLst>
  </p:cmAuthor>
  <p:cmAuthor id="3" name="Groh, Matthias (SE GP G QPI QM P)" initials="GM(GGQQP" lastIdx="1" clrIdx="2">
    <p:extLst>
      <p:ext uri="{19B8F6BF-5375-455C-9EA6-DF929625EA0E}">
        <p15:presenceInfo xmlns:p15="http://schemas.microsoft.com/office/powerpoint/2012/main" userId="Groh, Matthias (SE GP G QPI QM 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2DBBB"/>
    <a:srgbClr val="BECDD7"/>
    <a:srgbClr val="3333CC"/>
    <a:srgbClr val="00FFFF"/>
    <a:srgbClr val="66FF99"/>
    <a:srgbClr val="FFFFCC"/>
    <a:srgbClr val="FDFDFC"/>
    <a:srgbClr val="FDFDFD"/>
    <a:srgbClr val="FDFE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45" autoAdjust="0"/>
  </p:normalViewPr>
  <p:slideViewPr>
    <p:cSldViewPr snapToGrid="0" showGuides="1">
      <p:cViewPr varScale="1">
        <p:scale>
          <a:sx n="100" d="100"/>
          <a:sy n="100" d="100"/>
        </p:scale>
        <p:origin x="264" y="90"/>
      </p:cViewPr>
      <p:guideLst>
        <p:guide orient="horz" pos="3906"/>
        <p:guide orient="horz" pos="663"/>
        <p:guide orient="horz" pos="2387"/>
        <p:guide orient="horz" pos="2364"/>
        <p:guide orient="horz" pos="890"/>
        <p:guide orient="horz" pos="210"/>
        <p:guide pos="395"/>
        <p:guide pos="3797"/>
        <p:guide pos="3933"/>
        <p:guide pos="7380"/>
        <p:guide pos="5566"/>
        <p:guide orient="horz" pos="3929"/>
        <p:guide orient="horz" pos="2478"/>
        <p:guide orient="horz" pos="2341"/>
        <p:guide orient="horz" pos="909"/>
      </p:guideLst>
    </p:cSldViewPr>
  </p:slideViewPr>
  <p:notesTextViewPr>
    <p:cViewPr>
      <p:scale>
        <a:sx n="1" d="1"/>
        <a:sy n="1" d="1"/>
      </p:scale>
      <p:origin x="0" y="0"/>
    </p:cViewPr>
  </p:notesTextViewPr>
  <p:sorterViewPr>
    <p:cViewPr varScale="1">
      <p:scale>
        <a:sx n="1" d="1"/>
        <a:sy n="1" d="1"/>
      </p:scale>
      <p:origin x="0" y="-1398"/>
    </p:cViewPr>
  </p:sorterViewPr>
  <p:notesViewPr>
    <p:cSldViewPr snapToGrid="0" showGuides="1">
      <p:cViewPr varScale="1">
        <p:scale>
          <a:sx n="66" d="100"/>
          <a:sy n="66" d="100"/>
        </p:scale>
        <p:origin x="0" y="0"/>
      </p:cViewPr>
      <p:guideLst>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8.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slide" Target="slides/slide29.xml"/><Relationship Id="rId50" Type="http://schemas.openxmlformats.org/officeDocument/2006/relationships/slide" Target="slides/slide32.xml"/><Relationship Id="rId55" Type="http://schemas.openxmlformats.org/officeDocument/2006/relationships/slide" Target="slides/slide37.xml"/><Relationship Id="rId63" Type="http://schemas.openxmlformats.org/officeDocument/2006/relationships/slide" Target="slides/slide45.xml"/><Relationship Id="rId68" Type="http://schemas.openxmlformats.org/officeDocument/2006/relationships/slide" Target="slides/slide50.xml"/><Relationship Id="rId76" Type="http://schemas.openxmlformats.org/officeDocument/2006/relationships/slide" Target="slides/slide58.xml"/><Relationship Id="rId84" Type="http://schemas.openxmlformats.org/officeDocument/2006/relationships/slide" Target="slides/slide66.xml"/><Relationship Id="rId89" Type="http://schemas.openxmlformats.org/officeDocument/2006/relationships/slide" Target="slides/slide71.xml"/><Relationship Id="rId97"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slide" Target="slides/slide53.xml"/><Relationship Id="rId92" Type="http://schemas.openxmlformats.org/officeDocument/2006/relationships/slide" Target="slides/slide74.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11.xml"/><Relationship Id="rId11" Type="http://schemas.openxmlformats.org/officeDocument/2006/relationships/customXml" Target="../customXml/item11.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slide" Target="slides/slide35.xml"/><Relationship Id="rId58" Type="http://schemas.openxmlformats.org/officeDocument/2006/relationships/slide" Target="slides/slide40.xml"/><Relationship Id="rId66" Type="http://schemas.openxmlformats.org/officeDocument/2006/relationships/slide" Target="slides/slide48.xml"/><Relationship Id="rId74" Type="http://schemas.openxmlformats.org/officeDocument/2006/relationships/slide" Target="slides/slide56.xml"/><Relationship Id="rId79" Type="http://schemas.openxmlformats.org/officeDocument/2006/relationships/slide" Target="slides/slide61.xml"/><Relationship Id="rId87" Type="http://schemas.openxmlformats.org/officeDocument/2006/relationships/slide" Target="slides/slide69.xml"/><Relationship Id="rId5" Type="http://schemas.openxmlformats.org/officeDocument/2006/relationships/customXml" Target="../customXml/item5.xml"/><Relationship Id="rId61" Type="http://schemas.openxmlformats.org/officeDocument/2006/relationships/slide" Target="slides/slide43.xml"/><Relationship Id="rId82" Type="http://schemas.openxmlformats.org/officeDocument/2006/relationships/slide" Target="slides/slide64.xml"/><Relationship Id="rId90" Type="http://schemas.openxmlformats.org/officeDocument/2006/relationships/slide" Target="slides/slide72.xml"/><Relationship Id="rId95" Type="http://schemas.openxmlformats.org/officeDocument/2006/relationships/tags" Target="tags/tag1.xml"/><Relationship Id="rId19" Type="http://schemas.openxmlformats.org/officeDocument/2006/relationships/slide" Target="slides/slide1.xml"/><Relationship Id="rId14" Type="http://schemas.openxmlformats.org/officeDocument/2006/relationships/customXml" Target="../customXml/item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56" Type="http://schemas.openxmlformats.org/officeDocument/2006/relationships/slide" Target="slides/slide38.xml"/><Relationship Id="rId64" Type="http://schemas.openxmlformats.org/officeDocument/2006/relationships/slide" Target="slides/slide46.xml"/><Relationship Id="rId69" Type="http://schemas.openxmlformats.org/officeDocument/2006/relationships/slide" Target="slides/slide51.xml"/><Relationship Id="rId77" Type="http://schemas.openxmlformats.org/officeDocument/2006/relationships/slide" Target="slides/slide59.xml"/><Relationship Id="rId100"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slide" Target="slides/slide33.xml"/><Relationship Id="rId72" Type="http://schemas.openxmlformats.org/officeDocument/2006/relationships/slide" Target="slides/slide54.xml"/><Relationship Id="rId80" Type="http://schemas.openxmlformats.org/officeDocument/2006/relationships/slide" Target="slides/slide62.xml"/><Relationship Id="rId85" Type="http://schemas.openxmlformats.org/officeDocument/2006/relationships/slide" Target="slides/slide67.xml"/><Relationship Id="rId93" Type="http://schemas.openxmlformats.org/officeDocument/2006/relationships/notesMaster" Target="notesMasters/notesMaster1.xml"/><Relationship Id="rId98"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Master" Target="slideMasters/slideMaster1.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59" Type="http://schemas.openxmlformats.org/officeDocument/2006/relationships/slide" Target="slides/slide41.xml"/><Relationship Id="rId67" Type="http://schemas.openxmlformats.org/officeDocument/2006/relationships/slide" Target="slides/slide49.xml"/><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slide" Target="slides/slide36.xml"/><Relationship Id="rId62" Type="http://schemas.openxmlformats.org/officeDocument/2006/relationships/slide" Target="slides/slide44.xml"/><Relationship Id="rId70" Type="http://schemas.openxmlformats.org/officeDocument/2006/relationships/slide" Target="slides/slide52.xml"/><Relationship Id="rId75" Type="http://schemas.openxmlformats.org/officeDocument/2006/relationships/slide" Target="slides/slide57.xml"/><Relationship Id="rId83" Type="http://schemas.openxmlformats.org/officeDocument/2006/relationships/slide" Target="slides/slide65.xml"/><Relationship Id="rId88" Type="http://schemas.openxmlformats.org/officeDocument/2006/relationships/slide" Target="slides/slide70.xml"/><Relationship Id="rId91" Type="http://schemas.openxmlformats.org/officeDocument/2006/relationships/slide" Target="slides/slide73.xml"/><Relationship Id="rId96"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slide" Target="slides/slide31.xml"/><Relationship Id="rId57" Type="http://schemas.openxmlformats.org/officeDocument/2006/relationships/slide" Target="slides/slide39.xml"/><Relationship Id="rId10" Type="http://schemas.openxmlformats.org/officeDocument/2006/relationships/customXml" Target="../customXml/item10.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slide" Target="slides/slide34.xml"/><Relationship Id="rId60" Type="http://schemas.openxmlformats.org/officeDocument/2006/relationships/slide" Target="slides/slide42.xml"/><Relationship Id="rId65" Type="http://schemas.openxmlformats.org/officeDocument/2006/relationships/slide" Target="slides/slide47.xml"/><Relationship Id="rId73" Type="http://schemas.openxmlformats.org/officeDocument/2006/relationships/slide" Target="slides/slide55.xml"/><Relationship Id="rId78" Type="http://schemas.openxmlformats.org/officeDocument/2006/relationships/slide" Target="slides/slide60.xml"/><Relationship Id="rId81" Type="http://schemas.openxmlformats.org/officeDocument/2006/relationships/slide" Target="slides/slide63.xml"/><Relationship Id="rId86" Type="http://schemas.openxmlformats.org/officeDocument/2006/relationships/slide" Target="slides/slide68.xml"/><Relationship Id="rId94" Type="http://schemas.openxmlformats.org/officeDocument/2006/relationships/handoutMaster" Target="handoutMasters/handoutMaster1.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slideMaster" Target="slideMasters/slideMaster2.xml"/><Relationship Id="rId39"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oh, Matthias (SE GP G QPI QM P)" userId="99494288-5ce4-4766-a240-287ba2f562d7" providerId="ADAL" clId="{81D36A6E-1947-4B3D-A3EB-E2EA33BA9BB5}"/>
    <pc:docChg chg="undo custSel addSld delSld modSld">
      <pc:chgData name="Groh, Matthias (SE GP G QPI QM P)" userId="99494288-5ce4-4766-a240-287ba2f562d7" providerId="ADAL" clId="{81D36A6E-1947-4B3D-A3EB-E2EA33BA9BB5}" dt="2021-08-05T10:11:11.813" v="232" actId="20577"/>
      <pc:docMkLst>
        <pc:docMk/>
      </pc:docMkLst>
      <pc:sldChg chg="del">
        <pc:chgData name="Groh, Matthias (SE GP G QPI QM P)" userId="99494288-5ce4-4766-a240-287ba2f562d7" providerId="ADAL" clId="{81D36A6E-1947-4B3D-A3EB-E2EA33BA9BB5}" dt="2021-08-05T10:10:04.138" v="223" actId="47"/>
        <pc:sldMkLst>
          <pc:docMk/>
          <pc:sldMk cId="1446269856" sldId="1065"/>
        </pc:sldMkLst>
      </pc:sldChg>
      <pc:sldChg chg="add del">
        <pc:chgData name="Groh, Matthias (SE GP G QPI QM P)" userId="99494288-5ce4-4766-a240-287ba2f562d7" providerId="ADAL" clId="{81D36A6E-1947-4B3D-A3EB-E2EA33BA9BB5}" dt="2021-08-05T09:55:46.470" v="58" actId="47"/>
        <pc:sldMkLst>
          <pc:docMk/>
          <pc:sldMk cId="1836302392" sldId="1406"/>
        </pc:sldMkLst>
      </pc:sldChg>
      <pc:sldChg chg="add del">
        <pc:chgData name="Groh, Matthias (SE GP G QPI QM P)" userId="99494288-5ce4-4766-a240-287ba2f562d7" providerId="ADAL" clId="{81D36A6E-1947-4B3D-A3EB-E2EA33BA9BB5}" dt="2021-08-05T09:49:05.867" v="6" actId="2696"/>
        <pc:sldMkLst>
          <pc:docMk/>
          <pc:sldMk cId="112862854" sldId="1420"/>
        </pc:sldMkLst>
      </pc:sldChg>
      <pc:sldChg chg="add">
        <pc:chgData name="Groh, Matthias (SE GP G QPI QM P)" userId="99494288-5ce4-4766-a240-287ba2f562d7" providerId="ADAL" clId="{81D36A6E-1947-4B3D-A3EB-E2EA33BA9BB5}" dt="2021-08-05T09:49:27.027" v="7"/>
        <pc:sldMkLst>
          <pc:docMk/>
          <pc:sldMk cId="1395188193" sldId="1420"/>
        </pc:sldMkLst>
      </pc:sldChg>
      <pc:sldChg chg="add del">
        <pc:chgData name="Groh, Matthias (SE GP G QPI QM P)" userId="99494288-5ce4-4766-a240-287ba2f562d7" providerId="ADAL" clId="{81D36A6E-1947-4B3D-A3EB-E2EA33BA9BB5}" dt="2021-08-05T09:49:05.867" v="6" actId="2696"/>
        <pc:sldMkLst>
          <pc:docMk/>
          <pc:sldMk cId="1243599108" sldId="1849"/>
        </pc:sldMkLst>
      </pc:sldChg>
      <pc:sldChg chg="modSp add mod">
        <pc:chgData name="Groh, Matthias (SE GP G QPI QM P)" userId="99494288-5ce4-4766-a240-287ba2f562d7" providerId="ADAL" clId="{81D36A6E-1947-4B3D-A3EB-E2EA33BA9BB5}" dt="2021-08-05T09:54:09.502" v="52"/>
        <pc:sldMkLst>
          <pc:docMk/>
          <pc:sldMk cId="1783857927" sldId="1849"/>
        </pc:sldMkLst>
        <pc:spChg chg="mod">
          <ac:chgData name="Groh, Matthias (SE GP G QPI QM P)" userId="99494288-5ce4-4766-a240-287ba2f562d7" providerId="ADAL" clId="{81D36A6E-1947-4B3D-A3EB-E2EA33BA9BB5}" dt="2021-08-05T09:53:12.289" v="32"/>
          <ac:spMkLst>
            <pc:docMk/>
            <pc:sldMk cId="1783857927" sldId="1849"/>
            <ac:spMk id="2" creationId="{E4F44950-075C-4DF1-8EA6-B8411A510D28}"/>
          </ac:spMkLst>
        </pc:spChg>
        <pc:spChg chg="mod">
          <ac:chgData name="Groh, Matthias (SE GP G QPI QM P)" userId="99494288-5ce4-4766-a240-287ba2f562d7" providerId="ADAL" clId="{81D36A6E-1947-4B3D-A3EB-E2EA33BA9BB5}" dt="2021-08-05T09:54:09.502" v="52"/>
          <ac:spMkLst>
            <pc:docMk/>
            <pc:sldMk cId="1783857927" sldId="1849"/>
            <ac:spMk id="7" creationId="{496D9C66-6FEB-410F-B6CB-DD9845C08D93}"/>
          </ac:spMkLst>
        </pc:spChg>
      </pc:sldChg>
      <pc:sldChg chg="modSp mod">
        <pc:chgData name="Groh, Matthias (SE GP G QPI QM P)" userId="99494288-5ce4-4766-a240-287ba2f562d7" providerId="ADAL" clId="{81D36A6E-1947-4B3D-A3EB-E2EA33BA9BB5}" dt="2021-08-05T09:51:25.562" v="28" actId="6549"/>
        <pc:sldMkLst>
          <pc:docMk/>
          <pc:sldMk cId="4091844248" sldId="1878"/>
        </pc:sldMkLst>
        <pc:spChg chg="mod">
          <ac:chgData name="Groh, Matthias (SE GP G QPI QM P)" userId="99494288-5ce4-4766-a240-287ba2f562d7" providerId="ADAL" clId="{81D36A6E-1947-4B3D-A3EB-E2EA33BA9BB5}" dt="2021-08-05T09:51:07.449" v="11" actId="20577"/>
          <ac:spMkLst>
            <pc:docMk/>
            <pc:sldMk cId="4091844248" sldId="1878"/>
            <ac:spMk id="2" creationId="{E4F44950-075C-4DF1-8EA6-B8411A510D28}"/>
          </ac:spMkLst>
        </pc:spChg>
        <pc:spChg chg="mod">
          <ac:chgData name="Groh, Matthias (SE GP G QPI QM P)" userId="99494288-5ce4-4766-a240-287ba2f562d7" providerId="ADAL" clId="{81D36A6E-1947-4B3D-A3EB-E2EA33BA9BB5}" dt="2021-08-05T09:51:25.562" v="28" actId="6549"/>
          <ac:spMkLst>
            <pc:docMk/>
            <pc:sldMk cId="4091844248" sldId="1878"/>
            <ac:spMk id="7" creationId="{496D9C66-6FEB-410F-B6CB-DD9845C08D93}"/>
          </ac:spMkLst>
        </pc:spChg>
      </pc:sldChg>
      <pc:sldChg chg="add del">
        <pc:chgData name="Groh, Matthias (SE GP G QPI QM P)" userId="99494288-5ce4-4766-a240-287ba2f562d7" providerId="ADAL" clId="{81D36A6E-1947-4B3D-A3EB-E2EA33BA9BB5}" dt="2021-08-05T09:49:05.867" v="6" actId="2696"/>
        <pc:sldMkLst>
          <pc:docMk/>
          <pc:sldMk cId="1045987160" sldId="1898"/>
        </pc:sldMkLst>
      </pc:sldChg>
      <pc:sldChg chg="modSp add mod">
        <pc:chgData name="Groh, Matthias (SE GP G QPI QM P)" userId="99494288-5ce4-4766-a240-287ba2f562d7" providerId="ADAL" clId="{81D36A6E-1947-4B3D-A3EB-E2EA33BA9BB5}" dt="2021-08-05T09:54:04.418" v="51"/>
        <pc:sldMkLst>
          <pc:docMk/>
          <pc:sldMk cId="3787294331" sldId="1898"/>
        </pc:sldMkLst>
        <pc:spChg chg="mod">
          <ac:chgData name="Groh, Matthias (SE GP G QPI QM P)" userId="99494288-5ce4-4766-a240-287ba2f562d7" providerId="ADAL" clId="{81D36A6E-1947-4B3D-A3EB-E2EA33BA9BB5}" dt="2021-08-05T09:51:42.155" v="29"/>
          <ac:spMkLst>
            <pc:docMk/>
            <pc:sldMk cId="3787294331" sldId="1898"/>
            <ac:spMk id="2" creationId="{E4F44950-075C-4DF1-8EA6-B8411A510D28}"/>
          </ac:spMkLst>
        </pc:spChg>
        <pc:spChg chg="mod">
          <ac:chgData name="Groh, Matthias (SE GP G QPI QM P)" userId="99494288-5ce4-4766-a240-287ba2f562d7" providerId="ADAL" clId="{81D36A6E-1947-4B3D-A3EB-E2EA33BA9BB5}" dt="2021-08-05T09:54:04.418" v="51"/>
          <ac:spMkLst>
            <pc:docMk/>
            <pc:sldMk cId="3787294331" sldId="1898"/>
            <ac:spMk id="7" creationId="{496D9C66-6FEB-410F-B6CB-DD9845C08D93}"/>
          </ac:spMkLst>
        </pc:spChg>
      </pc:sldChg>
      <pc:sldChg chg="add del">
        <pc:chgData name="Groh, Matthias (SE GP G QPI QM P)" userId="99494288-5ce4-4766-a240-287ba2f562d7" providerId="ADAL" clId="{81D36A6E-1947-4B3D-A3EB-E2EA33BA9BB5}" dt="2021-08-05T09:49:05.867" v="6" actId="2696"/>
        <pc:sldMkLst>
          <pc:docMk/>
          <pc:sldMk cId="1714049182" sldId="1900"/>
        </pc:sldMkLst>
      </pc:sldChg>
      <pc:sldChg chg="modSp add mod">
        <pc:chgData name="Groh, Matthias (SE GP G QPI QM P)" userId="99494288-5ce4-4766-a240-287ba2f562d7" providerId="ADAL" clId="{81D36A6E-1947-4B3D-A3EB-E2EA33BA9BB5}" dt="2021-08-05T09:54:15.200" v="53"/>
        <pc:sldMkLst>
          <pc:docMk/>
          <pc:sldMk cId="2322912326" sldId="1900"/>
        </pc:sldMkLst>
        <pc:spChg chg="mod">
          <ac:chgData name="Groh, Matthias (SE GP G QPI QM P)" userId="99494288-5ce4-4766-a240-287ba2f562d7" providerId="ADAL" clId="{81D36A6E-1947-4B3D-A3EB-E2EA33BA9BB5}" dt="2021-08-05T09:53:18.392" v="33"/>
          <ac:spMkLst>
            <pc:docMk/>
            <pc:sldMk cId="2322912326" sldId="1900"/>
            <ac:spMk id="2" creationId="{E4F44950-075C-4DF1-8EA6-B8411A510D28}"/>
          </ac:spMkLst>
        </pc:spChg>
        <pc:spChg chg="mod">
          <ac:chgData name="Groh, Matthias (SE GP G QPI QM P)" userId="99494288-5ce4-4766-a240-287ba2f562d7" providerId="ADAL" clId="{81D36A6E-1947-4B3D-A3EB-E2EA33BA9BB5}" dt="2021-08-05T09:54:15.200" v="53"/>
          <ac:spMkLst>
            <pc:docMk/>
            <pc:sldMk cId="2322912326" sldId="1900"/>
            <ac:spMk id="7" creationId="{496D9C66-6FEB-410F-B6CB-DD9845C08D93}"/>
          </ac:spMkLst>
        </pc:spChg>
      </pc:sldChg>
      <pc:sldChg chg="add del">
        <pc:chgData name="Groh, Matthias (SE GP G QPI QM P)" userId="99494288-5ce4-4766-a240-287ba2f562d7" providerId="ADAL" clId="{81D36A6E-1947-4B3D-A3EB-E2EA33BA9BB5}" dt="2021-08-05T09:49:05.867" v="6" actId="2696"/>
        <pc:sldMkLst>
          <pc:docMk/>
          <pc:sldMk cId="1014486659" sldId="1901"/>
        </pc:sldMkLst>
      </pc:sldChg>
      <pc:sldChg chg="modSp add mod">
        <pc:chgData name="Groh, Matthias (SE GP G QPI QM P)" userId="99494288-5ce4-4766-a240-287ba2f562d7" providerId="ADAL" clId="{81D36A6E-1947-4B3D-A3EB-E2EA33BA9BB5}" dt="2021-08-05T09:54:22.577" v="54"/>
        <pc:sldMkLst>
          <pc:docMk/>
          <pc:sldMk cId="1945916572" sldId="1901"/>
        </pc:sldMkLst>
        <pc:spChg chg="mod">
          <ac:chgData name="Groh, Matthias (SE GP G QPI QM P)" userId="99494288-5ce4-4766-a240-287ba2f562d7" providerId="ADAL" clId="{81D36A6E-1947-4B3D-A3EB-E2EA33BA9BB5}" dt="2021-08-05T09:53:23.440" v="34"/>
          <ac:spMkLst>
            <pc:docMk/>
            <pc:sldMk cId="1945916572" sldId="1901"/>
            <ac:spMk id="2" creationId="{E4F44950-075C-4DF1-8EA6-B8411A510D28}"/>
          </ac:spMkLst>
        </pc:spChg>
        <pc:spChg chg="mod">
          <ac:chgData name="Groh, Matthias (SE GP G QPI QM P)" userId="99494288-5ce4-4766-a240-287ba2f562d7" providerId="ADAL" clId="{81D36A6E-1947-4B3D-A3EB-E2EA33BA9BB5}" dt="2021-08-05T09:54:22.577" v="54"/>
          <ac:spMkLst>
            <pc:docMk/>
            <pc:sldMk cId="1945916572" sldId="1901"/>
            <ac:spMk id="7" creationId="{496D9C66-6FEB-410F-B6CB-DD9845C08D93}"/>
          </ac:spMkLst>
        </pc:spChg>
      </pc:sldChg>
      <pc:sldChg chg="add del">
        <pc:chgData name="Groh, Matthias (SE GP G QPI QM P)" userId="99494288-5ce4-4766-a240-287ba2f562d7" providerId="ADAL" clId="{81D36A6E-1947-4B3D-A3EB-E2EA33BA9BB5}" dt="2021-08-05T09:49:05.867" v="6" actId="2696"/>
        <pc:sldMkLst>
          <pc:docMk/>
          <pc:sldMk cId="2314478408" sldId="1902"/>
        </pc:sldMkLst>
      </pc:sldChg>
      <pc:sldChg chg="modSp add mod">
        <pc:chgData name="Groh, Matthias (SE GP G QPI QM P)" userId="99494288-5ce4-4766-a240-287ba2f562d7" providerId="ADAL" clId="{81D36A6E-1947-4B3D-A3EB-E2EA33BA9BB5}" dt="2021-08-05T09:54:28.939" v="55"/>
        <pc:sldMkLst>
          <pc:docMk/>
          <pc:sldMk cId="2494434188" sldId="1902"/>
        </pc:sldMkLst>
        <pc:spChg chg="mod">
          <ac:chgData name="Groh, Matthias (SE GP G QPI QM P)" userId="99494288-5ce4-4766-a240-287ba2f562d7" providerId="ADAL" clId="{81D36A6E-1947-4B3D-A3EB-E2EA33BA9BB5}" dt="2021-08-05T09:53:31.053" v="35"/>
          <ac:spMkLst>
            <pc:docMk/>
            <pc:sldMk cId="2494434188" sldId="1902"/>
            <ac:spMk id="2" creationId="{E4F44950-075C-4DF1-8EA6-B8411A510D28}"/>
          </ac:spMkLst>
        </pc:spChg>
        <pc:spChg chg="mod">
          <ac:chgData name="Groh, Matthias (SE GP G QPI QM P)" userId="99494288-5ce4-4766-a240-287ba2f562d7" providerId="ADAL" clId="{81D36A6E-1947-4B3D-A3EB-E2EA33BA9BB5}" dt="2021-08-05T09:54:28.939" v="55"/>
          <ac:spMkLst>
            <pc:docMk/>
            <pc:sldMk cId="2494434188" sldId="1902"/>
            <ac:spMk id="7" creationId="{496D9C66-6FEB-410F-B6CB-DD9845C08D93}"/>
          </ac:spMkLst>
        </pc:spChg>
      </pc:sldChg>
      <pc:sldChg chg="add del">
        <pc:chgData name="Groh, Matthias (SE GP G QPI QM P)" userId="99494288-5ce4-4766-a240-287ba2f562d7" providerId="ADAL" clId="{81D36A6E-1947-4B3D-A3EB-E2EA33BA9BB5}" dt="2021-08-05T09:49:05.867" v="6" actId="2696"/>
        <pc:sldMkLst>
          <pc:docMk/>
          <pc:sldMk cId="210907966" sldId="1906"/>
        </pc:sldMkLst>
      </pc:sldChg>
      <pc:sldChg chg="modSp add mod">
        <pc:chgData name="Groh, Matthias (SE GP G QPI QM P)" userId="99494288-5ce4-4766-a240-287ba2f562d7" providerId="ADAL" clId="{81D36A6E-1947-4B3D-A3EB-E2EA33BA9BB5}" dt="2021-08-05T09:54:46.209" v="56" actId="33524"/>
        <pc:sldMkLst>
          <pc:docMk/>
          <pc:sldMk cId="937927097" sldId="1906"/>
        </pc:sldMkLst>
        <pc:spChg chg="mod">
          <ac:chgData name="Groh, Matthias (SE GP G QPI QM P)" userId="99494288-5ce4-4766-a240-287ba2f562d7" providerId="ADAL" clId="{81D36A6E-1947-4B3D-A3EB-E2EA33BA9BB5}" dt="2021-08-05T09:54:46.209" v="56" actId="33524"/>
          <ac:spMkLst>
            <pc:docMk/>
            <pc:sldMk cId="937927097" sldId="1906"/>
            <ac:spMk id="6" creationId="{6149C931-80D7-469A-A46F-83D202F043E0}"/>
          </ac:spMkLst>
        </pc:spChg>
        <pc:spChg chg="mod">
          <ac:chgData name="Groh, Matthias (SE GP G QPI QM P)" userId="99494288-5ce4-4766-a240-287ba2f562d7" providerId="ADAL" clId="{81D36A6E-1947-4B3D-A3EB-E2EA33BA9BB5}" dt="2021-08-05T09:53:47.271" v="50" actId="20577"/>
          <ac:spMkLst>
            <pc:docMk/>
            <pc:sldMk cId="937927097" sldId="1906"/>
            <ac:spMk id="10" creationId="{81C9E16E-37BC-499A-A39C-E8FFF074D816}"/>
          </ac:spMkLst>
        </pc:spChg>
      </pc:sldChg>
      <pc:sldChg chg="modSp mod">
        <pc:chgData name="Groh, Matthias (SE GP G QPI QM P)" userId="99494288-5ce4-4766-a240-287ba2f562d7" providerId="ADAL" clId="{81D36A6E-1947-4B3D-A3EB-E2EA33BA9BB5}" dt="2021-08-05T10:11:11.813" v="232" actId="20577"/>
        <pc:sldMkLst>
          <pc:docMk/>
          <pc:sldMk cId="343308168" sldId="5524"/>
        </pc:sldMkLst>
        <pc:spChg chg="mod">
          <ac:chgData name="Groh, Matthias (SE GP G QPI QM P)" userId="99494288-5ce4-4766-a240-287ba2f562d7" providerId="ADAL" clId="{81D36A6E-1947-4B3D-A3EB-E2EA33BA9BB5}" dt="2021-08-05T10:11:11.813" v="232" actId="20577"/>
          <ac:spMkLst>
            <pc:docMk/>
            <pc:sldMk cId="343308168" sldId="5524"/>
            <ac:spMk id="3" creationId="{B35E2A3A-5EDC-4B36-98A6-53CDE34DFDCC}"/>
          </ac:spMkLst>
        </pc:spChg>
      </pc:sldChg>
      <pc:sldChg chg="modSp mod">
        <pc:chgData name="Groh, Matthias (SE GP G QPI QM P)" userId="99494288-5ce4-4766-a240-287ba2f562d7" providerId="ADAL" clId="{81D36A6E-1947-4B3D-A3EB-E2EA33BA9BB5}" dt="2021-08-05T10:11:05.012" v="231" actId="20577"/>
        <pc:sldMkLst>
          <pc:docMk/>
          <pc:sldMk cId="3856674365" sldId="5525"/>
        </pc:sldMkLst>
        <pc:spChg chg="mod">
          <ac:chgData name="Groh, Matthias (SE GP G QPI QM P)" userId="99494288-5ce4-4766-a240-287ba2f562d7" providerId="ADAL" clId="{81D36A6E-1947-4B3D-A3EB-E2EA33BA9BB5}" dt="2021-08-05T10:11:05.012" v="231" actId="20577"/>
          <ac:spMkLst>
            <pc:docMk/>
            <pc:sldMk cId="3856674365" sldId="5525"/>
            <ac:spMk id="3" creationId="{B35E2A3A-5EDC-4B36-98A6-53CDE34DFDCC}"/>
          </ac:spMkLst>
        </pc:spChg>
      </pc:sldChg>
      <pc:sldChg chg="modSp mod">
        <pc:chgData name="Groh, Matthias (SE GP G QPI QM P)" userId="99494288-5ce4-4766-a240-287ba2f562d7" providerId="ADAL" clId="{81D36A6E-1947-4B3D-A3EB-E2EA33BA9BB5}" dt="2021-08-05T10:10:53.417" v="229" actId="20577"/>
        <pc:sldMkLst>
          <pc:docMk/>
          <pc:sldMk cId="2339029247" sldId="5526"/>
        </pc:sldMkLst>
        <pc:spChg chg="mod">
          <ac:chgData name="Groh, Matthias (SE GP G QPI QM P)" userId="99494288-5ce4-4766-a240-287ba2f562d7" providerId="ADAL" clId="{81D36A6E-1947-4B3D-A3EB-E2EA33BA9BB5}" dt="2021-08-05T10:10:53.417" v="229" actId="20577"/>
          <ac:spMkLst>
            <pc:docMk/>
            <pc:sldMk cId="2339029247" sldId="5526"/>
            <ac:spMk id="3" creationId="{B35E2A3A-5EDC-4B36-98A6-53CDE34DFDCC}"/>
          </ac:spMkLst>
        </pc:spChg>
      </pc:sldChg>
      <pc:sldChg chg="modSp mod">
        <pc:chgData name="Groh, Matthias (SE GP G QPI QM P)" userId="99494288-5ce4-4766-a240-287ba2f562d7" providerId="ADAL" clId="{81D36A6E-1947-4B3D-A3EB-E2EA33BA9BB5}" dt="2021-08-05T10:10:59.383" v="230" actId="20577"/>
        <pc:sldMkLst>
          <pc:docMk/>
          <pc:sldMk cId="2849650068" sldId="5527"/>
        </pc:sldMkLst>
        <pc:spChg chg="mod">
          <ac:chgData name="Groh, Matthias (SE GP G QPI QM P)" userId="99494288-5ce4-4766-a240-287ba2f562d7" providerId="ADAL" clId="{81D36A6E-1947-4B3D-A3EB-E2EA33BA9BB5}" dt="2021-08-05T10:10:59.383" v="230" actId="20577"/>
          <ac:spMkLst>
            <pc:docMk/>
            <pc:sldMk cId="2849650068" sldId="5527"/>
            <ac:spMk id="3" creationId="{B35E2A3A-5EDC-4B36-98A6-53CDE34DFDCC}"/>
          </ac:spMkLst>
        </pc:spChg>
      </pc:sldChg>
      <pc:sldChg chg="modSp mod">
        <pc:chgData name="Groh, Matthias (SE GP G QPI QM P)" userId="99494288-5ce4-4766-a240-287ba2f562d7" providerId="ADAL" clId="{81D36A6E-1947-4B3D-A3EB-E2EA33BA9BB5}" dt="2021-08-05T10:10:47.055" v="228" actId="20577"/>
        <pc:sldMkLst>
          <pc:docMk/>
          <pc:sldMk cId="1635913802" sldId="5528"/>
        </pc:sldMkLst>
        <pc:spChg chg="mod">
          <ac:chgData name="Groh, Matthias (SE GP G QPI QM P)" userId="99494288-5ce4-4766-a240-287ba2f562d7" providerId="ADAL" clId="{81D36A6E-1947-4B3D-A3EB-E2EA33BA9BB5}" dt="2021-08-05T10:10:47.055" v="228" actId="20577"/>
          <ac:spMkLst>
            <pc:docMk/>
            <pc:sldMk cId="1635913802" sldId="5528"/>
            <ac:spMk id="3" creationId="{B35E2A3A-5EDC-4B36-98A6-53CDE34DFDCC}"/>
          </ac:spMkLst>
        </pc:spChg>
      </pc:sldChg>
      <pc:sldChg chg="modSp mod">
        <pc:chgData name="Groh, Matthias (SE GP G QPI QM P)" userId="99494288-5ce4-4766-a240-287ba2f562d7" providerId="ADAL" clId="{81D36A6E-1947-4B3D-A3EB-E2EA33BA9BB5}" dt="2021-08-05T10:09:52.069" v="222" actId="6549"/>
        <pc:sldMkLst>
          <pc:docMk/>
          <pc:sldMk cId="696784107" sldId="5529"/>
        </pc:sldMkLst>
        <pc:spChg chg="mod">
          <ac:chgData name="Groh, Matthias (SE GP G QPI QM P)" userId="99494288-5ce4-4766-a240-287ba2f562d7" providerId="ADAL" clId="{81D36A6E-1947-4B3D-A3EB-E2EA33BA9BB5}" dt="2021-08-05T10:09:52.069" v="222" actId="6549"/>
          <ac:spMkLst>
            <pc:docMk/>
            <pc:sldMk cId="696784107" sldId="5529"/>
            <ac:spMk id="3" creationId="{B35E2A3A-5EDC-4B36-98A6-53CDE34DFDCC}"/>
          </ac:spMkLst>
        </pc:spChg>
        <pc:spChg chg="mod">
          <ac:chgData name="Groh, Matthias (SE GP G QPI QM P)" userId="99494288-5ce4-4766-a240-287ba2f562d7" providerId="ADAL" clId="{81D36A6E-1947-4B3D-A3EB-E2EA33BA9BB5}" dt="2021-08-05T10:09:05.494" v="217" actId="1036"/>
          <ac:spMkLst>
            <pc:docMk/>
            <pc:sldMk cId="696784107" sldId="5529"/>
            <ac:spMk id="4" creationId="{A0A534AB-6644-464E-8988-A324FBF655D5}"/>
          </ac:spMkLst>
        </pc:spChg>
      </pc:sldChg>
      <pc:sldChg chg="modSp del mod">
        <pc:chgData name="Groh, Matthias (SE GP G QPI QM P)" userId="99494288-5ce4-4766-a240-287ba2f562d7" providerId="ADAL" clId="{81D36A6E-1947-4B3D-A3EB-E2EA33BA9BB5}" dt="2021-08-05T10:09:42.817" v="221" actId="47"/>
        <pc:sldMkLst>
          <pc:docMk/>
          <pc:sldMk cId="578234354" sldId="5530"/>
        </pc:sldMkLst>
        <pc:spChg chg="mod">
          <ac:chgData name="Groh, Matthias (SE GP G QPI QM P)" userId="99494288-5ce4-4766-a240-287ba2f562d7" providerId="ADAL" clId="{81D36A6E-1947-4B3D-A3EB-E2EA33BA9BB5}" dt="2021-08-05T10:09:15.441" v="218"/>
          <ac:spMkLst>
            <pc:docMk/>
            <pc:sldMk cId="578234354" sldId="5530"/>
            <ac:spMk id="3" creationId="{B35E2A3A-5EDC-4B36-98A6-53CDE34DFDCC}"/>
          </ac:spMkLst>
        </pc:spChg>
        <pc:spChg chg="mod">
          <ac:chgData name="Groh, Matthias (SE GP G QPI QM P)" userId="99494288-5ce4-4766-a240-287ba2f562d7" providerId="ADAL" clId="{81D36A6E-1947-4B3D-A3EB-E2EA33BA9BB5}" dt="2021-08-05T10:09:21.849" v="219" actId="1076"/>
          <ac:spMkLst>
            <pc:docMk/>
            <pc:sldMk cId="578234354" sldId="5530"/>
            <ac:spMk id="4" creationId="{A0A534AB-6644-464E-8988-A324FBF655D5}"/>
          </ac:spMkLst>
        </pc:spChg>
      </pc:sldChg>
      <pc:sldChg chg="del">
        <pc:chgData name="Groh, Matthias (SE GP G QPI QM P)" userId="99494288-5ce4-4766-a240-287ba2f562d7" providerId="ADAL" clId="{81D36A6E-1947-4B3D-A3EB-E2EA33BA9BB5}" dt="2021-08-05T09:55:58.465" v="59" actId="47"/>
        <pc:sldMkLst>
          <pc:docMk/>
          <pc:sldMk cId="1600801440" sldId="5535"/>
        </pc:sldMkLst>
      </pc:sldChg>
      <pc:sldChg chg="del">
        <pc:chgData name="Groh, Matthias (SE GP G QPI QM P)" userId="99494288-5ce4-4766-a240-287ba2f562d7" providerId="ADAL" clId="{81D36A6E-1947-4B3D-A3EB-E2EA33BA9BB5}" dt="2021-08-05T10:09:39.437" v="220" actId="47"/>
        <pc:sldMkLst>
          <pc:docMk/>
          <pc:sldMk cId="561671647" sldId="5536"/>
        </pc:sldMkLst>
      </pc:sldChg>
      <pc:sldChg chg="add">
        <pc:chgData name="Groh, Matthias (SE GP G QPI QM P)" userId="99494288-5ce4-4766-a240-287ba2f562d7" providerId="ADAL" clId="{81D36A6E-1947-4B3D-A3EB-E2EA33BA9BB5}" dt="2021-08-05T09:46:02.609" v="0"/>
        <pc:sldMkLst>
          <pc:docMk/>
          <pc:sldMk cId="1905866867" sldId="5605"/>
        </pc:sldMkLst>
      </pc:sldChg>
      <pc:sldChg chg="add">
        <pc:chgData name="Groh, Matthias (SE GP G QPI QM P)" userId="99494288-5ce4-4766-a240-287ba2f562d7" providerId="ADAL" clId="{81D36A6E-1947-4B3D-A3EB-E2EA33BA9BB5}" dt="2021-08-05T09:46:02.609" v="0"/>
        <pc:sldMkLst>
          <pc:docMk/>
          <pc:sldMk cId="3419344870" sldId="5607"/>
        </pc:sldMkLst>
      </pc:sldChg>
      <pc:sldChg chg="add">
        <pc:chgData name="Groh, Matthias (SE GP G QPI QM P)" userId="99494288-5ce4-4766-a240-287ba2f562d7" providerId="ADAL" clId="{81D36A6E-1947-4B3D-A3EB-E2EA33BA9BB5}" dt="2021-08-05T09:46:02.609" v="0"/>
        <pc:sldMkLst>
          <pc:docMk/>
          <pc:sldMk cId="463641117" sldId="5608"/>
        </pc:sldMkLst>
      </pc:sldChg>
      <pc:sldChg chg="modSp add mod">
        <pc:chgData name="Groh, Matthias (SE GP G QPI QM P)" userId="99494288-5ce4-4766-a240-287ba2f562d7" providerId="ADAL" clId="{81D36A6E-1947-4B3D-A3EB-E2EA33BA9BB5}" dt="2021-08-05T10:07:07.543" v="208" actId="208"/>
        <pc:sldMkLst>
          <pc:docMk/>
          <pc:sldMk cId="640377788" sldId="5609"/>
        </pc:sldMkLst>
        <pc:spChg chg="mod">
          <ac:chgData name="Groh, Matthias (SE GP G QPI QM P)" userId="99494288-5ce4-4766-a240-287ba2f562d7" providerId="ADAL" clId="{81D36A6E-1947-4B3D-A3EB-E2EA33BA9BB5}" dt="2021-08-05T10:06:35.996" v="205" actId="255"/>
          <ac:spMkLst>
            <pc:docMk/>
            <pc:sldMk cId="640377788" sldId="5609"/>
            <ac:spMk id="3" creationId="{7288C22E-5F0E-4A74-8C68-61519E43D79A}"/>
          </ac:spMkLst>
        </pc:spChg>
        <pc:spChg chg="mod">
          <ac:chgData name="Groh, Matthias (SE GP G QPI QM P)" userId="99494288-5ce4-4766-a240-287ba2f562d7" providerId="ADAL" clId="{81D36A6E-1947-4B3D-A3EB-E2EA33BA9BB5}" dt="2021-08-05T10:06:45.122" v="206" actId="255"/>
          <ac:spMkLst>
            <pc:docMk/>
            <pc:sldMk cId="640377788" sldId="5609"/>
            <ac:spMk id="4" creationId="{D420CB60-34B1-4E58-BC38-C78912DB5347}"/>
          </ac:spMkLst>
        </pc:spChg>
        <pc:spChg chg="mod">
          <ac:chgData name="Groh, Matthias (SE GP G QPI QM P)" userId="99494288-5ce4-4766-a240-287ba2f562d7" providerId="ADAL" clId="{81D36A6E-1947-4B3D-A3EB-E2EA33BA9BB5}" dt="2021-08-05T10:07:07.543" v="208" actId="208"/>
          <ac:spMkLst>
            <pc:docMk/>
            <pc:sldMk cId="640377788" sldId="5609"/>
            <ac:spMk id="7" creationId="{17723802-133A-4FC5-9CA7-33EB0BEB5069}"/>
          </ac:spMkLst>
        </pc:spChg>
        <pc:picChg chg="mod">
          <ac:chgData name="Groh, Matthias (SE GP G QPI QM P)" userId="99494288-5ce4-4766-a240-287ba2f562d7" providerId="ADAL" clId="{81D36A6E-1947-4B3D-A3EB-E2EA33BA9BB5}" dt="2021-08-05T10:06:25.105" v="204" actId="14100"/>
          <ac:picMkLst>
            <pc:docMk/>
            <pc:sldMk cId="640377788" sldId="5609"/>
            <ac:picMk id="8" creationId="{76B9A07C-EE59-4BD4-A39B-55629870CA58}"/>
          </ac:picMkLst>
        </pc:picChg>
      </pc:sldChg>
      <pc:sldChg chg="add">
        <pc:chgData name="Groh, Matthias (SE GP G QPI QM P)" userId="99494288-5ce4-4766-a240-287ba2f562d7" providerId="ADAL" clId="{81D36A6E-1947-4B3D-A3EB-E2EA33BA9BB5}" dt="2021-08-05T09:46:02.609" v="0"/>
        <pc:sldMkLst>
          <pc:docMk/>
          <pc:sldMk cId="925392812" sldId="5610"/>
        </pc:sldMkLst>
      </pc:sldChg>
      <pc:sldChg chg="add del addCm">
        <pc:chgData name="Groh, Matthias (SE GP G QPI QM P)" userId="99494288-5ce4-4766-a240-287ba2f562d7" providerId="ADAL" clId="{81D36A6E-1947-4B3D-A3EB-E2EA33BA9BB5}" dt="2021-08-05T10:10:27.641" v="225" actId="47"/>
        <pc:sldMkLst>
          <pc:docMk/>
          <pc:sldMk cId="3329001744" sldId="5614"/>
        </pc:sldMkLst>
      </pc:sldChg>
      <pc:sldChg chg="modSp add mod">
        <pc:chgData name="Groh, Matthias (SE GP G QPI QM P)" userId="99494288-5ce4-4766-a240-287ba2f562d7" providerId="ADAL" clId="{81D36A6E-1947-4B3D-A3EB-E2EA33BA9BB5}" dt="2021-08-05T10:10:35.279" v="227" actId="14100"/>
        <pc:sldMkLst>
          <pc:docMk/>
          <pc:sldMk cId="1799785899" sldId="5615"/>
        </pc:sldMkLst>
        <pc:spChg chg="mod">
          <ac:chgData name="Groh, Matthias (SE GP G QPI QM P)" userId="99494288-5ce4-4766-a240-287ba2f562d7" providerId="ADAL" clId="{81D36A6E-1947-4B3D-A3EB-E2EA33BA9BB5}" dt="2021-08-05T10:10:35.279" v="227" actId="14100"/>
          <ac:spMkLst>
            <pc:docMk/>
            <pc:sldMk cId="1799785899" sldId="5615"/>
            <ac:spMk id="4" creationId="{A0A534AB-6644-464E-8988-A324FBF655D5}"/>
          </ac:spMkLst>
        </pc:spChg>
      </pc:sldChg>
      <pc:sldChg chg="add del">
        <pc:chgData name="Groh, Matthias (SE GP G QPI QM P)" userId="99494288-5ce4-4766-a240-287ba2f562d7" providerId="ADAL" clId="{81D36A6E-1947-4B3D-A3EB-E2EA33BA9BB5}" dt="2021-08-05T09:48:53.990" v="5"/>
        <pc:sldMkLst>
          <pc:docMk/>
          <pc:sldMk cId="3441702053" sldId="5615"/>
        </pc:sldMkLst>
      </pc:sldChg>
      <pc:sldChg chg="add del">
        <pc:chgData name="Groh, Matthias (SE GP G QPI QM P)" userId="99494288-5ce4-4766-a240-287ba2f562d7" providerId="ADAL" clId="{81D36A6E-1947-4B3D-A3EB-E2EA33BA9BB5}" dt="2021-08-05T09:48:53.990" v="5"/>
        <pc:sldMkLst>
          <pc:docMk/>
          <pc:sldMk cId="3218981946" sldId="5616"/>
        </pc:sldMkLst>
      </pc:sldChg>
      <pc:sldChg chg="add del">
        <pc:chgData name="Groh, Matthias (SE GP G QPI QM P)" userId="99494288-5ce4-4766-a240-287ba2f562d7" providerId="ADAL" clId="{81D36A6E-1947-4B3D-A3EB-E2EA33BA9BB5}" dt="2021-08-05T09:48:53.990" v="5"/>
        <pc:sldMkLst>
          <pc:docMk/>
          <pc:sldMk cId="3638793951" sldId="5617"/>
        </pc:sldMkLst>
      </pc:sldChg>
      <pc:sldChg chg="add del">
        <pc:chgData name="Groh, Matthias (SE GP G QPI QM P)" userId="99494288-5ce4-4766-a240-287ba2f562d7" providerId="ADAL" clId="{81D36A6E-1947-4B3D-A3EB-E2EA33BA9BB5}" dt="2021-08-05T09:48:53.990" v="5"/>
        <pc:sldMkLst>
          <pc:docMk/>
          <pc:sldMk cId="610057108" sldId="5618"/>
        </pc:sldMkLst>
      </pc:sldChg>
      <pc:sldChg chg="add del">
        <pc:chgData name="Groh, Matthias (SE GP G QPI QM P)" userId="99494288-5ce4-4766-a240-287ba2f562d7" providerId="ADAL" clId="{81D36A6E-1947-4B3D-A3EB-E2EA33BA9BB5}" dt="2021-08-05T09:48:53.990" v="5"/>
        <pc:sldMkLst>
          <pc:docMk/>
          <pc:sldMk cId="2343405820" sldId="5619"/>
        </pc:sldMkLst>
      </pc:sldChg>
      <pc:sldChg chg="add del">
        <pc:chgData name="Groh, Matthias (SE GP G QPI QM P)" userId="99494288-5ce4-4766-a240-287ba2f562d7" providerId="ADAL" clId="{81D36A6E-1947-4B3D-A3EB-E2EA33BA9BB5}" dt="2021-08-05T09:48:53.990" v="5"/>
        <pc:sldMkLst>
          <pc:docMk/>
          <pc:sldMk cId="1297150437" sldId="5620"/>
        </pc:sldMkLst>
      </pc:sldChg>
    </pc:docChg>
  </pc:docChgLst>
  <pc:docChgLst>
    <pc:chgData name="Schneider, Nicolas (SE GP G QPI QM P)" userId="920be0c6-ac8e-437c-b0e3-04eb7da8fb13" providerId="ADAL" clId="{815F46FD-863E-4BD4-93B3-4408EF765EA7}"/>
    <pc:docChg chg="undo custSel delSld modSld">
      <pc:chgData name="Schneider, Nicolas (SE GP G QPI QM P)" userId="920be0c6-ac8e-437c-b0e3-04eb7da8fb13" providerId="ADAL" clId="{815F46FD-863E-4BD4-93B3-4408EF765EA7}" dt="2021-08-30T12:14:00.237" v="15" actId="47"/>
      <pc:docMkLst>
        <pc:docMk/>
      </pc:docMkLst>
      <pc:sldChg chg="modSp mod">
        <pc:chgData name="Schneider, Nicolas (SE GP G QPI QM P)" userId="920be0c6-ac8e-437c-b0e3-04eb7da8fb13" providerId="ADAL" clId="{815F46FD-863E-4BD4-93B3-4408EF765EA7}" dt="2021-08-19T13:52:22.289" v="12" actId="1076"/>
        <pc:sldMkLst>
          <pc:docMk/>
          <pc:sldMk cId="1347772929" sldId="1049"/>
        </pc:sldMkLst>
        <pc:spChg chg="mod">
          <ac:chgData name="Schneider, Nicolas (SE GP G QPI QM P)" userId="920be0c6-ac8e-437c-b0e3-04eb7da8fb13" providerId="ADAL" clId="{815F46FD-863E-4BD4-93B3-4408EF765EA7}" dt="2021-08-19T13:52:08.840" v="5" actId="1076"/>
          <ac:spMkLst>
            <pc:docMk/>
            <pc:sldMk cId="1347772929" sldId="1049"/>
            <ac:spMk id="3" creationId="{83E0D79D-5366-4D55-82A2-225C1FA49088}"/>
          </ac:spMkLst>
        </pc:spChg>
        <pc:picChg chg="mod">
          <ac:chgData name="Schneider, Nicolas (SE GP G QPI QM P)" userId="920be0c6-ac8e-437c-b0e3-04eb7da8fb13" providerId="ADAL" clId="{815F46FD-863E-4BD4-93B3-4408EF765EA7}" dt="2021-08-19T13:52:22.289" v="12" actId="1076"/>
          <ac:picMkLst>
            <pc:docMk/>
            <pc:sldMk cId="1347772929" sldId="1049"/>
            <ac:picMk id="15" creationId="{EF2A4A96-24E3-433B-BB3A-3E871B7EA728}"/>
          </ac:picMkLst>
        </pc:picChg>
      </pc:sldChg>
      <pc:sldChg chg="del">
        <pc:chgData name="Schneider, Nicolas (SE GP G QPI QM P)" userId="920be0c6-ac8e-437c-b0e3-04eb7da8fb13" providerId="ADAL" clId="{815F46FD-863E-4BD4-93B3-4408EF765EA7}" dt="2021-08-30T12:14:00.237" v="15" actId="47"/>
        <pc:sldMkLst>
          <pc:docMk/>
          <pc:sldMk cId="2093999432" sldId="5534"/>
        </pc:sldMkLst>
      </pc:sldChg>
      <pc:sldChg chg="modSp mod">
        <pc:chgData name="Schneider, Nicolas (SE GP G QPI QM P)" userId="920be0c6-ac8e-437c-b0e3-04eb7da8fb13" providerId="ADAL" clId="{815F46FD-863E-4BD4-93B3-4408EF765EA7}" dt="2021-08-30T11:03:55.596" v="14" actId="1076"/>
        <pc:sldMkLst>
          <pc:docMk/>
          <pc:sldMk cId="640377788" sldId="5609"/>
        </pc:sldMkLst>
        <pc:spChg chg="ord">
          <ac:chgData name="Schneider, Nicolas (SE GP G QPI QM P)" userId="920be0c6-ac8e-437c-b0e3-04eb7da8fb13" providerId="ADAL" clId="{815F46FD-863E-4BD4-93B3-4408EF765EA7}" dt="2021-08-30T11:03:49.520" v="13" actId="167"/>
          <ac:spMkLst>
            <pc:docMk/>
            <pc:sldMk cId="640377788" sldId="5609"/>
            <ac:spMk id="3" creationId="{7288C22E-5F0E-4A74-8C68-61519E43D79A}"/>
          </ac:spMkLst>
        </pc:spChg>
        <pc:spChg chg="ord">
          <ac:chgData name="Schneider, Nicolas (SE GP G QPI QM P)" userId="920be0c6-ac8e-437c-b0e3-04eb7da8fb13" providerId="ADAL" clId="{815F46FD-863E-4BD4-93B3-4408EF765EA7}" dt="2021-08-30T11:03:49.520" v="13" actId="167"/>
          <ac:spMkLst>
            <pc:docMk/>
            <pc:sldMk cId="640377788" sldId="5609"/>
            <ac:spMk id="4" creationId="{D420CB60-34B1-4E58-BC38-C78912DB5347}"/>
          </ac:spMkLst>
        </pc:spChg>
        <pc:picChg chg="mod">
          <ac:chgData name="Schneider, Nicolas (SE GP G QPI QM P)" userId="920be0c6-ac8e-437c-b0e3-04eb7da8fb13" providerId="ADAL" clId="{815F46FD-863E-4BD4-93B3-4408EF765EA7}" dt="2021-08-30T11:03:55.596" v="14" actId="1076"/>
          <ac:picMkLst>
            <pc:docMk/>
            <pc:sldMk cId="640377788" sldId="5609"/>
            <ac:picMk id="8" creationId="{76B9A07C-EE59-4BD4-A39B-55629870CA58}"/>
          </ac:picMkLst>
        </pc:picChg>
      </pc:sldChg>
    </pc:docChg>
  </pc:docChgLst>
  <pc:docChgLst>
    <pc:chgData name="Groh, Matthias (SE GP G QPI QM P)" userId="99494288-5ce4-4766-a240-287ba2f562d7" providerId="ADAL" clId="{D880856D-7DFA-4CFB-8B33-45D490B0E6FC}"/>
    <pc:docChg chg="addSld modSld">
      <pc:chgData name="Groh, Matthias (SE GP G QPI QM P)" userId="99494288-5ce4-4766-a240-287ba2f562d7" providerId="ADAL" clId="{D880856D-7DFA-4CFB-8B33-45D490B0E6FC}" dt="2021-06-01T14:53:36.976" v="119" actId="1076"/>
      <pc:docMkLst>
        <pc:docMk/>
      </pc:docMkLst>
      <pc:sldChg chg="modSp mod">
        <pc:chgData name="Groh, Matthias (SE GP G QPI QM P)" userId="99494288-5ce4-4766-a240-287ba2f562d7" providerId="ADAL" clId="{D880856D-7DFA-4CFB-8B33-45D490B0E6FC}" dt="2021-06-01T14:52:07.353" v="35" actId="20577"/>
        <pc:sldMkLst>
          <pc:docMk/>
          <pc:sldMk cId="3856674365" sldId="5525"/>
        </pc:sldMkLst>
        <pc:spChg chg="mod">
          <ac:chgData name="Groh, Matthias (SE GP G QPI QM P)" userId="99494288-5ce4-4766-a240-287ba2f562d7" providerId="ADAL" clId="{D880856D-7DFA-4CFB-8B33-45D490B0E6FC}" dt="2021-06-01T14:52:07.353" v="35" actId="20577"/>
          <ac:spMkLst>
            <pc:docMk/>
            <pc:sldMk cId="3856674365" sldId="5525"/>
            <ac:spMk id="3" creationId="{B35E2A3A-5EDC-4B36-98A6-53CDE34DFDCC}"/>
          </ac:spMkLst>
        </pc:spChg>
      </pc:sldChg>
      <pc:sldChg chg="modSp add mod">
        <pc:chgData name="Groh, Matthias (SE GP G QPI QM P)" userId="99494288-5ce4-4766-a240-287ba2f562d7" providerId="ADAL" clId="{D880856D-7DFA-4CFB-8B33-45D490B0E6FC}" dt="2021-06-01T14:53:36.976" v="119" actId="1076"/>
        <pc:sldMkLst>
          <pc:docMk/>
          <pc:sldMk cId="561671647" sldId="5536"/>
        </pc:sldMkLst>
        <pc:spChg chg="mod">
          <ac:chgData name="Groh, Matthias (SE GP G QPI QM P)" userId="99494288-5ce4-4766-a240-287ba2f562d7" providerId="ADAL" clId="{D880856D-7DFA-4CFB-8B33-45D490B0E6FC}" dt="2021-06-01T14:53:34.096" v="118" actId="20578"/>
          <ac:spMkLst>
            <pc:docMk/>
            <pc:sldMk cId="561671647" sldId="5536"/>
            <ac:spMk id="3" creationId="{B35E2A3A-5EDC-4B36-98A6-53CDE34DFDCC}"/>
          </ac:spMkLst>
        </pc:spChg>
        <pc:spChg chg="mod">
          <ac:chgData name="Groh, Matthias (SE GP G QPI QM P)" userId="99494288-5ce4-4766-a240-287ba2f562d7" providerId="ADAL" clId="{D880856D-7DFA-4CFB-8B33-45D490B0E6FC}" dt="2021-06-01T14:53:36.976" v="119" actId="1076"/>
          <ac:spMkLst>
            <pc:docMk/>
            <pc:sldMk cId="561671647" sldId="5536"/>
            <ac:spMk id="4" creationId="{A0A534AB-6644-464E-8988-A324FBF655D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B11C23-3D19-48DB-B6F1-736A5466429E}"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de-DE"/>
        </a:p>
      </dgm:t>
    </dgm:pt>
    <dgm:pt modelId="{4F343F5C-CA52-4724-A45B-4BD502A54D82}">
      <dgm:prSet phldrT="[Text]" custT="1"/>
      <dgm:spPr/>
      <dgm:t>
        <a:bodyPr/>
        <a:lstStyle/>
        <a:p>
          <a:r>
            <a:rPr lang="en-US" sz="1800" noProof="0" dirty="0"/>
            <a:t>Tech. Domain Knowledge</a:t>
          </a:r>
          <a:endParaRPr lang="en-US" sz="1800" b="1" noProof="0" dirty="0"/>
        </a:p>
      </dgm:t>
    </dgm:pt>
    <dgm:pt modelId="{76BECCDB-108D-4DFB-847E-0A6DB5BC9E07}" type="parTrans" cxnId="{BADC9FB7-1F86-4322-A76D-5840DE7AF4A3}">
      <dgm:prSet/>
      <dgm:spPr/>
      <dgm:t>
        <a:bodyPr/>
        <a:lstStyle/>
        <a:p>
          <a:endParaRPr lang="en-US" sz="1200" noProof="0"/>
        </a:p>
      </dgm:t>
    </dgm:pt>
    <dgm:pt modelId="{114BD9E6-C32C-4B5C-B832-66F420261835}" type="sibTrans" cxnId="{BADC9FB7-1F86-4322-A76D-5840DE7AF4A3}">
      <dgm:prSet/>
      <dgm:spPr/>
      <dgm:t>
        <a:bodyPr/>
        <a:lstStyle/>
        <a:p>
          <a:endParaRPr lang="en-US" sz="1200" noProof="0"/>
        </a:p>
      </dgm:t>
    </dgm:pt>
    <dgm:pt modelId="{FFB4C670-68E0-44D9-B5A5-D565E2BCB5FC}">
      <dgm:prSet phldrT="[Text]" custT="1"/>
      <dgm:spPr/>
      <dgm:t>
        <a:bodyPr/>
        <a:lstStyle/>
        <a:p>
          <a:r>
            <a:rPr lang="en-US" sz="1200" noProof="0" dirty="0"/>
            <a:t>Data Mapping</a:t>
          </a:r>
        </a:p>
      </dgm:t>
    </dgm:pt>
    <dgm:pt modelId="{2AB9BE58-CE30-4E8C-B9EB-5C4AEE594337}" type="parTrans" cxnId="{494D8B42-3E32-452F-9F1A-F86F73FBA9DA}">
      <dgm:prSet/>
      <dgm:spPr/>
      <dgm:t>
        <a:bodyPr/>
        <a:lstStyle/>
        <a:p>
          <a:endParaRPr lang="en-US" sz="1200" noProof="0"/>
        </a:p>
      </dgm:t>
    </dgm:pt>
    <dgm:pt modelId="{45BA7513-C531-4956-B176-915D0E6311BD}" type="sibTrans" cxnId="{494D8B42-3E32-452F-9F1A-F86F73FBA9DA}">
      <dgm:prSet/>
      <dgm:spPr/>
      <dgm:t>
        <a:bodyPr/>
        <a:lstStyle/>
        <a:p>
          <a:endParaRPr lang="en-US" sz="1200" noProof="0"/>
        </a:p>
      </dgm:t>
    </dgm:pt>
    <dgm:pt modelId="{5E1BE1BB-34A5-465A-A446-F626D96C2A3C}">
      <dgm:prSet phldrT="[Text]" custT="1"/>
      <dgm:spPr/>
      <dgm:t>
        <a:bodyPr/>
        <a:lstStyle/>
        <a:p>
          <a:r>
            <a:rPr lang="en-US" sz="1200" noProof="0" dirty="0"/>
            <a:t>Scripting (Python i.e.)</a:t>
          </a:r>
        </a:p>
      </dgm:t>
    </dgm:pt>
    <dgm:pt modelId="{0588CAE4-5016-450E-A6C2-6B03CABEB689}" type="parTrans" cxnId="{225CB761-A722-4119-8681-76145A584A48}">
      <dgm:prSet/>
      <dgm:spPr/>
      <dgm:t>
        <a:bodyPr/>
        <a:lstStyle/>
        <a:p>
          <a:endParaRPr lang="en-US" sz="1200" noProof="0"/>
        </a:p>
      </dgm:t>
    </dgm:pt>
    <dgm:pt modelId="{EC6A7BB3-A230-4BCB-99A2-8CFB3BB8D675}" type="sibTrans" cxnId="{225CB761-A722-4119-8681-76145A584A48}">
      <dgm:prSet/>
      <dgm:spPr/>
      <dgm:t>
        <a:bodyPr/>
        <a:lstStyle/>
        <a:p>
          <a:endParaRPr lang="en-US" sz="1200" noProof="0"/>
        </a:p>
      </dgm:t>
    </dgm:pt>
    <dgm:pt modelId="{A6F0CD9F-A9AE-4E53-96BC-467A372C2216}">
      <dgm:prSet phldrT="[Text]" custT="1"/>
      <dgm:spPr/>
      <dgm:t>
        <a:bodyPr/>
        <a:lstStyle/>
        <a:p>
          <a:r>
            <a:rPr lang="en-US" sz="1200" noProof="0" dirty="0"/>
            <a:t>Script Debugging</a:t>
          </a:r>
        </a:p>
      </dgm:t>
    </dgm:pt>
    <dgm:pt modelId="{FF7601DC-7B1F-4ACD-B6AC-6529CAFDB11B}" type="parTrans" cxnId="{602124F1-9C81-43A6-AB2F-679FD8D287D3}">
      <dgm:prSet/>
      <dgm:spPr/>
      <dgm:t>
        <a:bodyPr/>
        <a:lstStyle/>
        <a:p>
          <a:endParaRPr lang="en-US" sz="1200" noProof="0"/>
        </a:p>
      </dgm:t>
    </dgm:pt>
    <dgm:pt modelId="{1563CDA7-6522-438C-B00D-4F6D236BD788}" type="sibTrans" cxnId="{602124F1-9C81-43A6-AB2F-679FD8D287D3}">
      <dgm:prSet/>
      <dgm:spPr/>
      <dgm:t>
        <a:bodyPr/>
        <a:lstStyle/>
        <a:p>
          <a:endParaRPr lang="en-US" sz="1200" noProof="0"/>
        </a:p>
      </dgm:t>
    </dgm:pt>
    <dgm:pt modelId="{9E969807-AC67-4627-8FEE-8C53E29DC070}">
      <dgm:prSet phldrT="[Text]" custT="1"/>
      <dgm:spPr/>
      <dgm:t>
        <a:bodyPr/>
        <a:lstStyle/>
        <a:p>
          <a:r>
            <a:rPr lang="en-US" sz="1200" noProof="0" dirty="0"/>
            <a:t>Data Cleaning</a:t>
          </a:r>
        </a:p>
      </dgm:t>
    </dgm:pt>
    <dgm:pt modelId="{A46841D3-9F8F-4ABA-98B2-00A7430990AD}" type="parTrans" cxnId="{BFE170EC-5CBB-4689-B8DF-61352113B389}">
      <dgm:prSet/>
      <dgm:spPr/>
      <dgm:t>
        <a:bodyPr/>
        <a:lstStyle/>
        <a:p>
          <a:endParaRPr lang="en-US" sz="1200" noProof="0"/>
        </a:p>
      </dgm:t>
    </dgm:pt>
    <dgm:pt modelId="{5D1FC3D2-8DE2-49CB-A6F9-1DC6A4A6BDC9}" type="sibTrans" cxnId="{BFE170EC-5CBB-4689-B8DF-61352113B389}">
      <dgm:prSet/>
      <dgm:spPr/>
      <dgm:t>
        <a:bodyPr/>
        <a:lstStyle/>
        <a:p>
          <a:endParaRPr lang="en-US" sz="1200" noProof="0"/>
        </a:p>
      </dgm:t>
    </dgm:pt>
    <dgm:pt modelId="{EC670EB8-5574-4310-8080-5894551E0C72}">
      <dgm:prSet phldrT="[Text]" custT="1"/>
      <dgm:spPr/>
      <dgm:t>
        <a:bodyPr/>
        <a:lstStyle/>
        <a:p>
          <a:r>
            <a:rPr lang="en-US" sz="1200" noProof="0" dirty="0"/>
            <a:t>Conducting convention. Statistic</a:t>
          </a:r>
        </a:p>
      </dgm:t>
    </dgm:pt>
    <dgm:pt modelId="{2D722BFC-10DB-44DF-B1B6-7F0C5C299B1A}" type="parTrans" cxnId="{B7B7ED1E-F15A-49E9-97FA-C02749C22928}">
      <dgm:prSet/>
      <dgm:spPr/>
      <dgm:t>
        <a:bodyPr/>
        <a:lstStyle/>
        <a:p>
          <a:endParaRPr lang="en-US" sz="1200" noProof="0"/>
        </a:p>
      </dgm:t>
    </dgm:pt>
    <dgm:pt modelId="{9C9F0201-6007-4896-A8C5-AFB4248632C0}" type="sibTrans" cxnId="{B7B7ED1E-F15A-49E9-97FA-C02749C22928}">
      <dgm:prSet/>
      <dgm:spPr/>
      <dgm:t>
        <a:bodyPr/>
        <a:lstStyle/>
        <a:p>
          <a:endParaRPr lang="en-US" sz="1200" noProof="0"/>
        </a:p>
      </dgm:t>
    </dgm:pt>
    <dgm:pt modelId="{ED7C2B8C-843E-4235-B7B8-C11BD006CCCA}">
      <dgm:prSet phldrT="[Text]" custT="1"/>
      <dgm:spPr/>
      <dgm:t>
        <a:bodyPr/>
        <a:lstStyle/>
        <a:p>
          <a:r>
            <a:rPr lang="en-US" sz="1200" noProof="0" dirty="0"/>
            <a:t>Running + interpreting ML</a:t>
          </a:r>
        </a:p>
      </dgm:t>
    </dgm:pt>
    <dgm:pt modelId="{3E5F5B9A-C066-4C9E-A23C-3CCA858F571A}" type="parTrans" cxnId="{2188D5A2-1A31-45DA-A870-1E502F2C3A32}">
      <dgm:prSet/>
      <dgm:spPr/>
      <dgm:t>
        <a:bodyPr/>
        <a:lstStyle/>
        <a:p>
          <a:endParaRPr lang="en-US" sz="1200" noProof="0"/>
        </a:p>
      </dgm:t>
    </dgm:pt>
    <dgm:pt modelId="{C63D7847-6A6D-42C5-8DDD-5932E0573578}" type="sibTrans" cxnId="{2188D5A2-1A31-45DA-A870-1E502F2C3A32}">
      <dgm:prSet/>
      <dgm:spPr/>
      <dgm:t>
        <a:bodyPr/>
        <a:lstStyle/>
        <a:p>
          <a:endParaRPr lang="en-US" sz="1200" noProof="0"/>
        </a:p>
      </dgm:t>
    </dgm:pt>
    <dgm:pt modelId="{B32B9C7F-6896-47B0-B713-BD16EB528BDD}">
      <dgm:prSet phldrT="[Text]" custT="1"/>
      <dgm:spPr/>
      <dgm:t>
        <a:bodyPr/>
        <a:lstStyle/>
        <a:p>
          <a:r>
            <a:rPr lang="en-US" sz="1200" noProof="0" dirty="0"/>
            <a:t>Problem stating</a:t>
          </a:r>
        </a:p>
      </dgm:t>
    </dgm:pt>
    <dgm:pt modelId="{18033BFD-DCE7-4F36-A8CC-5193EC05A3F1}" type="parTrans" cxnId="{44797E8F-0ACE-42A4-BBBB-1AE664B97AF6}">
      <dgm:prSet/>
      <dgm:spPr/>
      <dgm:t>
        <a:bodyPr/>
        <a:lstStyle/>
        <a:p>
          <a:endParaRPr lang="de-DE"/>
        </a:p>
      </dgm:t>
    </dgm:pt>
    <dgm:pt modelId="{E6AF2225-77EE-4120-A803-15AFE6E7451D}" type="sibTrans" cxnId="{44797E8F-0ACE-42A4-BBBB-1AE664B97AF6}">
      <dgm:prSet/>
      <dgm:spPr/>
      <dgm:t>
        <a:bodyPr/>
        <a:lstStyle/>
        <a:p>
          <a:endParaRPr lang="de-DE"/>
        </a:p>
      </dgm:t>
    </dgm:pt>
    <dgm:pt modelId="{73B99317-EA07-4932-991A-4BC166B53484}">
      <dgm:prSet phldrT="[Text]" custT="1"/>
      <dgm:spPr/>
      <dgm:t>
        <a:bodyPr/>
        <a:lstStyle/>
        <a:p>
          <a:r>
            <a:rPr lang="en-US" sz="1200" noProof="0" dirty="0"/>
            <a:t>Hypotheses stating</a:t>
          </a:r>
        </a:p>
      </dgm:t>
    </dgm:pt>
    <dgm:pt modelId="{4CC2F8EB-8FC2-404A-A0B1-39EA2881A059}" type="parTrans" cxnId="{50986461-D180-4240-AB8A-2B94ECA7F8DC}">
      <dgm:prSet/>
      <dgm:spPr/>
      <dgm:t>
        <a:bodyPr/>
        <a:lstStyle/>
        <a:p>
          <a:endParaRPr lang="de-DE"/>
        </a:p>
      </dgm:t>
    </dgm:pt>
    <dgm:pt modelId="{BC5BDFF7-2E09-4CF2-BD3A-53C8A25D5C44}" type="sibTrans" cxnId="{50986461-D180-4240-AB8A-2B94ECA7F8DC}">
      <dgm:prSet/>
      <dgm:spPr/>
      <dgm:t>
        <a:bodyPr/>
        <a:lstStyle/>
        <a:p>
          <a:endParaRPr lang="de-DE"/>
        </a:p>
      </dgm:t>
    </dgm:pt>
    <dgm:pt modelId="{B9B757F4-94B9-4258-95F9-40D7633FC732}" type="pres">
      <dgm:prSet presAssocID="{BAB11C23-3D19-48DB-B6F1-736A5466429E}" presName="cycle" presStyleCnt="0">
        <dgm:presLayoutVars>
          <dgm:chMax val="1"/>
          <dgm:dir/>
          <dgm:animLvl val="ctr"/>
          <dgm:resizeHandles val="exact"/>
        </dgm:presLayoutVars>
      </dgm:prSet>
      <dgm:spPr/>
    </dgm:pt>
    <dgm:pt modelId="{FACF6A2B-520F-4CEA-8035-57FDE19D2BF5}" type="pres">
      <dgm:prSet presAssocID="{4F343F5C-CA52-4724-A45B-4BD502A54D82}" presName="centerShape" presStyleLbl="node0" presStyleIdx="0" presStyleCnt="1" custScaleX="162648" custScaleY="162648" custLinFactNeighborY="4054"/>
      <dgm:spPr/>
    </dgm:pt>
    <dgm:pt modelId="{12074532-DF8B-4C17-9DF6-F8C20C51E04C}" type="pres">
      <dgm:prSet presAssocID="{18033BFD-DCE7-4F36-A8CC-5193EC05A3F1}" presName="Name9" presStyleLbl="parChTrans1D2" presStyleIdx="0" presStyleCnt="8"/>
      <dgm:spPr/>
    </dgm:pt>
    <dgm:pt modelId="{75C32999-FDB2-4101-9D7A-535DD5DFFD53}" type="pres">
      <dgm:prSet presAssocID="{18033BFD-DCE7-4F36-A8CC-5193EC05A3F1}" presName="connTx" presStyleLbl="parChTrans1D2" presStyleIdx="0" presStyleCnt="8"/>
      <dgm:spPr/>
    </dgm:pt>
    <dgm:pt modelId="{6BF5BA66-572A-460B-A8B3-5C1193AC701F}" type="pres">
      <dgm:prSet presAssocID="{B32B9C7F-6896-47B0-B713-BD16EB528BDD}" presName="node" presStyleLbl="node1" presStyleIdx="0" presStyleCnt="8" custScaleX="114200" custScaleY="114200" custRadScaleRad="77348">
        <dgm:presLayoutVars>
          <dgm:bulletEnabled val="1"/>
        </dgm:presLayoutVars>
      </dgm:prSet>
      <dgm:spPr/>
    </dgm:pt>
    <dgm:pt modelId="{5DE84044-5706-4940-BA93-EB3F211DBF52}" type="pres">
      <dgm:prSet presAssocID="{4CC2F8EB-8FC2-404A-A0B1-39EA2881A059}" presName="Name9" presStyleLbl="parChTrans1D2" presStyleIdx="1" presStyleCnt="8"/>
      <dgm:spPr/>
    </dgm:pt>
    <dgm:pt modelId="{C99BF045-F910-48A3-BEEF-5C0C321F74FF}" type="pres">
      <dgm:prSet presAssocID="{4CC2F8EB-8FC2-404A-A0B1-39EA2881A059}" presName="connTx" presStyleLbl="parChTrans1D2" presStyleIdx="1" presStyleCnt="8"/>
      <dgm:spPr/>
    </dgm:pt>
    <dgm:pt modelId="{EFBD60CF-3AC0-4349-BEDE-69F29730AA44}" type="pres">
      <dgm:prSet presAssocID="{73B99317-EA07-4932-991A-4BC166B53484}" presName="node" presStyleLbl="node1" presStyleIdx="1" presStyleCnt="8" custScaleX="114200" custScaleY="114200" custRadScaleRad="131481" custRadScaleInc="81422">
        <dgm:presLayoutVars>
          <dgm:bulletEnabled val="1"/>
        </dgm:presLayoutVars>
      </dgm:prSet>
      <dgm:spPr/>
    </dgm:pt>
    <dgm:pt modelId="{BF867E16-58E2-4DF9-B23E-1BA791F452D0}" type="pres">
      <dgm:prSet presAssocID="{2AB9BE58-CE30-4E8C-B9EB-5C4AEE594337}" presName="Name9" presStyleLbl="parChTrans1D2" presStyleIdx="2" presStyleCnt="8"/>
      <dgm:spPr/>
    </dgm:pt>
    <dgm:pt modelId="{3E77602D-FCD4-42A4-87DA-8F8E9E3CE5E5}" type="pres">
      <dgm:prSet presAssocID="{2AB9BE58-CE30-4E8C-B9EB-5C4AEE594337}" presName="connTx" presStyleLbl="parChTrans1D2" presStyleIdx="2" presStyleCnt="8"/>
      <dgm:spPr/>
    </dgm:pt>
    <dgm:pt modelId="{2AFABC5F-4EFD-45EB-B4B5-DED1E528D876}" type="pres">
      <dgm:prSet presAssocID="{FFB4C670-68E0-44D9-B5A5-D565E2BCB5FC}" presName="node" presStyleLbl="node1" presStyleIdx="2" presStyleCnt="8" custScaleX="117660" custScaleY="114200" custRadScaleRad="186223" custRadScaleInc="11089">
        <dgm:presLayoutVars>
          <dgm:bulletEnabled val="1"/>
        </dgm:presLayoutVars>
      </dgm:prSet>
      <dgm:spPr/>
    </dgm:pt>
    <dgm:pt modelId="{2AF67074-45C5-485A-A5AA-FE4BB7FF2F3C}" type="pres">
      <dgm:prSet presAssocID="{0588CAE4-5016-450E-A6C2-6B03CABEB689}" presName="Name9" presStyleLbl="parChTrans1D2" presStyleIdx="3" presStyleCnt="8"/>
      <dgm:spPr/>
    </dgm:pt>
    <dgm:pt modelId="{2E3A2BB7-12AB-4F6E-ACC8-9AC0399A3814}" type="pres">
      <dgm:prSet presAssocID="{0588CAE4-5016-450E-A6C2-6B03CABEB689}" presName="connTx" presStyleLbl="parChTrans1D2" presStyleIdx="3" presStyleCnt="8"/>
      <dgm:spPr/>
    </dgm:pt>
    <dgm:pt modelId="{1DAB98C2-738D-4724-B1B7-657F26E94747}" type="pres">
      <dgm:prSet presAssocID="{5E1BE1BB-34A5-465A-A446-F626D96C2A3C}" presName="node" presStyleLbl="node1" presStyleIdx="3" presStyleCnt="8" custScaleX="114200" custScaleY="114200" custRadScaleRad="134297" custRadScaleInc="-71195">
        <dgm:presLayoutVars>
          <dgm:bulletEnabled val="1"/>
        </dgm:presLayoutVars>
      </dgm:prSet>
      <dgm:spPr/>
    </dgm:pt>
    <dgm:pt modelId="{853A381A-B626-4FC8-B95D-7A03117F8206}" type="pres">
      <dgm:prSet presAssocID="{FF7601DC-7B1F-4ACD-B6AC-6529CAFDB11B}" presName="Name9" presStyleLbl="parChTrans1D2" presStyleIdx="4" presStyleCnt="8"/>
      <dgm:spPr/>
    </dgm:pt>
    <dgm:pt modelId="{F7D21D4C-1C14-4C51-BCA2-37DD5488ECE8}" type="pres">
      <dgm:prSet presAssocID="{FF7601DC-7B1F-4ACD-B6AC-6529CAFDB11B}" presName="connTx" presStyleLbl="parChTrans1D2" presStyleIdx="4" presStyleCnt="8"/>
      <dgm:spPr/>
    </dgm:pt>
    <dgm:pt modelId="{31C53EF1-48B8-4362-92DA-872305B85630}" type="pres">
      <dgm:prSet presAssocID="{A6F0CD9F-A9AE-4E53-96BC-467A372C2216}" presName="node" presStyleLbl="node1" presStyleIdx="4" presStyleCnt="8" custScaleX="114200" custScaleY="114200" custRadScaleRad="95590">
        <dgm:presLayoutVars>
          <dgm:bulletEnabled val="1"/>
        </dgm:presLayoutVars>
      </dgm:prSet>
      <dgm:spPr/>
    </dgm:pt>
    <dgm:pt modelId="{91211AD2-32BF-40AC-842C-FAFF4319BBB3}" type="pres">
      <dgm:prSet presAssocID="{A46841D3-9F8F-4ABA-98B2-00A7430990AD}" presName="Name9" presStyleLbl="parChTrans1D2" presStyleIdx="5" presStyleCnt="8"/>
      <dgm:spPr/>
    </dgm:pt>
    <dgm:pt modelId="{B98BC0D1-478B-401C-BBB3-28032AFAA08F}" type="pres">
      <dgm:prSet presAssocID="{A46841D3-9F8F-4ABA-98B2-00A7430990AD}" presName="connTx" presStyleLbl="parChTrans1D2" presStyleIdx="5" presStyleCnt="8"/>
      <dgm:spPr/>
    </dgm:pt>
    <dgm:pt modelId="{37DCECD3-C06D-4900-99F3-94EC698F046E}" type="pres">
      <dgm:prSet presAssocID="{9E969807-AC67-4627-8FEE-8C53E29DC070}" presName="node" presStyleLbl="node1" presStyleIdx="5" presStyleCnt="8" custScaleX="114200" custScaleY="114200" custRadScaleRad="132681" custRadScaleInc="64970">
        <dgm:presLayoutVars>
          <dgm:bulletEnabled val="1"/>
        </dgm:presLayoutVars>
      </dgm:prSet>
      <dgm:spPr/>
    </dgm:pt>
    <dgm:pt modelId="{BCD7401E-6AA9-4BCA-89B4-37EE3A8D1661}" type="pres">
      <dgm:prSet presAssocID="{2D722BFC-10DB-44DF-B1B6-7F0C5C299B1A}" presName="Name9" presStyleLbl="parChTrans1D2" presStyleIdx="6" presStyleCnt="8"/>
      <dgm:spPr/>
    </dgm:pt>
    <dgm:pt modelId="{D6B41955-2A21-470D-9081-3DE7A24CE0A3}" type="pres">
      <dgm:prSet presAssocID="{2D722BFC-10DB-44DF-B1B6-7F0C5C299B1A}" presName="connTx" presStyleLbl="parChTrans1D2" presStyleIdx="6" presStyleCnt="8"/>
      <dgm:spPr/>
    </dgm:pt>
    <dgm:pt modelId="{D9D07CB2-A70A-4B03-AFB8-E3CB07E4F5EA}" type="pres">
      <dgm:prSet presAssocID="{EC670EB8-5574-4310-8080-5894551E0C72}" presName="node" presStyleLbl="node1" presStyleIdx="6" presStyleCnt="8" custScaleX="114200" custScaleY="114200" custRadScaleRad="188503" custRadScaleInc="-10955">
        <dgm:presLayoutVars>
          <dgm:bulletEnabled val="1"/>
        </dgm:presLayoutVars>
      </dgm:prSet>
      <dgm:spPr/>
    </dgm:pt>
    <dgm:pt modelId="{CC38EB27-5DF5-4AC1-A57A-7989E78A6E5B}" type="pres">
      <dgm:prSet presAssocID="{3E5F5B9A-C066-4C9E-A23C-3CCA858F571A}" presName="Name9" presStyleLbl="parChTrans1D2" presStyleIdx="7" presStyleCnt="8"/>
      <dgm:spPr/>
    </dgm:pt>
    <dgm:pt modelId="{A3295676-AF4A-4FFD-9D95-EEC7C10536E6}" type="pres">
      <dgm:prSet presAssocID="{3E5F5B9A-C066-4C9E-A23C-3CCA858F571A}" presName="connTx" presStyleLbl="parChTrans1D2" presStyleIdx="7" presStyleCnt="8"/>
      <dgm:spPr/>
    </dgm:pt>
    <dgm:pt modelId="{94BA7757-4AB0-4C5C-A05B-B37C0C7E28CE}" type="pres">
      <dgm:prSet presAssocID="{ED7C2B8C-843E-4235-B7B8-C11BD006CCCA}" presName="node" presStyleLbl="node1" presStyleIdx="7" presStyleCnt="8" custScaleX="114200" custScaleY="114200" custRadScaleRad="132419" custRadScaleInc="-82328">
        <dgm:presLayoutVars>
          <dgm:bulletEnabled val="1"/>
        </dgm:presLayoutVars>
      </dgm:prSet>
      <dgm:spPr/>
    </dgm:pt>
  </dgm:ptLst>
  <dgm:cxnLst>
    <dgm:cxn modelId="{02268F01-ADD8-4582-BDDC-FC7A3D080402}" type="presOf" srcId="{BAB11C23-3D19-48DB-B6F1-736A5466429E}" destId="{B9B757F4-94B9-4258-95F9-40D7633FC732}" srcOrd="0" destOrd="0" presId="urn:microsoft.com/office/officeart/2005/8/layout/radial1"/>
    <dgm:cxn modelId="{923E7009-5B19-405B-A081-88C8AE97856F}" type="presOf" srcId="{A46841D3-9F8F-4ABA-98B2-00A7430990AD}" destId="{91211AD2-32BF-40AC-842C-FAFF4319BBB3}" srcOrd="0" destOrd="0" presId="urn:microsoft.com/office/officeart/2005/8/layout/radial1"/>
    <dgm:cxn modelId="{B7B7ED1E-F15A-49E9-97FA-C02749C22928}" srcId="{4F343F5C-CA52-4724-A45B-4BD502A54D82}" destId="{EC670EB8-5574-4310-8080-5894551E0C72}" srcOrd="6" destOrd="0" parTransId="{2D722BFC-10DB-44DF-B1B6-7F0C5C299B1A}" sibTransId="{9C9F0201-6007-4896-A8C5-AFB4248632C0}"/>
    <dgm:cxn modelId="{50986461-D180-4240-AB8A-2B94ECA7F8DC}" srcId="{4F343F5C-CA52-4724-A45B-4BD502A54D82}" destId="{73B99317-EA07-4932-991A-4BC166B53484}" srcOrd="1" destOrd="0" parTransId="{4CC2F8EB-8FC2-404A-A0B1-39EA2881A059}" sibTransId="{BC5BDFF7-2E09-4CF2-BD3A-53C8A25D5C44}"/>
    <dgm:cxn modelId="{3F76A341-BAC6-4649-9FFB-48E0963B02C7}" type="presOf" srcId="{4F343F5C-CA52-4724-A45B-4BD502A54D82}" destId="{FACF6A2B-520F-4CEA-8035-57FDE19D2BF5}" srcOrd="0" destOrd="0" presId="urn:microsoft.com/office/officeart/2005/8/layout/radial1"/>
    <dgm:cxn modelId="{225CB761-A722-4119-8681-76145A584A48}" srcId="{4F343F5C-CA52-4724-A45B-4BD502A54D82}" destId="{5E1BE1BB-34A5-465A-A446-F626D96C2A3C}" srcOrd="3" destOrd="0" parTransId="{0588CAE4-5016-450E-A6C2-6B03CABEB689}" sibTransId="{EC6A7BB3-A230-4BCB-99A2-8CFB3BB8D675}"/>
    <dgm:cxn modelId="{494D8B42-3E32-452F-9F1A-F86F73FBA9DA}" srcId="{4F343F5C-CA52-4724-A45B-4BD502A54D82}" destId="{FFB4C670-68E0-44D9-B5A5-D565E2BCB5FC}" srcOrd="2" destOrd="0" parTransId="{2AB9BE58-CE30-4E8C-B9EB-5C4AEE594337}" sibTransId="{45BA7513-C531-4956-B176-915D0E6311BD}"/>
    <dgm:cxn modelId="{7E561C6A-4023-4E55-B156-532F59ABA625}" type="presOf" srcId="{0588CAE4-5016-450E-A6C2-6B03CABEB689}" destId="{2E3A2BB7-12AB-4F6E-ACC8-9AC0399A3814}" srcOrd="1" destOrd="0" presId="urn:microsoft.com/office/officeart/2005/8/layout/radial1"/>
    <dgm:cxn modelId="{0687724A-E3F0-4221-87D3-716C31618B04}" type="presOf" srcId="{73B99317-EA07-4932-991A-4BC166B53484}" destId="{EFBD60CF-3AC0-4349-BEDE-69F29730AA44}" srcOrd="0" destOrd="0" presId="urn:microsoft.com/office/officeart/2005/8/layout/radial1"/>
    <dgm:cxn modelId="{49DEE94A-3276-4F02-B22C-08BC55E7770A}" type="presOf" srcId="{B32B9C7F-6896-47B0-B713-BD16EB528BDD}" destId="{6BF5BA66-572A-460B-A8B3-5C1193AC701F}" srcOrd="0" destOrd="0" presId="urn:microsoft.com/office/officeart/2005/8/layout/radial1"/>
    <dgm:cxn modelId="{88E8E471-481F-4A02-A32E-590A1225EA63}" type="presOf" srcId="{18033BFD-DCE7-4F36-A8CC-5193EC05A3F1}" destId="{75C32999-FDB2-4101-9D7A-535DD5DFFD53}" srcOrd="1" destOrd="0" presId="urn:microsoft.com/office/officeart/2005/8/layout/radial1"/>
    <dgm:cxn modelId="{924A7272-B447-437B-8342-22B0B2EC5B58}" type="presOf" srcId="{FFB4C670-68E0-44D9-B5A5-D565E2BCB5FC}" destId="{2AFABC5F-4EFD-45EB-B4B5-DED1E528D876}" srcOrd="0" destOrd="0" presId="urn:microsoft.com/office/officeart/2005/8/layout/radial1"/>
    <dgm:cxn modelId="{857C6153-0289-4853-8638-A9B46EA2CA0F}" type="presOf" srcId="{EC670EB8-5574-4310-8080-5894551E0C72}" destId="{D9D07CB2-A70A-4B03-AFB8-E3CB07E4F5EA}" srcOrd="0" destOrd="0" presId="urn:microsoft.com/office/officeart/2005/8/layout/radial1"/>
    <dgm:cxn modelId="{4A6B5154-4FC0-4D2D-A022-34603BD9263C}" type="presOf" srcId="{FF7601DC-7B1F-4ACD-B6AC-6529CAFDB11B}" destId="{853A381A-B626-4FC8-B95D-7A03117F8206}" srcOrd="0" destOrd="0" presId="urn:microsoft.com/office/officeart/2005/8/layout/radial1"/>
    <dgm:cxn modelId="{06147C86-5DED-4549-B574-96B5AFA036DF}" type="presOf" srcId="{9E969807-AC67-4627-8FEE-8C53E29DC070}" destId="{37DCECD3-C06D-4900-99F3-94EC698F046E}" srcOrd="0" destOrd="0" presId="urn:microsoft.com/office/officeart/2005/8/layout/radial1"/>
    <dgm:cxn modelId="{64F0AC89-579B-41C3-B043-2BEF210EE3AB}" type="presOf" srcId="{3E5F5B9A-C066-4C9E-A23C-3CCA858F571A}" destId="{CC38EB27-5DF5-4AC1-A57A-7989E78A6E5B}" srcOrd="0" destOrd="0" presId="urn:microsoft.com/office/officeart/2005/8/layout/radial1"/>
    <dgm:cxn modelId="{4E4B978E-690F-4184-9A8C-AC78C9D5CB5B}" type="presOf" srcId="{FF7601DC-7B1F-4ACD-B6AC-6529CAFDB11B}" destId="{F7D21D4C-1C14-4C51-BCA2-37DD5488ECE8}" srcOrd="1" destOrd="0" presId="urn:microsoft.com/office/officeart/2005/8/layout/radial1"/>
    <dgm:cxn modelId="{44797E8F-0ACE-42A4-BBBB-1AE664B97AF6}" srcId="{4F343F5C-CA52-4724-A45B-4BD502A54D82}" destId="{B32B9C7F-6896-47B0-B713-BD16EB528BDD}" srcOrd="0" destOrd="0" parTransId="{18033BFD-DCE7-4F36-A8CC-5193EC05A3F1}" sibTransId="{E6AF2225-77EE-4120-A803-15AFE6E7451D}"/>
    <dgm:cxn modelId="{6551C08F-BC24-44FE-B572-C00BB20C832C}" type="presOf" srcId="{3E5F5B9A-C066-4C9E-A23C-3CCA858F571A}" destId="{A3295676-AF4A-4FFD-9D95-EEC7C10536E6}" srcOrd="1" destOrd="0" presId="urn:microsoft.com/office/officeart/2005/8/layout/radial1"/>
    <dgm:cxn modelId="{3C18E49D-6ABC-4D27-8274-0975B537FEE3}" type="presOf" srcId="{2D722BFC-10DB-44DF-B1B6-7F0C5C299B1A}" destId="{D6B41955-2A21-470D-9081-3DE7A24CE0A3}" srcOrd="1" destOrd="0" presId="urn:microsoft.com/office/officeart/2005/8/layout/radial1"/>
    <dgm:cxn modelId="{F0775BA0-4F41-478F-A88F-1791659F6911}" type="presOf" srcId="{4CC2F8EB-8FC2-404A-A0B1-39EA2881A059}" destId="{C99BF045-F910-48A3-BEEF-5C0C321F74FF}" srcOrd="1" destOrd="0" presId="urn:microsoft.com/office/officeart/2005/8/layout/radial1"/>
    <dgm:cxn modelId="{3B508DA2-FF95-492F-A48D-617BD5F311DE}" type="presOf" srcId="{0588CAE4-5016-450E-A6C2-6B03CABEB689}" destId="{2AF67074-45C5-485A-A5AA-FE4BB7FF2F3C}" srcOrd="0" destOrd="0" presId="urn:microsoft.com/office/officeart/2005/8/layout/radial1"/>
    <dgm:cxn modelId="{2188D5A2-1A31-45DA-A870-1E502F2C3A32}" srcId="{4F343F5C-CA52-4724-A45B-4BD502A54D82}" destId="{ED7C2B8C-843E-4235-B7B8-C11BD006CCCA}" srcOrd="7" destOrd="0" parTransId="{3E5F5B9A-C066-4C9E-A23C-3CCA858F571A}" sibTransId="{C63D7847-6A6D-42C5-8DDD-5932E0573578}"/>
    <dgm:cxn modelId="{C8277DA6-9239-4470-8CFA-84A742F03A81}" type="presOf" srcId="{2AB9BE58-CE30-4E8C-B9EB-5C4AEE594337}" destId="{BF867E16-58E2-4DF9-B23E-1BA791F452D0}" srcOrd="0" destOrd="0" presId="urn:microsoft.com/office/officeart/2005/8/layout/radial1"/>
    <dgm:cxn modelId="{99FCF8A7-9BF1-45DF-83CD-A9C6E4139740}" type="presOf" srcId="{18033BFD-DCE7-4F36-A8CC-5193EC05A3F1}" destId="{12074532-DF8B-4C17-9DF6-F8C20C51E04C}" srcOrd="0" destOrd="0" presId="urn:microsoft.com/office/officeart/2005/8/layout/radial1"/>
    <dgm:cxn modelId="{BADC9FB7-1F86-4322-A76D-5840DE7AF4A3}" srcId="{BAB11C23-3D19-48DB-B6F1-736A5466429E}" destId="{4F343F5C-CA52-4724-A45B-4BD502A54D82}" srcOrd="0" destOrd="0" parTransId="{76BECCDB-108D-4DFB-847E-0A6DB5BC9E07}" sibTransId="{114BD9E6-C32C-4B5C-B832-66F420261835}"/>
    <dgm:cxn modelId="{1D096DD3-C8CF-42AE-B5B2-1D15C2B95DFB}" type="presOf" srcId="{A46841D3-9F8F-4ABA-98B2-00A7430990AD}" destId="{B98BC0D1-478B-401C-BBB3-28032AFAA08F}" srcOrd="1" destOrd="0" presId="urn:microsoft.com/office/officeart/2005/8/layout/radial1"/>
    <dgm:cxn modelId="{51FCFBE9-3F83-40C2-8031-450595F02367}" type="presOf" srcId="{2D722BFC-10DB-44DF-B1B6-7F0C5C299B1A}" destId="{BCD7401E-6AA9-4BCA-89B4-37EE3A8D1661}" srcOrd="0" destOrd="0" presId="urn:microsoft.com/office/officeart/2005/8/layout/radial1"/>
    <dgm:cxn modelId="{BFE170EC-5CBB-4689-B8DF-61352113B389}" srcId="{4F343F5C-CA52-4724-A45B-4BD502A54D82}" destId="{9E969807-AC67-4627-8FEE-8C53E29DC070}" srcOrd="5" destOrd="0" parTransId="{A46841D3-9F8F-4ABA-98B2-00A7430990AD}" sibTransId="{5D1FC3D2-8DE2-49CB-A6F9-1DC6A4A6BDC9}"/>
    <dgm:cxn modelId="{602124F1-9C81-43A6-AB2F-679FD8D287D3}" srcId="{4F343F5C-CA52-4724-A45B-4BD502A54D82}" destId="{A6F0CD9F-A9AE-4E53-96BC-467A372C2216}" srcOrd="4" destOrd="0" parTransId="{FF7601DC-7B1F-4ACD-B6AC-6529CAFDB11B}" sibTransId="{1563CDA7-6522-438C-B00D-4F6D236BD788}"/>
    <dgm:cxn modelId="{235C70F1-09E4-40A3-BE23-4A0B50B89A5A}" type="presOf" srcId="{ED7C2B8C-843E-4235-B7B8-C11BD006CCCA}" destId="{94BA7757-4AB0-4C5C-A05B-B37C0C7E28CE}" srcOrd="0" destOrd="0" presId="urn:microsoft.com/office/officeart/2005/8/layout/radial1"/>
    <dgm:cxn modelId="{7E5C41F3-41B1-4513-A30A-3065228D73C1}" type="presOf" srcId="{5E1BE1BB-34A5-465A-A446-F626D96C2A3C}" destId="{1DAB98C2-738D-4724-B1B7-657F26E94747}" srcOrd="0" destOrd="0" presId="urn:microsoft.com/office/officeart/2005/8/layout/radial1"/>
    <dgm:cxn modelId="{D30B32F5-CC2A-442A-8B98-621BBA084B4F}" type="presOf" srcId="{A6F0CD9F-A9AE-4E53-96BC-467A372C2216}" destId="{31C53EF1-48B8-4362-92DA-872305B85630}" srcOrd="0" destOrd="0" presId="urn:microsoft.com/office/officeart/2005/8/layout/radial1"/>
    <dgm:cxn modelId="{23EC9AF8-1C7B-4755-8F7A-028534AEAB5E}" type="presOf" srcId="{4CC2F8EB-8FC2-404A-A0B1-39EA2881A059}" destId="{5DE84044-5706-4940-BA93-EB3F211DBF52}" srcOrd="0" destOrd="0" presId="urn:microsoft.com/office/officeart/2005/8/layout/radial1"/>
    <dgm:cxn modelId="{3422A0FB-2C6F-4268-95F0-08A24CDA2D1A}" type="presOf" srcId="{2AB9BE58-CE30-4E8C-B9EB-5C4AEE594337}" destId="{3E77602D-FCD4-42A4-87DA-8F8E9E3CE5E5}" srcOrd="1" destOrd="0" presId="urn:microsoft.com/office/officeart/2005/8/layout/radial1"/>
    <dgm:cxn modelId="{AA503EA0-09D1-466D-9C8F-ADDAE5D4E75B}" type="presParOf" srcId="{B9B757F4-94B9-4258-95F9-40D7633FC732}" destId="{FACF6A2B-520F-4CEA-8035-57FDE19D2BF5}" srcOrd="0" destOrd="0" presId="urn:microsoft.com/office/officeart/2005/8/layout/radial1"/>
    <dgm:cxn modelId="{FF980FBC-A8AC-4883-87C5-0542D5494172}" type="presParOf" srcId="{B9B757F4-94B9-4258-95F9-40D7633FC732}" destId="{12074532-DF8B-4C17-9DF6-F8C20C51E04C}" srcOrd="1" destOrd="0" presId="urn:microsoft.com/office/officeart/2005/8/layout/radial1"/>
    <dgm:cxn modelId="{A2B51C22-9CC1-46FA-B74D-8E5F8FB440B4}" type="presParOf" srcId="{12074532-DF8B-4C17-9DF6-F8C20C51E04C}" destId="{75C32999-FDB2-4101-9D7A-535DD5DFFD53}" srcOrd="0" destOrd="0" presId="urn:microsoft.com/office/officeart/2005/8/layout/radial1"/>
    <dgm:cxn modelId="{C273F895-0AEB-47FC-9541-99780137C8D6}" type="presParOf" srcId="{B9B757F4-94B9-4258-95F9-40D7633FC732}" destId="{6BF5BA66-572A-460B-A8B3-5C1193AC701F}" srcOrd="2" destOrd="0" presId="urn:microsoft.com/office/officeart/2005/8/layout/radial1"/>
    <dgm:cxn modelId="{6E8B45AD-52E3-4058-9095-832C22150A70}" type="presParOf" srcId="{B9B757F4-94B9-4258-95F9-40D7633FC732}" destId="{5DE84044-5706-4940-BA93-EB3F211DBF52}" srcOrd="3" destOrd="0" presId="urn:microsoft.com/office/officeart/2005/8/layout/radial1"/>
    <dgm:cxn modelId="{E8F1E3AD-4C45-4576-90E5-4182A501E5F9}" type="presParOf" srcId="{5DE84044-5706-4940-BA93-EB3F211DBF52}" destId="{C99BF045-F910-48A3-BEEF-5C0C321F74FF}" srcOrd="0" destOrd="0" presId="urn:microsoft.com/office/officeart/2005/8/layout/radial1"/>
    <dgm:cxn modelId="{9CDCD9FB-4A74-4EDE-9005-25C89519E37C}" type="presParOf" srcId="{B9B757F4-94B9-4258-95F9-40D7633FC732}" destId="{EFBD60CF-3AC0-4349-BEDE-69F29730AA44}" srcOrd="4" destOrd="0" presId="urn:microsoft.com/office/officeart/2005/8/layout/radial1"/>
    <dgm:cxn modelId="{DF6304B4-386D-4942-8CB7-8C9190E75749}" type="presParOf" srcId="{B9B757F4-94B9-4258-95F9-40D7633FC732}" destId="{BF867E16-58E2-4DF9-B23E-1BA791F452D0}" srcOrd="5" destOrd="0" presId="urn:microsoft.com/office/officeart/2005/8/layout/radial1"/>
    <dgm:cxn modelId="{14C7F023-63DA-425C-97DA-70ED9ACCB44E}" type="presParOf" srcId="{BF867E16-58E2-4DF9-B23E-1BA791F452D0}" destId="{3E77602D-FCD4-42A4-87DA-8F8E9E3CE5E5}" srcOrd="0" destOrd="0" presId="urn:microsoft.com/office/officeart/2005/8/layout/radial1"/>
    <dgm:cxn modelId="{209B492C-B36E-4765-8680-15B54865E9D4}" type="presParOf" srcId="{B9B757F4-94B9-4258-95F9-40D7633FC732}" destId="{2AFABC5F-4EFD-45EB-B4B5-DED1E528D876}" srcOrd="6" destOrd="0" presId="urn:microsoft.com/office/officeart/2005/8/layout/radial1"/>
    <dgm:cxn modelId="{47B7D673-3D02-4BD2-9A92-94EE12A5B314}" type="presParOf" srcId="{B9B757F4-94B9-4258-95F9-40D7633FC732}" destId="{2AF67074-45C5-485A-A5AA-FE4BB7FF2F3C}" srcOrd="7" destOrd="0" presId="urn:microsoft.com/office/officeart/2005/8/layout/radial1"/>
    <dgm:cxn modelId="{98890E96-12F0-4968-8E90-3A2C374DD332}" type="presParOf" srcId="{2AF67074-45C5-485A-A5AA-FE4BB7FF2F3C}" destId="{2E3A2BB7-12AB-4F6E-ACC8-9AC0399A3814}" srcOrd="0" destOrd="0" presId="urn:microsoft.com/office/officeart/2005/8/layout/radial1"/>
    <dgm:cxn modelId="{3D78A2CE-5AD8-4130-96EE-9DEF587FCAB3}" type="presParOf" srcId="{B9B757F4-94B9-4258-95F9-40D7633FC732}" destId="{1DAB98C2-738D-4724-B1B7-657F26E94747}" srcOrd="8" destOrd="0" presId="urn:microsoft.com/office/officeart/2005/8/layout/radial1"/>
    <dgm:cxn modelId="{DD399241-FF91-45B7-A8FE-D6508FCFA8FE}" type="presParOf" srcId="{B9B757F4-94B9-4258-95F9-40D7633FC732}" destId="{853A381A-B626-4FC8-B95D-7A03117F8206}" srcOrd="9" destOrd="0" presId="urn:microsoft.com/office/officeart/2005/8/layout/radial1"/>
    <dgm:cxn modelId="{4A011631-AA1F-4456-9BC1-3CA4298CD409}" type="presParOf" srcId="{853A381A-B626-4FC8-B95D-7A03117F8206}" destId="{F7D21D4C-1C14-4C51-BCA2-37DD5488ECE8}" srcOrd="0" destOrd="0" presId="urn:microsoft.com/office/officeart/2005/8/layout/radial1"/>
    <dgm:cxn modelId="{A10D3D10-F769-4F39-9C26-F443F9FD6835}" type="presParOf" srcId="{B9B757F4-94B9-4258-95F9-40D7633FC732}" destId="{31C53EF1-48B8-4362-92DA-872305B85630}" srcOrd="10" destOrd="0" presId="urn:microsoft.com/office/officeart/2005/8/layout/radial1"/>
    <dgm:cxn modelId="{C4328321-3FDF-4E07-8916-C228F6624FD3}" type="presParOf" srcId="{B9B757F4-94B9-4258-95F9-40D7633FC732}" destId="{91211AD2-32BF-40AC-842C-FAFF4319BBB3}" srcOrd="11" destOrd="0" presId="urn:microsoft.com/office/officeart/2005/8/layout/radial1"/>
    <dgm:cxn modelId="{3D2D4BB0-EE65-45C7-98EE-0A2D675CDC8F}" type="presParOf" srcId="{91211AD2-32BF-40AC-842C-FAFF4319BBB3}" destId="{B98BC0D1-478B-401C-BBB3-28032AFAA08F}" srcOrd="0" destOrd="0" presId="urn:microsoft.com/office/officeart/2005/8/layout/radial1"/>
    <dgm:cxn modelId="{BE97E176-E45A-472B-9D3C-297855016286}" type="presParOf" srcId="{B9B757F4-94B9-4258-95F9-40D7633FC732}" destId="{37DCECD3-C06D-4900-99F3-94EC698F046E}" srcOrd="12" destOrd="0" presId="urn:microsoft.com/office/officeart/2005/8/layout/radial1"/>
    <dgm:cxn modelId="{B7A5C553-72C6-4C79-9325-387BA05ABEDE}" type="presParOf" srcId="{B9B757F4-94B9-4258-95F9-40D7633FC732}" destId="{BCD7401E-6AA9-4BCA-89B4-37EE3A8D1661}" srcOrd="13" destOrd="0" presId="urn:microsoft.com/office/officeart/2005/8/layout/radial1"/>
    <dgm:cxn modelId="{C15AAE6B-C871-461D-89B4-4A8A0A73EB0F}" type="presParOf" srcId="{BCD7401E-6AA9-4BCA-89B4-37EE3A8D1661}" destId="{D6B41955-2A21-470D-9081-3DE7A24CE0A3}" srcOrd="0" destOrd="0" presId="urn:microsoft.com/office/officeart/2005/8/layout/radial1"/>
    <dgm:cxn modelId="{28D661A0-3D0C-44B9-8A6D-D1F6DCAC515B}" type="presParOf" srcId="{B9B757F4-94B9-4258-95F9-40D7633FC732}" destId="{D9D07CB2-A70A-4B03-AFB8-E3CB07E4F5EA}" srcOrd="14" destOrd="0" presId="urn:microsoft.com/office/officeart/2005/8/layout/radial1"/>
    <dgm:cxn modelId="{A51EDBD0-DB69-4AE4-BE57-A09ACA43F4B8}" type="presParOf" srcId="{B9B757F4-94B9-4258-95F9-40D7633FC732}" destId="{CC38EB27-5DF5-4AC1-A57A-7989E78A6E5B}" srcOrd="15" destOrd="0" presId="urn:microsoft.com/office/officeart/2005/8/layout/radial1"/>
    <dgm:cxn modelId="{DF86519F-109F-4B1A-B6E4-CCD54A19B57E}" type="presParOf" srcId="{CC38EB27-5DF5-4AC1-A57A-7989E78A6E5B}" destId="{A3295676-AF4A-4FFD-9D95-EEC7C10536E6}" srcOrd="0" destOrd="0" presId="urn:microsoft.com/office/officeart/2005/8/layout/radial1"/>
    <dgm:cxn modelId="{FAF634D9-246E-4EBC-919D-D1696C51B42F}" type="presParOf" srcId="{B9B757F4-94B9-4258-95F9-40D7633FC732}" destId="{94BA7757-4AB0-4C5C-A05B-B37C0C7E28CE}" srcOrd="16"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F6A2B-520F-4CEA-8035-57FDE19D2BF5}">
      <dsp:nvSpPr>
        <dsp:cNvPr id="0" name=""/>
        <dsp:cNvSpPr/>
      </dsp:nvSpPr>
      <dsp:spPr>
        <a:xfrm>
          <a:off x="3465480" y="1607379"/>
          <a:ext cx="1692001" cy="169200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Tech. Domain Knowledge</a:t>
          </a:r>
          <a:endParaRPr lang="en-US" sz="1800" b="1" kern="1200" noProof="0" dirty="0"/>
        </a:p>
      </dsp:txBody>
      <dsp:txXfrm>
        <a:off x="3713268" y="1855167"/>
        <a:ext cx="1196425" cy="1196425"/>
      </dsp:txXfrm>
    </dsp:sp>
    <dsp:sp modelId="{12074532-DF8B-4C17-9DF6-F8C20C51E04C}">
      <dsp:nvSpPr>
        <dsp:cNvPr id="0" name=""/>
        <dsp:cNvSpPr/>
      </dsp:nvSpPr>
      <dsp:spPr>
        <a:xfrm rot="16200000">
          <a:off x="4275389" y="1560452"/>
          <a:ext cx="72183" cy="21670"/>
        </a:xfrm>
        <a:custGeom>
          <a:avLst/>
          <a:gdLst/>
          <a:ahLst/>
          <a:cxnLst/>
          <a:rect l="0" t="0" r="0" b="0"/>
          <a:pathLst>
            <a:path>
              <a:moveTo>
                <a:pt x="0" y="10835"/>
              </a:moveTo>
              <a:lnTo>
                <a:pt x="72183"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4309676" y="1569483"/>
        <a:ext cx="3609" cy="3609"/>
      </dsp:txXfrm>
    </dsp:sp>
    <dsp:sp modelId="{6BF5BA66-572A-460B-A8B3-5C1193AC701F}">
      <dsp:nvSpPr>
        <dsp:cNvPr id="0" name=""/>
        <dsp:cNvSpPr/>
      </dsp:nvSpPr>
      <dsp:spPr>
        <a:xfrm>
          <a:off x="3717478" y="347191"/>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Problem stating</a:t>
          </a:r>
        </a:p>
      </dsp:txBody>
      <dsp:txXfrm>
        <a:off x="3891457" y="521170"/>
        <a:ext cx="840046" cy="840046"/>
      </dsp:txXfrm>
    </dsp:sp>
    <dsp:sp modelId="{5DE84044-5706-4940-BA93-EB3F211DBF52}">
      <dsp:nvSpPr>
        <dsp:cNvPr id="0" name=""/>
        <dsp:cNvSpPr/>
      </dsp:nvSpPr>
      <dsp:spPr>
        <a:xfrm rot="19815054">
          <a:off x="4983087" y="1785950"/>
          <a:ext cx="954474" cy="21670"/>
        </a:xfrm>
        <a:custGeom>
          <a:avLst/>
          <a:gdLst/>
          <a:ahLst/>
          <a:cxnLst/>
          <a:rect l="0" t="0" r="0" b="0"/>
          <a:pathLst>
            <a:path>
              <a:moveTo>
                <a:pt x="0" y="10835"/>
              </a:moveTo>
              <a:lnTo>
                <a:pt x="95447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5436463" y="1772924"/>
        <a:ext cx="47723" cy="47723"/>
      </dsp:txXfrm>
    </dsp:sp>
    <dsp:sp modelId="{EFBD60CF-3AC0-4349-BEDE-69F29730AA44}">
      <dsp:nvSpPr>
        <dsp:cNvPr id="0" name=""/>
        <dsp:cNvSpPr/>
      </dsp:nvSpPr>
      <dsp:spPr>
        <a:xfrm>
          <a:off x="5796379" y="671231"/>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Hypotheses stating</a:t>
          </a:r>
        </a:p>
      </dsp:txBody>
      <dsp:txXfrm>
        <a:off x="5970358" y="845210"/>
        <a:ext cx="840046" cy="840046"/>
      </dsp:txXfrm>
    </dsp:sp>
    <dsp:sp modelId="{BF867E16-58E2-4DF9-B23E-1BA791F452D0}">
      <dsp:nvSpPr>
        <dsp:cNvPr id="0" name=""/>
        <dsp:cNvSpPr/>
      </dsp:nvSpPr>
      <dsp:spPr>
        <a:xfrm rot="21599977">
          <a:off x="5157482" y="2442533"/>
          <a:ext cx="1834184" cy="21670"/>
        </a:xfrm>
        <a:custGeom>
          <a:avLst/>
          <a:gdLst/>
          <a:ahLst/>
          <a:cxnLst/>
          <a:rect l="0" t="0" r="0" b="0"/>
          <a:pathLst>
            <a:path>
              <a:moveTo>
                <a:pt x="0" y="10835"/>
              </a:moveTo>
              <a:lnTo>
                <a:pt x="183418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noProof="0"/>
        </a:p>
      </dsp:txBody>
      <dsp:txXfrm>
        <a:off x="6028719" y="2407514"/>
        <a:ext cx="91709" cy="91709"/>
      </dsp:txXfrm>
    </dsp:sp>
    <dsp:sp modelId="{2AFABC5F-4EFD-45EB-B4B5-DED1E528D876}">
      <dsp:nvSpPr>
        <dsp:cNvPr id="0" name=""/>
        <dsp:cNvSpPr/>
      </dsp:nvSpPr>
      <dsp:spPr>
        <a:xfrm>
          <a:off x="6991666" y="1859356"/>
          <a:ext cx="1223998"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Data Mapping</a:t>
          </a:r>
        </a:p>
      </dsp:txBody>
      <dsp:txXfrm>
        <a:off x="7170916" y="2033335"/>
        <a:ext cx="865498" cy="840046"/>
      </dsp:txXfrm>
    </dsp:sp>
    <dsp:sp modelId="{2AF67074-45C5-485A-A5AA-FE4BB7FF2F3C}">
      <dsp:nvSpPr>
        <dsp:cNvPr id="0" name=""/>
        <dsp:cNvSpPr/>
      </dsp:nvSpPr>
      <dsp:spPr>
        <a:xfrm rot="1552021">
          <a:off x="5029120" y="3001500"/>
          <a:ext cx="870343" cy="21670"/>
        </a:xfrm>
        <a:custGeom>
          <a:avLst/>
          <a:gdLst/>
          <a:ahLst/>
          <a:cxnLst/>
          <a:rect l="0" t="0" r="0" b="0"/>
          <a:pathLst>
            <a:path>
              <a:moveTo>
                <a:pt x="0" y="10835"/>
              </a:moveTo>
              <a:lnTo>
                <a:pt x="870343"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a:off x="5442533" y="2990576"/>
        <a:ext cx="43517" cy="43517"/>
      </dsp:txXfrm>
    </dsp:sp>
    <dsp:sp modelId="{1DAB98C2-738D-4724-B1B7-657F26E94747}">
      <dsp:nvSpPr>
        <dsp:cNvPr id="0" name=""/>
        <dsp:cNvSpPr/>
      </dsp:nvSpPr>
      <dsp:spPr>
        <a:xfrm>
          <a:off x="5796350" y="2867345"/>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Scripting (Python i.e.)</a:t>
          </a:r>
        </a:p>
      </dsp:txBody>
      <dsp:txXfrm>
        <a:off x="5970329" y="3041324"/>
        <a:ext cx="840046" cy="840046"/>
      </dsp:txXfrm>
    </dsp:sp>
    <dsp:sp modelId="{853A381A-B626-4FC8-B95D-7A03117F8206}">
      <dsp:nvSpPr>
        <dsp:cNvPr id="0" name=""/>
        <dsp:cNvSpPr/>
      </dsp:nvSpPr>
      <dsp:spPr>
        <a:xfrm rot="5400000">
          <a:off x="4257463" y="3342563"/>
          <a:ext cx="108034" cy="21670"/>
        </a:xfrm>
        <a:custGeom>
          <a:avLst/>
          <a:gdLst/>
          <a:ahLst/>
          <a:cxnLst/>
          <a:rect l="0" t="0" r="0" b="0"/>
          <a:pathLst>
            <a:path>
              <a:moveTo>
                <a:pt x="0" y="10835"/>
              </a:moveTo>
              <a:lnTo>
                <a:pt x="10803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a:off x="4308780" y="3350697"/>
        <a:ext cx="5401" cy="5401"/>
      </dsp:txXfrm>
    </dsp:sp>
    <dsp:sp modelId="{31C53EF1-48B8-4362-92DA-872305B85630}">
      <dsp:nvSpPr>
        <dsp:cNvPr id="0" name=""/>
        <dsp:cNvSpPr/>
      </dsp:nvSpPr>
      <dsp:spPr>
        <a:xfrm>
          <a:off x="3717478" y="3407415"/>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Script Debugging</a:t>
          </a:r>
        </a:p>
      </dsp:txBody>
      <dsp:txXfrm>
        <a:off x="3891457" y="3581394"/>
        <a:ext cx="840046" cy="840046"/>
      </dsp:txXfrm>
    </dsp:sp>
    <dsp:sp modelId="{91211AD2-32BF-40AC-842C-FAFF4319BBB3}">
      <dsp:nvSpPr>
        <dsp:cNvPr id="0" name=""/>
        <dsp:cNvSpPr/>
      </dsp:nvSpPr>
      <dsp:spPr>
        <a:xfrm rot="9163919">
          <a:off x="2767438" y="3022259"/>
          <a:ext cx="838653" cy="21670"/>
        </a:xfrm>
        <a:custGeom>
          <a:avLst/>
          <a:gdLst/>
          <a:ahLst/>
          <a:cxnLst/>
          <a:rect l="0" t="0" r="0" b="0"/>
          <a:pathLst>
            <a:path>
              <a:moveTo>
                <a:pt x="0" y="10835"/>
              </a:moveTo>
              <a:lnTo>
                <a:pt x="838653"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rot="10800000">
        <a:off x="3165799" y="3012128"/>
        <a:ext cx="41932" cy="41932"/>
      </dsp:txXfrm>
    </dsp:sp>
    <dsp:sp modelId="{37DCECD3-C06D-4900-99F3-94EC698F046E}">
      <dsp:nvSpPr>
        <dsp:cNvPr id="0" name=""/>
        <dsp:cNvSpPr/>
      </dsp:nvSpPr>
      <dsp:spPr>
        <a:xfrm>
          <a:off x="1692041" y="2903352"/>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Data Cleaning</a:t>
          </a:r>
        </a:p>
      </dsp:txBody>
      <dsp:txXfrm>
        <a:off x="1866020" y="3077331"/>
        <a:ext cx="840046" cy="840046"/>
      </dsp:txXfrm>
    </dsp:sp>
    <dsp:sp modelId="{BCD7401E-6AA9-4BCA-89B4-37EE3A8D1661}">
      <dsp:nvSpPr>
        <dsp:cNvPr id="0" name=""/>
        <dsp:cNvSpPr/>
      </dsp:nvSpPr>
      <dsp:spPr>
        <a:xfrm rot="10800019">
          <a:off x="1572915" y="2442535"/>
          <a:ext cx="1892564" cy="21670"/>
        </a:xfrm>
        <a:custGeom>
          <a:avLst/>
          <a:gdLst/>
          <a:ahLst/>
          <a:cxnLst/>
          <a:rect l="0" t="0" r="0" b="0"/>
          <a:pathLst>
            <a:path>
              <a:moveTo>
                <a:pt x="0" y="10835"/>
              </a:moveTo>
              <a:lnTo>
                <a:pt x="189256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noProof="0"/>
        </a:p>
      </dsp:txBody>
      <dsp:txXfrm rot="10800000">
        <a:off x="2471883" y="2406056"/>
        <a:ext cx="94628" cy="94628"/>
      </dsp:txXfrm>
    </dsp:sp>
    <dsp:sp modelId="{D9D07CB2-A70A-4B03-AFB8-E3CB07E4F5EA}">
      <dsp:nvSpPr>
        <dsp:cNvPr id="0" name=""/>
        <dsp:cNvSpPr/>
      </dsp:nvSpPr>
      <dsp:spPr>
        <a:xfrm>
          <a:off x="384910" y="1859359"/>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Conducting convention. Statistic</a:t>
          </a:r>
        </a:p>
      </dsp:txBody>
      <dsp:txXfrm>
        <a:off x="558889" y="2033338"/>
        <a:ext cx="840046" cy="840046"/>
      </dsp:txXfrm>
    </dsp:sp>
    <dsp:sp modelId="{CC38EB27-5DF5-4AC1-A57A-7989E78A6E5B}">
      <dsp:nvSpPr>
        <dsp:cNvPr id="0" name=""/>
        <dsp:cNvSpPr/>
      </dsp:nvSpPr>
      <dsp:spPr>
        <a:xfrm rot="12571808">
          <a:off x="2667815" y="1786371"/>
          <a:ext cx="970605" cy="21670"/>
        </a:xfrm>
        <a:custGeom>
          <a:avLst/>
          <a:gdLst/>
          <a:ahLst/>
          <a:cxnLst/>
          <a:rect l="0" t="0" r="0" b="0"/>
          <a:pathLst>
            <a:path>
              <a:moveTo>
                <a:pt x="0" y="10835"/>
              </a:moveTo>
              <a:lnTo>
                <a:pt x="970605"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rot="10800000">
        <a:off x="3128853" y="1772940"/>
        <a:ext cx="48530" cy="48530"/>
      </dsp:txXfrm>
    </dsp:sp>
    <dsp:sp modelId="{94BA7757-4AB0-4C5C-A05B-B37C0C7E28CE}">
      <dsp:nvSpPr>
        <dsp:cNvPr id="0" name=""/>
        <dsp:cNvSpPr/>
      </dsp:nvSpPr>
      <dsp:spPr>
        <a:xfrm>
          <a:off x="1620016" y="671234"/>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Running + interpreting ML</a:t>
          </a:r>
        </a:p>
      </dsp:txBody>
      <dsp:txXfrm>
        <a:off x="1793995" y="845213"/>
        <a:ext cx="840046" cy="84004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302" name="Rectangle 6"/>
          <p:cNvSpPr>
            <a:spLocks noChangeArrowheads="1"/>
          </p:cNvSpPr>
          <p:nvPr/>
        </p:nvSpPr>
        <p:spPr bwMode="auto">
          <a:xfrm>
            <a:off x="0" y="1"/>
            <a:ext cx="6797675" cy="677481"/>
          </a:xfrm>
          <a:prstGeom prst="rect">
            <a:avLst/>
          </a:prstGeom>
          <a:solidFill>
            <a:srgbClr val="879BAA"/>
          </a:solidFill>
          <a:ln w="9525" algn="ctr">
            <a:noFill/>
            <a:miter lim="800000"/>
            <a:headEnd/>
            <a:tailEnd/>
          </a:ln>
          <a:effectLst/>
        </p:spPr>
        <p:txBody>
          <a:bodyPr wrap="none" lIns="88221" tIns="44111" rIns="88221" bIns="44111" anchor="ctr"/>
          <a:lstStyle/>
          <a:p>
            <a:endParaRPr lang="de-DE"/>
          </a:p>
        </p:txBody>
      </p:sp>
      <p:sp>
        <p:nvSpPr>
          <p:cNvPr id="173058" name="Rectangle 2"/>
          <p:cNvSpPr>
            <a:spLocks noGrp="1" noChangeArrowheads="1"/>
          </p:cNvSpPr>
          <p:nvPr>
            <p:ph type="hdr" sz="quarter"/>
          </p:nvPr>
        </p:nvSpPr>
        <p:spPr bwMode="auto">
          <a:xfrm>
            <a:off x="2" y="0"/>
            <a:ext cx="3111548" cy="535826"/>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defTabSz="909782">
              <a:spcBef>
                <a:spcPct val="0"/>
              </a:spcBef>
              <a:defRPr sz="1200">
                <a:solidFill>
                  <a:schemeClr val="bg1"/>
                </a:solidFill>
                <a:latin typeface="Siemens Sans" pitchFamily="2" charset="0"/>
              </a:defRPr>
            </a:lvl1pPr>
          </a:lstStyle>
          <a:p>
            <a:endParaRPr lang="en-US">
              <a:latin typeface="Arial" pitchFamily="34" charset="0"/>
            </a:endParaRPr>
          </a:p>
        </p:txBody>
      </p:sp>
      <p:sp>
        <p:nvSpPr>
          <p:cNvPr id="173059" name="Rectangle 3"/>
          <p:cNvSpPr>
            <a:spLocks noGrp="1" noChangeArrowheads="1"/>
          </p:cNvSpPr>
          <p:nvPr>
            <p:ph type="dt" sz="quarter" idx="1"/>
          </p:nvPr>
        </p:nvSpPr>
        <p:spPr bwMode="auto">
          <a:xfrm>
            <a:off x="3686129" y="0"/>
            <a:ext cx="3111547" cy="535826"/>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algn="r" defTabSz="909782">
              <a:spcBef>
                <a:spcPct val="0"/>
              </a:spcBef>
              <a:defRPr sz="1200">
                <a:solidFill>
                  <a:schemeClr val="bg1"/>
                </a:solidFill>
                <a:latin typeface="Siemens Sans" pitchFamily="2" charset="0"/>
              </a:defRPr>
            </a:lvl1pPr>
          </a:lstStyle>
          <a:p>
            <a:endParaRPr lang="en-US">
              <a:latin typeface="Arial" pitchFamily="34" charset="0"/>
            </a:endParaRPr>
          </a:p>
        </p:txBody>
      </p:sp>
      <p:sp>
        <p:nvSpPr>
          <p:cNvPr id="173060" name="Rectangle 4"/>
          <p:cNvSpPr>
            <a:spLocks noGrp="1" noChangeArrowheads="1"/>
          </p:cNvSpPr>
          <p:nvPr>
            <p:ph type="ftr" sz="quarter" idx="2"/>
          </p:nvPr>
        </p:nvSpPr>
        <p:spPr bwMode="auto">
          <a:xfrm>
            <a:off x="2" y="9390812"/>
            <a:ext cx="3111548" cy="535826"/>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defTabSz="909782">
              <a:spcBef>
                <a:spcPct val="0"/>
              </a:spcBef>
              <a:defRPr sz="1200">
                <a:solidFill>
                  <a:schemeClr val="tx1"/>
                </a:solidFill>
                <a:latin typeface="Siemens Sans" pitchFamily="2" charset="0"/>
              </a:defRPr>
            </a:lvl1pPr>
          </a:lstStyle>
          <a:p>
            <a:endParaRPr lang="en-US">
              <a:latin typeface="Arial" pitchFamily="34" charset="0"/>
            </a:endParaRPr>
          </a:p>
        </p:txBody>
      </p:sp>
      <p:sp>
        <p:nvSpPr>
          <p:cNvPr id="173061" name="Rectangle 5"/>
          <p:cNvSpPr>
            <a:spLocks noGrp="1" noChangeArrowheads="1"/>
          </p:cNvSpPr>
          <p:nvPr>
            <p:ph type="sldNum" sz="quarter" idx="3"/>
          </p:nvPr>
        </p:nvSpPr>
        <p:spPr bwMode="auto">
          <a:xfrm>
            <a:off x="3686129" y="9390812"/>
            <a:ext cx="3111547" cy="535826"/>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algn="r" defTabSz="909782">
              <a:spcBef>
                <a:spcPct val="0"/>
              </a:spcBef>
              <a:defRPr sz="1200">
                <a:solidFill>
                  <a:schemeClr val="tx1"/>
                </a:solidFill>
                <a:latin typeface="Siemens Sans" pitchFamily="2" charset="0"/>
              </a:defRPr>
            </a:lvl1pPr>
          </a:lstStyle>
          <a:p>
            <a:r>
              <a:rPr lang="de-DE">
                <a:latin typeface="Arial" pitchFamily="34" charset="0"/>
              </a:rPr>
              <a:t>Handout </a:t>
            </a:r>
            <a:fld id="{BFC713D8-7968-482B-A79F-9C586FE5053A}" type="slidenum">
              <a:rPr lang="de-DE" smtClean="0">
                <a:latin typeface="Arial" pitchFamily="34" charset="0"/>
              </a:rPr>
              <a:pPr/>
              <a:t>‹#›</a:t>
            </a:fld>
            <a:endParaRPr lang="de-DE">
              <a:latin typeface="Arial" pitchFamily="34" charset="0"/>
            </a:endParaRPr>
          </a:p>
        </p:txBody>
      </p:sp>
    </p:spTree>
    <p:extLst>
      <p:ext uri="{BB962C8B-B14F-4D97-AF65-F5344CB8AC3E}">
        <p14:creationId xmlns:p14="http://schemas.microsoft.com/office/powerpoint/2010/main" val="2323172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2" y="0"/>
            <a:ext cx="3111548" cy="535826"/>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defTabSz="909782">
              <a:spcBef>
                <a:spcPct val="0"/>
              </a:spcBef>
              <a:defRPr sz="1200">
                <a:solidFill>
                  <a:schemeClr val="tx1"/>
                </a:solidFill>
                <a:latin typeface="Arial" pitchFamily="34" charset="0"/>
              </a:defRPr>
            </a:lvl1pPr>
          </a:lstStyle>
          <a:p>
            <a:endParaRPr lang="en-US"/>
          </a:p>
        </p:txBody>
      </p:sp>
      <p:sp>
        <p:nvSpPr>
          <p:cNvPr id="77827" name="Rectangle 3"/>
          <p:cNvSpPr>
            <a:spLocks noGrp="1" noChangeArrowheads="1"/>
          </p:cNvSpPr>
          <p:nvPr>
            <p:ph type="dt" idx="1"/>
          </p:nvPr>
        </p:nvSpPr>
        <p:spPr bwMode="auto">
          <a:xfrm>
            <a:off x="3686128" y="0"/>
            <a:ext cx="3110028" cy="535826"/>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algn="r" defTabSz="909782">
              <a:spcBef>
                <a:spcPct val="0"/>
              </a:spcBef>
              <a:defRPr sz="1200">
                <a:solidFill>
                  <a:schemeClr val="tx1"/>
                </a:solidFill>
                <a:latin typeface="Arial" pitchFamily="34" charset="0"/>
              </a:defRPr>
            </a:lvl1pPr>
          </a:lstStyle>
          <a:p>
            <a:endParaRPr lang="en-US"/>
          </a:p>
        </p:txBody>
      </p:sp>
      <p:sp>
        <p:nvSpPr>
          <p:cNvPr id="77828" name="Rectangle 4"/>
          <p:cNvSpPr>
            <a:spLocks noGrp="1" noRot="1" noChangeAspect="1" noChangeArrowheads="1" noTextEdit="1"/>
          </p:cNvSpPr>
          <p:nvPr>
            <p:ph type="sldImg" idx="2"/>
          </p:nvPr>
        </p:nvSpPr>
        <p:spPr bwMode="auto">
          <a:xfrm>
            <a:off x="88900" y="744538"/>
            <a:ext cx="6621463"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77829" name="Rectangle 5"/>
          <p:cNvSpPr>
            <a:spLocks noGrp="1" noChangeArrowheads="1"/>
          </p:cNvSpPr>
          <p:nvPr>
            <p:ph type="body" sz="quarter" idx="3"/>
          </p:nvPr>
        </p:nvSpPr>
        <p:spPr bwMode="auto">
          <a:xfrm>
            <a:off x="228008" y="4677700"/>
            <a:ext cx="6341659" cy="442826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7830" name="Rectangle 6"/>
          <p:cNvSpPr>
            <a:spLocks noGrp="1" noChangeArrowheads="1"/>
          </p:cNvSpPr>
          <p:nvPr>
            <p:ph type="ftr" sz="quarter" idx="4"/>
          </p:nvPr>
        </p:nvSpPr>
        <p:spPr bwMode="auto">
          <a:xfrm>
            <a:off x="2" y="9390813"/>
            <a:ext cx="3111548" cy="534286"/>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defTabSz="909782">
              <a:spcBef>
                <a:spcPct val="0"/>
              </a:spcBef>
              <a:defRPr sz="1200">
                <a:solidFill>
                  <a:schemeClr val="tx1"/>
                </a:solidFill>
                <a:latin typeface="Arial" pitchFamily="34" charset="0"/>
              </a:defRPr>
            </a:lvl1pPr>
          </a:lstStyle>
          <a:p>
            <a:endParaRPr lang="en-US"/>
          </a:p>
        </p:txBody>
      </p:sp>
      <p:sp>
        <p:nvSpPr>
          <p:cNvPr id="77831" name="Rectangle 7"/>
          <p:cNvSpPr>
            <a:spLocks noGrp="1" noChangeArrowheads="1"/>
          </p:cNvSpPr>
          <p:nvPr>
            <p:ph type="sldNum" sz="quarter" idx="5"/>
          </p:nvPr>
        </p:nvSpPr>
        <p:spPr bwMode="auto">
          <a:xfrm>
            <a:off x="3686128" y="9390813"/>
            <a:ext cx="3110028" cy="534286"/>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algn="r" defTabSz="909782">
              <a:spcBef>
                <a:spcPct val="0"/>
              </a:spcBef>
              <a:defRPr sz="1200">
                <a:solidFill>
                  <a:schemeClr val="tx1"/>
                </a:solidFill>
                <a:latin typeface="Siemens Sans" pitchFamily="2" charset="0"/>
              </a:defRPr>
            </a:lvl1pPr>
          </a:lstStyle>
          <a:p>
            <a:r>
              <a:rPr lang="de-DE">
                <a:latin typeface="Arial" pitchFamily="34" charset="0"/>
              </a:rPr>
              <a:t>Notes </a:t>
            </a:r>
            <a:fld id="{AD141568-5488-4AC9-B82D-9F5CE1225E2A}" type="slidenum">
              <a:rPr lang="de-DE" smtClean="0">
                <a:latin typeface="Arial" pitchFamily="34" charset="0"/>
              </a:rPr>
              <a:pPr/>
              <a:t>‹#›</a:t>
            </a:fld>
            <a:endParaRPr lang="de-DE">
              <a:latin typeface="Arial" pitchFamily="34" charset="0"/>
            </a:endParaRPr>
          </a:p>
        </p:txBody>
      </p:sp>
    </p:spTree>
    <p:extLst>
      <p:ext uri="{BB962C8B-B14F-4D97-AF65-F5344CB8AC3E}">
        <p14:creationId xmlns:p14="http://schemas.microsoft.com/office/powerpoint/2010/main" val="19638778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simple.wikipedia.org/wiki/Occam%27s_razor#cite_note-Britannica-1" TargetMode="External"/><Relationship Id="rId3" Type="http://schemas.openxmlformats.org/officeDocument/2006/relationships/hyperlink" Target="https://simple.wikipedia.org/wiki/William_of_Ockham" TargetMode="External"/><Relationship Id="rId7" Type="http://schemas.openxmlformats.org/officeDocument/2006/relationships/hyperlink" Target="https://simple.wikipedia.org/wiki/14th_century" TargetMode="External"/><Relationship Id="rId2" Type="http://schemas.openxmlformats.org/officeDocument/2006/relationships/slide" Target="../slides/slide44.xml"/><Relationship Id="rId1" Type="http://schemas.openxmlformats.org/officeDocument/2006/relationships/notesMaster" Target="../notesMasters/notesMaster1.xml"/><Relationship Id="rId6" Type="http://schemas.openxmlformats.org/officeDocument/2006/relationships/hyperlink" Target="https://simple.wikipedia.org/wiki/Logic" TargetMode="External"/><Relationship Id="rId5" Type="http://schemas.openxmlformats.org/officeDocument/2006/relationships/hyperlink" Target="https://simple.wikipedia.org/wiki/Friar" TargetMode="External"/><Relationship Id="rId4" Type="http://schemas.openxmlformats.org/officeDocument/2006/relationships/hyperlink" Target="https://simple.wikipedia.org/wiki/Franciscan" TargetMode="External"/><Relationship Id="rId9" Type="http://schemas.openxmlformats.org/officeDocument/2006/relationships/hyperlink" Target="https://simple.wikipedia.org/wiki/Occam%27s_razor"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eur01.safelinks.protection.outlook.com/?url=https%3A%2F%2Fwww.ibm.com%2Fcloud%2Fblog%2Fai-vs-machine-learning-vs-deep-learning-vs-neural-networks&amp;data=04%7C01%7CGroh.Matthias%40siemens.com%7C27ffa18a67bc47a78e7d08d908db211f%7C38ae3bcd95794fd4addab42e1495d55a%7C1%7C0%7C637550559523074628%7CUnknown%7CTWFpbGZsb3d8eyJWIjoiMC4wLjAwMDAiLCJQIjoiV2luMzIiLCJBTiI6Ik1haWwiLCJXVCI6Mn0%3D%7C1000&amp;sdata=Aju4x%2Bm7mDm2P9o%2BAykY4Q8NGER268roXitZ0bnN%2B9U%3D&amp;reserved=0"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a:t>
            </a:fld>
            <a:endParaRPr lang="de-DE">
              <a:latin typeface="Arial" pitchFamily="34" charset="0"/>
            </a:endParaRPr>
          </a:p>
        </p:txBody>
      </p:sp>
    </p:spTree>
    <p:extLst>
      <p:ext uri="{BB962C8B-B14F-4D97-AF65-F5344CB8AC3E}">
        <p14:creationId xmlns:p14="http://schemas.microsoft.com/office/powerpoint/2010/main" val="53088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a:t>
            </a:fld>
            <a:endParaRPr lang="de-DE">
              <a:latin typeface="Arial" pitchFamily="34" charset="0"/>
            </a:endParaRPr>
          </a:p>
        </p:txBody>
      </p:sp>
    </p:spTree>
    <p:extLst>
      <p:ext uri="{BB962C8B-B14F-4D97-AF65-F5344CB8AC3E}">
        <p14:creationId xmlns:p14="http://schemas.microsoft.com/office/powerpoint/2010/main" val="4025300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06375" y="768350"/>
            <a:ext cx="6826250" cy="3836988"/>
          </a:xfrm>
          <a:noFill/>
        </p:spPr>
      </p:sp>
      <p:sp>
        <p:nvSpPr>
          <p:cNvPr id="181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65654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B1534"/>
                </a:solidFill>
                <a:effectLst/>
                <a:uLnTx/>
                <a:uFillTx/>
                <a:latin typeface="Arial"/>
                <a:ea typeface="+mn-ea"/>
                <a:cs typeface="+mn-cs"/>
              </a:rPr>
              <a:t>Notice </a:t>
            </a:r>
            <a:fld id="{84EE17C3-51E0-4A9C-B3A8-E6548E6A9E95}" type="slidenum">
              <a:rPr kumimoji="0" lang="en-US" sz="1000" b="0" i="0" u="none" strike="noStrike" kern="1200" cap="none" spc="0" normalizeH="0" baseline="0" noProof="0" smtClean="0">
                <a:ln>
                  <a:noFill/>
                </a:ln>
                <a:solidFill>
                  <a:srgbClr val="1B153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a:ln>
                <a:noFill/>
              </a:ln>
              <a:solidFill>
                <a:srgbClr val="1B1534"/>
              </a:solidFill>
              <a:effectLst/>
              <a:uLnTx/>
              <a:uFillTx/>
              <a:latin typeface="Arial"/>
              <a:ea typeface="+mn-ea"/>
              <a:cs typeface="+mn-cs"/>
            </a:endParaRPr>
          </a:p>
        </p:txBody>
      </p:sp>
    </p:spTree>
    <p:extLst>
      <p:ext uri="{BB962C8B-B14F-4D97-AF65-F5344CB8AC3E}">
        <p14:creationId xmlns:p14="http://schemas.microsoft.com/office/powerpoint/2010/main" val="2687510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Deep Learning: i.e. Neural Networks with many layers and many neurons. Number of layers from which on Deep Learning ins considered is not specified. </a:t>
            </a:r>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18</a:t>
            </a:fld>
            <a:endParaRPr lang="de-DE">
              <a:latin typeface="Arial" pitchFamily="34" charset="0"/>
            </a:endParaRPr>
          </a:p>
        </p:txBody>
      </p:sp>
    </p:spTree>
    <p:extLst>
      <p:ext uri="{BB962C8B-B14F-4D97-AF65-F5344CB8AC3E}">
        <p14:creationId xmlns:p14="http://schemas.microsoft.com/office/powerpoint/2010/main" val="90056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Reinforcement learning is a third aspect: It needs a value function to work and learns to make decisions based on expected value in the future. That way, it has both exploration and target optimizing aspects in it and mimics the human brain more than supervised and unsupervised learnings. Famous examples are </a:t>
            </a:r>
            <a:r>
              <a:rPr lang="en-US" dirty="0" err="1"/>
              <a:t>AlphabetZero</a:t>
            </a:r>
            <a:r>
              <a:rPr lang="en-US" dirty="0"/>
              <a:t> and </a:t>
            </a:r>
            <a:r>
              <a:rPr lang="en-US" dirty="0" err="1"/>
              <a:t>AlphabetGo</a:t>
            </a:r>
            <a:r>
              <a:rPr lang="en-US" dirty="0"/>
              <a:t>, Googles Chess and Go algorithms. </a:t>
            </a:r>
            <a:r>
              <a:rPr lang="en-US" dirty="0" err="1"/>
              <a:t>AlphabetZero</a:t>
            </a:r>
            <a:r>
              <a:rPr lang="en-US" dirty="0"/>
              <a:t> needed only the chess rules and then 4 hours of learning to beat other leading </a:t>
            </a:r>
            <a:r>
              <a:rPr lang="en-US"/>
              <a:t>chess computers.</a:t>
            </a:r>
            <a:endParaRPr lang="en-US" dirty="0"/>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21</a:t>
            </a:fld>
            <a:endParaRPr lang="de-DE">
              <a:latin typeface="Arial" pitchFamily="34" charset="0"/>
            </a:endParaRPr>
          </a:p>
        </p:txBody>
      </p:sp>
    </p:spTree>
    <p:extLst>
      <p:ext uri="{BB962C8B-B14F-4D97-AF65-F5344CB8AC3E}">
        <p14:creationId xmlns:p14="http://schemas.microsoft.com/office/powerpoint/2010/main" val="1659521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Additional information for presenter:</a:t>
            </a:r>
          </a:p>
          <a:p>
            <a:endParaRPr lang="en-US"/>
          </a:p>
          <a:p>
            <a:r>
              <a:rPr lang="en-US"/>
              <a:t>The white “moon” on the pictures is a thread: the blade is seen very scattered in the middle.  See details in notes view.</a:t>
            </a:r>
          </a:p>
          <a:p>
            <a:r>
              <a:rPr lang="en-US"/>
              <a:t>The system is available but not used as a standard yet.</a:t>
            </a:r>
          </a:p>
          <a:p>
            <a:endParaRPr lang="en-US"/>
          </a:p>
          <a:p>
            <a:endParaRPr lang="en-US"/>
          </a:p>
          <a:p>
            <a:endParaRPr lang="en-US"/>
          </a:p>
          <a:p>
            <a:endParaRPr lang="en-US"/>
          </a:p>
          <a:p>
            <a:endParaRPr lang="en-US"/>
          </a:p>
        </p:txBody>
      </p:sp>
      <p:sp>
        <p:nvSpPr>
          <p:cNvPr id="4" name="Foliennummernplatzhalter 3"/>
          <p:cNvSpPr>
            <a:spLocks noGrp="1"/>
          </p:cNvSpPr>
          <p:nvPr>
            <p:ph type="sldNum" sz="quarter" idx="10"/>
          </p:nvPr>
        </p:nvSpPr>
        <p:spPr/>
        <p:txBody>
          <a:bodyPr/>
          <a:lstStyle/>
          <a:p>
            <a:r>
              <a:rPr lang="de-DE">
                <a:latin typeface="Arial" pitchFamily="34" charset="0"/>
              </a:rPr>
              <a:t>Notes </a:t>
            </a:r>
            <a:fld id="{AD141568-5488-4AC9-B82D-9F5CE1225E2A}" type="slidenum">
              <a:rPr lang="de-DE" smtClean="0">
                <a:latin typeface="Arial" pitchFamily="34" charset="0"/>
              </a:rPr>
              <a:pPr/>
              <a:t>23</a:t>
            </a:fld>
            <a:endParaRPr lang="de-DE">
              <a:latin typeface="Arial" pitchFamily="34" charset="0"/>
            </a:endParaRPr>
          </a:p>
        </p:txBody>
      </p:sp>
      <p:pic>
        <p:nvPicPr>
          <p:cNvPr id="5" name="Grafik 4">
            <a:extLst>
              <a:ext uri="{FF2B5EF4-FFF2-40B4-BE49-F238E27FC236}">
                <a16:creationId xmlns:a16="http://schemas.microsoft.com/office/drawing/2014/main" id="{D56C4426-DC3B-4F7F-81EE-443C5D8AC373}"/>
              </a:ext>
            </a:extLst>
          </p:cNvPr>
          <p:cNvPicPr>
            <a:picLocks noChangeAspect="1"/>
          </p:cNvPicPr>
          <p:nvPr/>
        </p:nvPicPr>
        <p:blipFill>
          <a:blip r:embed="rId3"/>
          <a:stretch>
            <a:fillRect/>
          </a:stretch>
        </p:blipFill>
        <p:spPr>
          <a:xfrm>
            <a:off x="518517" y="5988011"/>
            <a:ext cx="5415062" cy="3117949"/>
          </a:xfrm>
          <a:prstGeom prst="rect">
            <a:avLst/>
          </a:prstGeom>
        </p:spPr>
      </p:pic>
    </p:spTree>
    <p:extLst>
      <p:ext uri="{BB962C8B-B14F-4D97-AF65-F5344CB8AC3E}">
        <p14:creationId xmlns:p14="http://schemas.microsoft.com/office/powerpoint/2010/main" val="3793989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Additional information for presenter:</a:t>
            </a:r>
          </a:p>
          <a:p>
            <a:endParaRPr lang="en-US"/>
          </a:p>
          <a:p>
            <a:r>
              <a:rPr lang="en-US"/>
              <a:t>The white “moon” on the pictures is a thread: the blade is seen very scattered in the middle.  See details in notes view.</a:t>
            </a:r>
          </a:p>
          <a:p>
            <a:r>
              <a:rPr lang="en-US"/>
              <a:t>The system is available but not used as a standard yet.</a:t>
            </a:r>
          </a:p>
          <a:p>
            <a:endParaRPr lang="en-US"/>
          </a:p>
          <a:p>
            <a:endParaRPr lang="en-US"/>
          </a:p>
          <a:p>
            <a:endParaRPr lang="en-US"/>
          </a:p>
          <a:p>
            <a:endParaRPr lang="en-US"/>
          </a:p>
          <a:p>
            <a:endParaRPr lang="en-US"/>
          </a:p>
        </p:txBody>
      </p:sp>
      <p:sp>
        <p:nvSpPr>
          <p:cNvPr id="4" name="Foliennummernplatzhalter 3"/>
          <p:cNvSpPr>
            <a:spLocks noGrp="1"/>
          </p:cNvSpPr>
          <p:nvPr>
            <p:ph type="sldNum" sz="quarter" idx="10"/>
          </p:nvPr>
        </p:nvSpPr>
        <p:spPr/>
        <p:txBody>
          <a:bodyPr/>
          <a:lstStyle/>
          <a:p>
            <a:r>
              <a:rPr lang="de-DE">
                <a:latin typeface="Arial" pitchFamily="34" charset="0"/>
              </a:rPr>
              <a:t>Notes </a:t>
            </a:r>
            <a:fld id="{AD141568-5488-4AC9-B82D-9F5CE1225E2A}" type="slidenum">
              <a:rPr lang="de-DE" smtClean="0">
                <a:latin typeface="Arial" pitchFamily="34" charset="0"/>
              </a:rPr>
              <a:pPr/>
              <a:t>24</a:t>
            </a:fld>
            <a:endParaRPr lang="de-DE">
              <a:latin typeface="Arial" pitchFamily="34" charset="0"/>
            </a:endParaRPr>
          </a:p>
        </p:txBody>
      </p:sp>
      <p:pic>
        <p:nvPicPr>
          <p:cNvPr id="5" name="Grafik 4">
            <a:extLst>
              <a:ext uri="{FF2B5EF4-FFF2-40B4-BE49-F238E27FC236}">
                <a16:creationId xmlns:a16="http://schemas.microsoft.com/office/drawing/2014/main" id="{D56C4426-DC3B-4F7F-81EE-443C5D8AC373}"/>
              </a:ext>
            </a:extLst>
          </p:cNvPr>
          <p:cNvPicPr>
            <a:picLocks noChangeAspect="1"/>
          </p:cNvPicPr>
          <p:nvPr/>
        </p:nvPicPr>
        <p:blipFill>
          <a:blip r:embed="rId3"/>
          <a:stretch>
            <a:fillRect/>
          </a:stretch>
        </p:blipFill>
        <p:spPr>
          <a:xfrm>
            <a:off x="518517" y="5988011"/>
            <a:ext cx="5415062" cy="3117949"/>
          </a:xfrm>
          <a:prstGeom prst="rect">
            <a:avLst/>
          </a:prstGeom>
        </p:spPr>
      </p:pic>
    </p:spTree>
    <p:extLst>
      <p:ext uri="{BB962C8B-B14F-4D97-AF65-F5344CB8AC3E}">
        <p14:creationId xmlns:p14="http://schemas.microsoft.com/office/powerpoint/2010/main" val="144965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25</a:t>
            </a:fld>
            <a:endParaRPr lang="de-DE">
              <a:latin typeface="Arial" pitchFamily="34" charset="0"/>
            </a:endParaRPr>
          </a:p>
        </p:txBody>
      </p:sp>
    </p:spTree>
    <p:extLst>
      <p:ext uri="{BB962C8B-B14F-4D97-AF65-F5344CB8AC3E}">
        <p14:creationId xmlns:p14="http://schemas.microsoft.com/office/powerpoint/2010/main" val="2516830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noProof="0"/>
              <a:t>No learning rate needed. CART select the best split, based on the highest information gain, by splitting between every value for each feature (X). If multiple splits have the same (best) information gain, the CART algo select one split randomly.</a:t>
            </a:r>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27</a:t>
            </a:fld>
            <a:endParaRPr lang="de-DE">
              <a:latin typeface="Arial" pitchFamily="34" charset="0"/>
            </a:endParaRPr>
          </a:p>
        </p:txBody>
      </p:sp>
    </p:spTree>
    <p:extLst>
      <p:ext uri="{BB962C8B-B14F-4D97-AF65-F5344CB8AC3E}">
        <p14:creationId xmlns:p14="http://schemas.microsoft.com/office/powerpoint/2010/main" val="957817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noProof="0"/>
              <a:t>No learning rate needed. CART select the best split, based on the highest information gain, by splitting between every value for each feature (X). If multiple splits have the same (best) information gain, the CART algo select one split randomly.</a:t>
            </a:r>
          </a:p>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28</a:t>
            </a:fld>
            <a:endParaRPr lang="de-DE">
              <a:latin typeface="Arial" pitchFamily="34" charset="0"/>
            </a:endParaRPr>
          </a:p>
        </p:txBody>
      </p:sp>
    </p:spTree>
    <p:extLst>
      <p:ext uri="{BB962C8B-B14F-4D97-AF65-F5344CB8AC3E}">
        <p14:creationId xmlns:p14="http://schemas.microsoft.com/office/powerpoint/2010/main" val="3185068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29</a:t>
            </a:fld>
            <a:endParaRPr lang="de-DE">
              <a:latin typeface="Arial" pitchFamily="34" charset="0"/>
            </a:endParaRPr>
          </a:p>
        </p:txBody>
      </p:sp>
    </p:spTree>
    <p:extLst>
      <p:ext uri="{BB962C8B-B14F-4D97-AF65-F5344CB8AC3E}">
        <p14:creationId xmlns:p14="http://schemas.microsoft.com/office/powerpoint/2010/main" val="4228873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36</a:t>
            </a:fld>
            <a:endParaRPr lang="de-DE">
              <a:latin typeface="Arial" pitchFamily="34" charset="0"/>
            </a:endParaRPr>
          </a:p>
        </p:txBody>
      </p:sp>
    </p:spTree>
    <p:extLst>
      <p:ext uri="{BB962C8B-B14F-4D97-AF65-F5344CB8AC3E}">
        <p14:creationId xmlns:p14="http://schemas.microsoft.com/office/powerpoint/2010/main" val="1148999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37</a:t>
            </a:fld>
            <a:endParaRPr lang="de-DE">
              <a:latin typeface="Arial" pitchFamily="34" charset="0"/>
            </a:endParaRPr>
          </a:p>
        </p:txBody>
      </p:sp>
    </p:spTree>
    <p:extLst>
      <p:ext uri="{BB962C8B-B14F-4D97-AF65-F5344CB8AC3E}">
        <p14:creationId xmlns:p14="http://schemas.microsoft.com/office/powerpoint/2010/main" val="1769929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40</a:t>
            </a:fld>
            <a:endParaRPr lang="de-DE">
              <a:latin typeface="Arial" pitchFamily="34" charset="0"/>
            </a:endParaRPr>
          </a:p>
        </p:txBody>
      </p:sp>
    </p:spTree>
    <p:extLst>
      <p:ext uri="{BB962C8B-B14F-4D97-AF65-F5344CB8AC3E}">
        <p14:creationId xmlns:p14="http://schemas.microsoft.com/office/powerpoint/2010/main" val="2273238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u="none" strike="noStrike" kern="1200">
                <a:solidFill>
                  <a:schemeClr val="tx1"/>
                </a:solidFill>
                <a:effectLst/>
                <a:latin typeface="Arial" pitchFamily="34" charset="0"/>
                <a:ea typeface="ＭＳ Ｐゴシック" charset="-128"/>
                <a:cs typeface="+mn-cs"/>
                <a:hlinkClick r:id="rId3" tooltip="William of Ockham"/>
              </a:rPr>
              <a:t>William of Ockham</a:t>
            </a:r>
            <a:r>
              <a:rPr lang="en-US" sz="1200" b="0" i="0" kern="1200">
                <a:solidFill>
                  <a:schemeClr val="tx1"/>
                </a:solidFill>
                <a:effectLst/>
                <a:latin typeface="Arial" pitchFamily="34" charset="0"/>
                <a:ea typeface="ＭＳ Ｐゴシック" charset="-128"/>
                <a:cs typeface="+mn-cs"/>
              </a:rPr>
              <a:t>, a </a:t>
            </a:r>
            <a:r>
              <a:rPr lang="en-US" sz="1200" b="0" i="0" u="none" strike="noStrike" kern="1200">
                <a:solidFill>
                  <a:schemeClr val="tx1"/>
                </a:solidFill>
                <a:effectLst/>
                <a:latin typeface="Arial" pitchFamily="34" charset="0"/>
                <a:ea typeface="ＭＳ Ｐゴシック" charset="-128"/>
                <a:cs typeface="+mn-cs"/>
                <a:hlinkClick r:id="rId4" tooltip="Franciscan"/>
              </a:rPr>
              <a:t>Franciscan</a:t>
            </a:r>
            <a:r>
              <a:rPr lang="en-US" sz="1200" b="0" i="0" kern="1200">
                <a:solidFill>
                  <a:schemeClr val="tx1"/>
                </a:solidFill>
                <a:effectLst/>
                <a:latin typeface="Arial" pitchFamily="34" charset="0"/>
                <a:ea typeface="ＭＳ Ｐゴシック" charset="-128"/>
                <a:cs typeface="+mn-cs"/>
              </a:rPr>
              <a:t> </a:t>
            </a:r>
            <a:r>
              <a:rPr lang="en-US" sz="1200" b="0" i="0" u="none" strike="noStrike" kern="1200">
                <a:solidFill>
                  <a:schemeClr val="tx1"/>
                </a:solidFill>
                <a:effectLst/>
                <a:latin typeface="Arial" pitchFamily="34" charset="0"/>
                <a:ea typeface="ＭＳ Ｐゴシック" charset="-128"/>
                <a:cs typeface="+mn-cs"/>
                <a:hlinkClick r:id="rId5" tooltip="Friar"/>
              </a:rPr>
              <a:t>friar</a:t>
            </a:r>
            <a:r>
              <a:rPr lang="en-US" sz="1200" b="0" i="0" kern="1200">
                <a:solidFill>
                  <a:schemeClr val="tx1"/>
                </a:solidFill>
                <a:effectLst/>
                <a:latin typeface="Arial" pitchFamily="34" charset="0"/>
                <a:ea typeface="ＭＳ Ｐゴシック" charset="-128"/>
                <a:cs typeface="+mn-cs"/>
              </a:rPr>
              <a:t> who studied </a:t>
            </a:r>
            <a:r>
              <a:rPr lang="en-US" sz="1200" b="0" i="0" u="none" strike="noStrike" kern="1200">
                <a:solidFill>
                  <a:schemeClr val="tx1"/>
                </a:solidFill>
                <a:effectLst/>
                <a:latin typeface="Arial" pitchFamily="34" charset="0"/>
                <a:ea typeface="ＭＳ Ｐゴシック" charset="-128"/>
                <a:cs typeface="+mn-cs"/>
                <a:hlinkClick r:id="rId6" tooltip="Logic"/>
              </a:rPr>
              <a:t>logic</a:t>
            </a:r>
            <a:r>
              <a:rPr lang="en-US" sz="1200" b="0" i="0" kern="1200">
                <a:solidFill>
                  <a:schemeClr val="tx1"/>
                </a:solidFill>
                <a:effectLst/>
                <a:latin typeface="Arial" pitchFamily="34" charset="0"/>
                <a:ea typeface="ＭＳ Ｐゴシック" charset="-128"/>
                <a:cs typeface="+mn-cs"/>
              </a:rPr>
              <a:t> in the </a:t>
            </a:r>
            <a:r>
              <a:rPr lang="en-US" sz="1200" b="0" i="0" u="none" strike="noStrike" kern="1200">
                <a:solidFill>
                  <a:schemeClr val="tx1"/>
                </a:solidFill>
                <a:effectLst/>
                <a:latin typeface="Arial" pitchFamily="34" charset="0"/>
                <a:ea typeface="ＭＳ Ｐゴシック" charset="-128"/>
                <a:cs typeface="+mn-cs"/>
                <a:hlinkClick r:id="rId7" tooltip="14th century"/>
              </a:rPr>
              <a:t>14th century</a:t>
            </a:r>
            <a:r>
              <a:rPr lang="en-US" sz="1200" b="0" i="0" kern="1200">
                <a:solidFill>
                  <a:schemeClr val="tx1"/>
                </a:solidFill>
                <a:effectLst/>
                <a:latin typeface="Arial" pitchFamily="34" charset="0"/>
                <a:ea typeface="ＭＳ Ｐゴシック" charset="-128"/>
                <a:cs typeface="+mn-cs"/>
              </a:rPr>
              <a:t>, first made this principle well known.</a:t>
            </a:r>
            <a:r>
              <a:rPr lang="en-US" sz="1200" b="0" i="0" u="none" strike="noStrike" kern="1200" baseline="30000">
                <a:solidFill>
                  <a:schemeClr val="tx1"/>
                </a:solidFill>
                <a:effectLst/>
                <a:latin typeface="Arial" pitchFamily="34" charset="0"/>
                <a:ea typeface="ＭＳ Ｐゴシック" charset="-128"/>
                <a:cs typeface="+mn-cs"/>
                <a:hlinkClick r:id="rId8"/>
              </a:rPr>
              <a:t>[1]</a:t>
            </a:r>
            <a:r>
              <a:rPr lang="en-US" sz="1200" b="0" i="0" kern="1200">
                <a:solidFill>
                  <a:schemeClr val="tx1"/>
                </a:solidFill>
                <a:effectLst/>
                <a:latin typeface="Arial" pitchFamily="34" charset="0"/>
                <a:ea typeface="ＭＳ Ｐゴシック" charset="-128"/>
                <a:cs typeface="+mn-cs"/>
              </a:rPr>
              <a:t> </a:t>
            </a:r>
          </a:p>
          <a:p>
            <a:r>
              <a:rPr lang="en-US" sz="1200" b="0" i="0" kern="1200">
                <a:solidFill>
                  <a:schemeClr val="tx1"/>
                </a:solidFill>
                <a:effectLst/>
                <a:latin typeface="Arial" pitchFamily="34" charset="0"/>
                <a:ea typeface="ＭＳ Ｐゴシック" charset="-128"/>
                <a:cs typeface="+mn-cs"/>
              </a:rPr>
              <a:t>William of Ockham wrote “</a:t>
            </a:r>
            <a:r>
              <a:rPr lang="en-US" sz="1200" b="0" i="1" kern="1200">
                <a:solidFill>
                  <a:schemeClr val="tx1"/>
                </a:solidFill>
                <a:effectLst/>
                <a:latin typeface="Arial" pitchFamily="34" charset="0"/>
                <a:ea typeface="ＭＳ Ｐゴシック" charset="-128"/>
                <a:cs typeface="+mn-cs"/>
              </a:rPr>
              <a:t>More things should not be used than are necessary.”</a:t>
            </a:r>
            <a:endParaRPr lang="en-US" sz="1200" b="0" i="0" kern="1200">
              <a:solidFill>
                <a:schemeClr val="tx1"/>
              </a:solidFill>
              <a:effectLst/>
              <a:latin typeface="Arial" pitchFamily="34" charset="0"/>
              <a:ea typeface="ＭＳ Ｐゴシック" charset="-128"/>
              <a:cs typeface="+mn-cs"/>
            </a:endParaRPr>
          </a:p>
          <a:p>
            <a:r>
              <a:rPr lang="en-US" sz="1200" b="0" i="0" kern="1200">
                <a:solidFill>
                  <a:schemeClr val="tx1"/>
                </a:solidFill>
                <a:effectLst/>
                <a:latin typeface="Arial" pitchFamily="34" charset="0"/>
                <a:ea typeface="ＭＳ Ｐゴシック" charset="-128"/>
                <a:cs typeface="+mn-cs"/>
              </a:rPr>
              <a:t>This means if there are several possible ways something might have happened, the way which uses the fewest guesses is probably the correct one. However, Occam's razor only applies when the simple explanation and complex explanation both work equally well. If a more complex explanation does a better job than a simpler one, then you should use the complex explanation.</a:t>
            </a:r>
          </a:p>
          <a:p>
            <a:endParaRPr lang="en-US" sz="1200" b="0" i="0" kern="1200">
              <a:solidFill>
                <a:schemeClr val="tx1"/>
              </a:solidFill>
              <a:effectLst/>
              <a:latin typeface="Arial" pitchFamily="34" charset="0"/>
              <a:ea typeface="ＭＳ Ｐゴシック"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de-DE">
                <a:hlinkClick r:id="rId9"/>
              </a:rPr>
              <a:t>https://simple.wikipedia.org/wiki/Occam%27s_razor</a:t>
            </a:r>
            <a:endParaRPr lang="en-US" sz="1200" b="0" i="0" kern="1200">
              <a:solidFill>
                <a:schemeClr val="tx1"/>
              </a:solidFill>
              <a:effectLst/>
              <a:latin typeface="Arial" pitchFamily="34" charset="0"/>
              <a:ea typeface="ＭＳ Ｐゴシック" charset="-128"/>
              <a:cs typeface="+mn-cs"/>
            </a:endParaRPr>
          </a:p>
          <a:p>
            <a:endParaRPr lang="en-US" sz="1200" b="0" i="0" kern="1200">
              <a:solidFill>
                <a:schemeClr val="tx1"/>
              </a:solidFill>
              <a:effectLst/>
              <a:latin typeface="Arial" pitchFamily="34" charset="0"/>
              <a:ea typeface="ＭＳ Ｐゴシック" charset="-128"/>
              <a:cs typeface="+mn-cs"/>
            </a:endParaRPr>
          </a:p>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44</a:t>
            </a:fld>
            <a:endParaRPr lang="de-DE">
              <a:latin typeface="Arial" pitchFamily="34" charset="0"/>
            </a:endParaRPr>
          </a:p>
        </p:txBody>
      </p:sp>
    </p:spTree>
    <p:extLst>
      <p:ext uri="{BB962C8B-B14F-4D97-AF65-F5344CB8AC3E}">
        <p14:creationId xmlns:p14="http://schemas.microsoft.com/office/powerpoint/2010/main" val="2662833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879470">
              <a:defRPr/>
            </a:pPr>
            <a:r>
              <a:rPr lang="de-DE"/>
              <a:t>Dendriten: nehmen Reize auf und leiten diese zum Soma weiter</a:t>
            </a:r>
          </a:p>
          <a:p>
            <a:endParaRPr lang="de-DE"/>
          </a:p>
          <a:p>
            <a:r>
              <a:rPr lang="de-DE"/>
              <a:t>Soma: Zellkörper, der sogenannte Axonhügel und den Zellkern enthält</a:t>
            </a:r>
          </a:p>
          <a:p>
            <a:endParaRPr lang="de-DE"/>
          </a:p>
          <a:p>
            <a:r>
              <a:rPr lang="de-DE"/>
              <a:t>Axonhügel: Postsynaptische Signale addieren sich auf, Erregung wird aber nur weitergeleitet, wenn ein gewisser Schwellenwert überschritten wird </a:t>
            </a:r>
            <a:r>
              <a:rPr lang="de-DE">
                <a:sym typeface="Wingdings" panose="05000000000000000000" pitchFamily="2" charset="2"/>
              </a:rPr>
              <a:t> nicht alle Signale/Reize werden aufgenommen (würde uns überfordern und höchstwahrscheinlich zum Tode führen)</a:t>
            </a:r>
          </a:p>
          <a:p>
            <a:endParaRPr lang="de-DE"/>
          </a:p>
          <a:p>
            <a:r>
              <a:rPr lang="de-DE"/>
              <a:t>Axon: langer Nervenzellfortsatz, der die elektrischen Reize vom Soma zur nächsten Nervenzelle weitergibt</a:t>
            </a:r>
          </a:p>
          <a:p>
            <a:endParaRPr lang="de-DE"/>
          </a:p>
          <a:p>
            <a:r>
              <a:rPr lang="de-DE"/>
              <a:t>Synaptische Endköpfchen/Synapsen: am Ende des Axoms befinden sich die snyaptischen Endköpfe, welche mit Hilfe des übertragenen Spannungspotenials eine chemische Reaktion auslösen </a:t>
            </a:r>
            <a:r>
              <a:rPr lang="de-DE">
                <a:sym typeface="Wingdings" panose="05000000000000000000" pitchFamily="2" charset="2"/>
              </a:rPr>
              <a:t> Neurotransmitter werden im synaptischen Spalt freigesetzt und dieses chemische Signal wird wieder in ein elektrisches Signal umgewandelt und an die nächsten Dendriten weitergegeben.</a:t>
            </a:r>
            <a:endParaRPr lang="de-DE"/>
          </a:p>
          <a:p>
            <a:endParaRPr lang="de-DE"/>
          </a:p>
          <a:p>
            <a:r>
              <a:rPr lang="de-DE"/>
              <a:t>Menschliche Gehirn enthält circa 1 Billion (1 mit 12 Nullen) Neuronen</a:t>
            </a:r>
          </a:p>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47</a:t>
            </a:fld>
            <a:endParaRPr lang="de-DE">
              <a:latin typeface="Arial" pitchFamily="34" charset="0"/>
            </a:endParaRPr>
          </a:p>
        </p:txBody>
      </p:sp>
    </p:spTree>
    <p:extLst>
      <p:ext uri="{BB962C8B-B14F-4D97-AF65-F5344CB8AC3E}">
        <p14:creationId xmlns:p14="http://schemas.microsoft.com/office/powerpoint/2010/main" val="1433408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Derivative: abgeleiteter Wert, for backpropagation</a:t>
            </a:r>
          </a:p>
          <a:p>
            <a:r>
              <a:rPr lang="en-US"/>
              <a:t>Disadvantage: problem of lost gradient, for little and large x y has very flat slope. Learning is very slow or stops</a:t>
            </a:r>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49</a:t>
            </a:fld>
            <a:endParaRPr lang="de-DE">
              <a:latin typeface="Arial" pitchFamily="34" charset="0"/>
            </a:endParaRPr>
          </a:p>
        </p:txBody>
      </p:sp>
    </p:spTree>
    <p:extLst>
      <p:ext uri="{BB962C8B-B14F-4D97-AF65-F5344CB8AC3E}">
        <p14:creationId xmlns:p14="http://schemas.microsoft.com/office/powerpoint/2010/main" val="2071993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58</a:t>
            </a:fld>
            <a:endParaRPr lang="de-DE">
              <a:latin typeface="Arial" pitchFamily="34" charset="0"/>
            </a:endParaRPr>
          </a:p>
        </p:txBody>
      </p:sp>
    </p:spTree>
    <p:extLst>
      <p:ext uri="{BB962C8B-B14F-4D97-AF65-F5344CB8AC3E}">
        <p14:creationId xmlns:p14="http://schemas.microsoft.com/office/powerpoint/2010/main" val="3628910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61</a:t>
            </a:fld>
            <a:endParaRPr lang="de-DE">
              <a:latin typeface="Arial" pitchFamily="34" charset="0"/>
            </a:endParaRPr>
          </a:p>
        </p:txBody>
      </p:sp>
    </p:spTree>
    <p:extLst>
      <p:ext uri="{BB962C8B-B14F-4D97-AF65-F5344CB8AC3E}">
        <p14:creationId xmlns:p14="http://schemas.microsoft.com/office/powerpoint/2010/main" val="1239243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de-DE" sz="1800" u="sng" dirty="0">
                <a:solidFill>
                  <a:srgbClr val="0000FF"/>
                </a:solidFill>
                <a:effectLst/>
                <a:latin typeface="Calibri" panose="020F0502020204030204" pitchFamily="34" charset="0"/>
                <a:ea typeface="Calibri" panose="020F0502020204030204" pitchFamily="34" charset="0"/>
                <a:hlinkClick r:id="rId3"/>
              </a:rPr>
              <a:t>https://www.ibm.com/cloud/blog/ai-vs-machine-learning-vs-deep-learning-vs-neural-networks</a:t>
            </a:r>
            <a:r>
              <a:rPr lang="de-DE" sz="1800" dirty="0">
                <a:effectLst/>
                <a:latin typeface="Calibri" panose="020F0502020204030204" pitchFamily="34" charset="0"/>
                <a:ea typeface="Calibri" panose="020F0502020204030204" pitchFamily="34" charset="0"/>
              </a:rPr>
              <a:t> </a:t>
            </a:r>
          </a:p>
          <a:p>
            <a:endParaRPr lang="en-US" dirty="0"/>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72</a:t>
            </a:fld>
            <a:endParaRPr lang="de-DE">
              <a:latin typeface="Arial" pitchFamily="34" charset="0"/>
            </a:endParaRPr>
          </a:p>
        </p:txBody>
      </p:sp>
    </p:spTree>
    <p:extLst>
      <p:ext uri="{BB962C8B-B14F-4D97-AF65-F5344CB8AC3E}">
        <p14:creationId xmlns:p14="http://schemas.microsoft.com/office/powerpoint/2010/main" val="3592417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2.xml"/><Relationship Id="rId1" Type="http://schemas.openxmlformats.org/officeDocument/2006/relationships/tags" Target="../tags/tag4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customXml" Target="../../customXml/item1.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customXml" Target="../../customXml/item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customXml" Target="../../customXml/item3.xml"/><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customXml" Target="../../customXml/item4.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customXml" Target="../../customXml/item5.xml"/><Relationship Id="rId5" Type="http://schemas.openxmlformats.org/officeDocument/2006/relationships/slideMaster" Target="../slideMasters/slideMaster1.xml"/><Relationship Id="rId4" Type="http://schemas.openxmlformats.org/officeDocument/2006/relationships/tags" Target="../tags/tag54.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customXml" Target="../../customXml/item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customXml" Target="../../customXml/item7.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slideMaster" Target="../slideMasters/slideMaster1.xml"/><Relationship Id="rId2" Type="http://schemas.openxmlformats.org/officeDocument/2006/relationships/tags" Target="../tags/tag64.xml"/><Relationship Id="rId1" Type="http://schemas.openxmlformats.org/officeDocument/2006/relationships/customXml" Target="../../customXml/item8.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customXml" Target="../../customXml/item9.xml"/><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customXml" Target="../../customXml/item10.xml"/><Relationship Id="rId5" Type="http://schemas.openxmlformats.org/officeDocument/2006/relationships/slideMaster" Target="../slideMasters/slideMaster1.xml"/><Relationship Id="rId4" Type="http://schemas.openxmlformats.org/officeDocument/2006/relationships/tags" Target="../tags/tag73.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customXml" Target="../../customXml/item11.xml"/><Relationship Id="rId5" Type="http://schemas.openxmlformats.org/officeDocument/2006/relationships/slideMaster" Target="../slideMasters/slideMaster1.xml"/><Relationship Id="rId4" Type="http://schemas.openxmlformats.org/officeDocument/2006/relationships/tags" Target="../tags/tag76.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customXml" Target="../../customXml/item12.xml"/><Relationship Id="rId6" Type="http://schemas.openxmlformats.org/officeDocument/2006/relationships/slideMaster" Target="../slideMasters/slideMaster1.xml"/><Relationship Id="rId5" Type="http://schemas.openxmlformats.org/officeDocument/2006/relationships/tags" Target="../tags/tag80.xml"/><Relationship Id="rId4" Type="http://schemas.openxmlformats.org/officeDocument/2006/relationships/tags" Target="../tags/tag79.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customXml" Target="../../customXml/item13.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customXml" Target="../../customXml/item14.xml"/><Relationship Id="rId6" Type="http://schemas.openxmlformats.org/officeDocument/2006/relationships/slideMaster" Target="../slideMasters/slideMaster1.xml"/><Relationship Id="rId5" Type="http://schemas.openxmlformats.org/officeDocument/2006/relationships/tags" Target="../tags/tag89.xml"/><Relationship Id="rId4" Type="http://schemas.openxmlformats.org/officeDocument/2006/relationships/tags" Target="../tags/tag88.xml"/></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customXml" Target="../../customXml/item1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6.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siemens-energy.com/" TargetMode="External"/><Relationship Id="rId1" Type="http://schemas.openxmlformats.org/officeDocument/2006/relationships/slideMaster" Target="../slideMasters/slideMaster2.xml"/><Relationship Id="rId5" Type="http://schemas.openxmlformats.org/officeDocument/2006/relationships/image" Target="../media/image12.emf"/><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icture">
    <p:spTree>
      <p:nvGrpSpPr>
        <p:cNvPr id="1" name=""/>
        <p:cNvGrpSpPr/>
        <p:nvPr/>
      </p:nvGrpSpPr>
      <p:grpSpPr>
        <a:xfrm>
          <a:off x="0" y="0"/>
          <a:ext cx="0" cy="0"/>
          <a:chOff x="0" y="0"/>
          <a:chExt cx="0" cy="0"/>
        </a:xfrm>
      </p:grpSpPr>
      <p:pic>
        <p:nvPicPr>
          <p:cNvPr id="31" name="Grafik 30"/>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6800" cy="6857128"/>
          </a:xfrm>
          <a:prstGeom prst="rect">
            <a:avLst/>
          </a:prstGeom>
        </p:spPr>
      </p:pic>
      <p:sp>
        <p:nvSpPr>
          <p:cNvPr id="4" name="cdtRectangle 115 Id57350"/>
          <p:cNvSpPr>
            <a:spLocks noGrp="1" noChangeArrowheads="1"/>
          </p:cNvSpPr>
          <p:nvPr>
            <p:ph type="ctrTitle"/>
            <p:custDataLst>
              <p:tags r:id="rId1"/>
            </p:custDataLst>
          </p:nvPr>
        </p:nvSpPr>
        <p:spPr bwMode="ltGray">
          <a:xfrm>
            <a:off x="627063" y="3462181"/>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5"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sp>
        <p:nvSpPr>
          <p:cNvPr id="9" name="Textplatzhalter 57343"/>
          <p:cNvSpPr>
            <a:spLocks noGrp="1"/>
          </p:cNvSpPr>
          <p:nvPr>
            <p:ph type="body" sz="quarter" idx="12" hasCustomPrompt="1"/>
          </p:nvPr>
        </p:nvSpPr>
        <p:spPr>
          <a:xfrm>
            <a:off x="627063" y="5907600"/>
            <a:ext cx="6480000" cy="324000"/>
          </a:xfrm>
          <a:solidFill>
            <a:schemeClr val="bg1">
              <a:alpha val="85000"/>
            </a:schemeClr>
          </a:solidFill>
        </p:spPr>
        <p:txBody>
          <a:bodyPr lIns="216000" tIns="90000" rIns="216000" bIns="46800"/>
          <a:lstStyle>
            <a:lvl1pPr algn="r">
              <a:lnSpc>
                <a:spcPct val="100000"/>
              </a:lnSpc>
              <a:defRPr sz="1000" b="1"/>
            </a:lvl1pPr>
            <a:lvl2pPr marL="1588" indent="0">
              <a:buNone/>
              <a:defRPr/>
            </a:lvl2pPr>
          </a:lstStyle>
          <a:p>
            <a:pPr lvl="0"/>
            <a:r>
              <a:rPr lang="de-DE" err="1"/>
              <a:t>Please</a:t>
            </a:r>
            <a:r>
              <a:rPr lang="de-DE"/>
              <a:t> </a:t>
            </a:r>
            <a:r>
              <a:rPr lang="de-DE" err="1"/>
              <a:t>insert</a:t>
            </a:r>
            <a:r>
              <a:rPr lang="de-DE"/>
              <a:t> URL</a:t>
            </a:r>
          </a:p>
        </p:txBody>
      </p:sp>
      <p:sp>
        <p:nvSpPr>
          <p:cNvPr id="10" name="Textplatzhalter 57343"/>
          <p:cNvSpPr>
            <a:spLocks noGrp="1"/>
          </p:cNvSpPr>
          <p:nvPr>
            <p:ph type="body" sz="quarter" idx="13" hasCustomPrompt="1"/>
          </p:nvPr>
        </p:nvSpPr>
        <p:spPr>
          <a:xfrm>
            <a:off x="627063" y="5907600"/>
            <a:ext cx="2340000" cy="324000"/>
          </a:xfrm>
        </p:spPr>
        <p:txBody>
          <a:bodyPr lIns="216000" tIns="90000" rIns="0" bIns="46800"/>
          <a:lstStyle>
            <a:lvl1pPr algn="l">
              <a:lnSpc>
                <a:spcPct val="100000"/>
              </a:lnSpc>
              <a:defRPr sz="1000" b="1"/>
            </a:lvl1pPr>
            <a:lvl2pPr marL="1588" indent="0">
              <a:buNone/>
              <a:defRPr/>
            </a:lvl2pPr>
          </a:lstStyle>
          <a:p>
            <a:pPr lvl="0"/>
            <a:r>
              <a:rPr lang="de-DE"/>
              <a:t>Please insert Internity note</a:t>
            </a:r>
          </a:p>
        </p:txBody>
      </p:sp>
      <p:grpSp>
        <p:nvGrpSpPr>
          <p:cNvPr id="32" name="Gruppieren 31"/>
          <p:cNvGrpSpPr/>
          <p:nvPr userDrawn="1"/>
        </p:nvGrpSpPr>
        <p:grpSpPr>
          <a:xfrm>
            <a:off x="-216000" y="-216000"/>
            <a:ext cx="12628800" cy="7290000"/>
            <a:chOff x="-216000" y="-216000"/>
            <a:chExt cx="12628800" cy="7290000"/>
          </a:xfrm>
        </p:grpSpPr>
        <p:cxnSp>
          <p:nvCxnSpPr>
            <p:cNvPr id="33"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94822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4" name="Group 33"/>
          <p:cNvGrpSpPr>
            <a:grpSpLocks noChangeAspect="1"/>
          </p:cNvGrpSpPr>
          <p:nvPr userDrawn="1"/>
        </p:nvGrpSpPr>
        <p:grpSpPr bwMode="auto">
          <a:xfrm>
            <a:off x="9555163" y="323850"/>
            <a:ext cx="2159000" cy="914400"/>
            <a:chOff x="6019" y="204"/>
            <a:chExt cx="1360" cy="576"/>
          </a:xfrm>
        </p:grpSpPr>
        <p:sp>
          <p:nvSpPr>
            <p:cNvPr id="35"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66861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color fill">
    <p:bg>
      <p:bgPr>
        <a:solidFill>
          <a:schemeClr val="accent2"/>
        </a:solidFill>
        <a:effectLst/>
      </p:bgPr>
    </p:bg>
    <p:spTree>
      <p:nvGrpSpPr>
        <p:cNvPr id="1" name=""/>
        <p:cNvGrpSpPr/>
        <p:nvPr/>
      </p:nvGrpSpPr>
      <p:grpSpPr>
        <a:xfrm>
          <a:off x="0" y="0"/>
          <a:ext cx="0" cy="0"/>
          <a:chOff x="0" y="0"/>
          <a:chExt cx="0" cy="0"/>
        </a:xfrm>
      </p:grpSpPr>
      <p:sp>
        <p:nvSpPr>
          <p:cNvPr id="3" name="cdtRectangle 115 Id57350"/>
          <p:cNvSpPr>
            <a:spLocks noGrp="1" noChangeArrowheads="1"/>
          </p:cNvSpPr>
          <p:nvPr>
            <p:ph type="ctrTitle"/>
            <p:custDataLst>
              <p:tags r:id="rId1"/>
            </p:custDataLst>
          </p:nvPr>
        </p:nvSpPr>
        <p:spPr bwMode="ltGray">
          <a:xfrm>
            <a:off x="627063" y="3462181"/>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4"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sp>
        <p:nvSpPr>
          <p:cNvPr id="8" name="Textplatzhalter 57343"/>
          <p:cNvSpPr>
            <a:spLocks noGrp="1"/>
          </p:cNvSpPr>
          <p:nvPr>
            <p:ph type="body" sz="quarter" idx="12" hasCustomPrompt="1"/>
          </p:nvPr>
        </p:nvSpPr>
        <p:spPr>
          <a:xfrm>
            <a:off x="627063" y="5907600"/>
            <a:ext cx="6480000" cy="324000"/>
          </a:xfrm>
          <a:solidFill>
            <a:schemeClr val="bg1">
              <a:alpha val="85000"/>
            </a:schemeClr>
          </a:solidFill>
        </p:spPr>
        <p:txBody>
          <a:bodyPr lIns="216000" tIns="90000" rIns="216000" bIns="46800"/>
          <a:lstStyle>
            <a:lvl1pPr algn="r">
              <a:lnSpc>
                <a:spcPct val="100000"/>
              </a:lnSpc>
              <a:defRPr sz="1000" b="1"/>
            </a:lvl1pPr>
            <a:lvl2pPr marL="1588" indent="0">
              <a:buNone/>
              <a:defRPr/>
            </a:lvl2pPr>
          </a:lstStyle>
          <a:p>
            <a:pPr lvl="0"/>
            <a:r>
              <a:rPr lang="de-DE" err="1"/>
              <a:t>Please</a:t>
            </a:r>
            <a:r>
              <a:rPr lang="de-DE"/>
              <a:t> </a:t>
            </a:r>
            <a:r>
              <a:rPr lang="de-DE" err="1"/>
              <a:t>insert</a:t>
            </a:r>
            <a:r>
              <a:rPr lang="de-DE"/>
              <a:t> URL</a:t>
            </a:r>
          </a:p>
        </p:txBody>
      </p:sp>
      <p:sp>
        <p:nvSpPr>
          <p:cNvPr id="11" name="Textplatzhalter 57343"/>
          <p:cNvSpPr>
            <a:spLocks noGrp="1"/>
          </p:cNvSpPr>
          <p:nvPr>
            <p:ph type="body" sz="quarter" idx="13" hasCustomPrompt="1"/>
          </p:nvPr>
        </p:nvSpPr>
        <p:spPr>
          <a:xfrm>
            <a:off x="627063" y="5907600"/>
            <a:ext cx="2340000" cy="324000"/>
          </a:xfrm>
        </p:spPr>
        <p:txBody>
          <a:bodyPr lIns="216000" tIns="90000" rIns="0" bIns="46800"/>
          <a:lstStyle>
            <a:lvl1pPr algn="l">
              <a:lnSpc>
                <a:spcPct val="100000"/>
              </a:lnSpc>
              <a:defRPr sz="1000" b="1"/>
            </a:lvl1pPr>
            <a:lvl2pPr marL="1588" indent="0">
              <a:buNone/>
              <a:defRPr/>
            </a:lvl2pPr>
          </a:lstStyle>
          <a:p>
            <a:pPr lvl="0"/>
            <a:r>
              <a:rPr lang="de-DE"/>
              <a:t>Please insert Internity note</a:t>
            </a: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3" name="Group 33"/>
          <p:cNvGrpSpPr>
            <a:grpSpLocks noChangeAspect="1"/>
          </p:cNvGrpSpPr>
          <p:nvPr userDrawn="1"/>
        </p:nvGrpSpPr>
        <p:grpSpPr bwMode="auto">
          <a:xfrm>
            <a:off x="9555163" y="323850"/>
            <a:ext cx="2159000" cy="914400"/>
            <a:chOff x="6019" y="204"/>
            <a:chExt cx="1360" cy="576"/>
          </a:xfrm>
        </p:grpSpPr>
        <p:sp>
          <p:nvSpPr>
            <p:cNvPr id="34"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064173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title picture">
    <p:spTree>
      <p:nvGrpSpPr>
        <p:cNvPr id="1" name=""/>
        <p:cNvGrpSpPr/>
        <p:nvPr/>
      </p:nvGrpSpPr>
      <p:grpSpPr>
        <a:xfrm>
          <a:off x="0" y="0"/>
          <a:ext cx="0" cy="0"/>
          <a:chOff x="0" y="0"/>
          <a:chExt cx="0" cy="0"/>
        </a:xfrm>
      </p:grpSpPr>
      <p:pic>
        <p:nvPicPr>
          <p:cNvPr id="31" name="Grafik 30"/>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6800" cy="6857128"/>
          </a:xfrm>
          <a:prstGeom prst="rect">
            <a:avLst/>
          </a:prstGeom>
        </p:spPr>
      </p:pic>
      <p:sp>
        <p:nvSpPr>
          <p:cNvPr id="4" name="cdtRectangle 115 Id57350"/>
          <p:cNvSpPr>
            <a:spLocks noGrp="1" noChangeArrowheads="1"/>
          </p:cNvSpPr>
          <p:nvPr>
            <p:ph type="ctrTitle"/>
            <p:custDataLst>
              <p:tags r:id="rId1"/>
            </p:custDataLst>
          </p:nvPr>
        </p:nvSpPr>
        <p:spPr bwMode="ltGray">
          <a:xfrm>
            <a:off x="627063" y="3891286"/>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5"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2" name="Gruppieren 31"/>
          <p:cNvGrpSpPr/>
          <p:nvPr userDrawn="1"/>
        </p:nvGrpSpPr>
        <p:grpSpPr>
          <a:xfrm>
            <a:off x="-216000" y="-216000"/>
            <a:ext cx="12628800" cy="7290000"/>
            <a:chOff x="-216000" y="-216000"/>
            <a:chExt cx="12628800" cy="7290000"/>
          </a:xfrm>
        </p:grpSpPr>
        <p:cxnSp>
          <p:nvCxnSpPr>
            <p:cNvPr id="33"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0" name="Group 33"/>
          <p:cNvGrpSpPr>
            <a:grpSpLocks noChangeAspect="1"/>
          </p:cNvGrpSpPr>
          <p:nvPr userDrawn="1"/>
        </p:nvGrpSpPr>
        <p:grpSpPr bwMode="auto">
          <a:xfrm>
            <a:off x="9555163" y="323850"/>
            <a:ext cx="2159000" cy="914400"/>
            <a:chOff x="6019" y="204"/>
            <a:chExt cx="1360" cy="576"/>
          </a:xfrm>
        </p:grpSpPr>
        <p:sp>
          <p:nvSpPr>
            <p:cNvPr id="34"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905375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title color fill">
    <p:bg>
      <p:bgPr>
        <a:solidFill>
          <a:schemeClr val="accent2"/>
        </a:solidFill>
        <a:effectLst/>
      </p:bgPr>
    </p:bg>
    <p:spTree>
      <p:nvGrpSpPr>
        <p:cNvPr id="1" name=""/>
        <p:cNvGrpSpPr/>
        <p:nvPr/>
      </p:nvGrpSpPr>
      <p:grpSpPr>
        <a:xfrm>
          <a:off x="0" y="0"/>
          <a:ext cx="0" cy="0"/>
          <a:chOff x="0" y="0"/>
          <a:chExt cx="0" cy="0"/>
        </a:xfrm>
      </p:grpSpPr>
      <p:sp>
        <p:nvSpPr>
          <p:cNvPr id="3" name="cdtRectangle 115 Id57350"/>
          <p:cNvSpPr>
            <a:spLocks noGrp="1" noChangeArrowheads="1"/>
          </p:cNvSpPr>
          <p:nvPr>
            <p:ph type="ctrTitle"/>
            <p:custDataLst>
              <p:tags r:id="rId1"/>
            </p:custDataLst>
          </p:nvPr>
        </p:nvSpPr>
        <p:spPr bwMode="ltGray">
          <a:xfrm>
            <a:off x="627063" y="3891600"/>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4"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29" name="Group 33"/>
          <p:cNvGrpSpPr>
            <a:grpSpLocks noChangeAspect="1"/>
          </p:cNvGrpSpPr>
          <p:nvPr userDrawn="1"/>
        </p:nvGrpSpPr>
        <p:grpSpPr bwMode="auto">
          <a:xfrm>
            <a:off x="9555163" y="323850"/>
            <a:ext cx="2159000" cy="914400"/>
            <a:chOff x="6019" y="204"/>
            <a:chExt cx="1360" cy="576"/>
          </a:xfrm>
        </p:grpSpPr>
        <p:sp>
          <p:nvSpPr>
            <p:cNvPr id="3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430804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ter title Dynamic Petrol">
    <p:bg>
      <p:bgPr>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effectLst/>
      </p:bgPr>
    </p:bg>
    <p:spTree>
      <p:nvGrpSpPr>
        <p:cNvPr id="1" name=""/>
        <p:cNvGrpSpPr/>
        <p:nvPr/>
      </p:nvGrpSpPr>
      <p:grpSpPr>
        <a:xfrm>
          <a:off x="0" y="0"/>
          <a:ext cx="0" cy="0"/>
          <a:chOff x="0" y="0"/>
          <a:chExt cx="0" cy="0"/>
        </a:xfrm>
      </p:grpSpPr>
      <p:sp>
        <p:nvSpPr>
          <p:cNvPr id="4" name="cdtText Box 101 Id11"/>
          <p:cNvSpPr txBox="1">
            <a:spLocks noChangeArrowheads="1"/>
          </p:cNvSpPr>
          <p:nvPr userDrawn="1">
            <p:custDataLst>
              <p:tags r:id="rId1"/>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30" name="cdtRectangle 115 Id57350"/>
          <p:cNvSpPr>
            <a:spLocks noGrp="1" noChangeArrowheads="1"/>
          </p:cNvSpPr>
          <p:nvPr>
            <p:ph type="ctrTitle"/>
            <p:custDataLst>
              <p:tags r:id="rId2"/>
            </p:custDataLst>
          </p:nvPr>
        </p:nvSpPr>
        <p:spPr bwMode="ltGray">
          <a:xfrm>
            <a:off x="627063" y="3891600"/>
            <a:ext cx="6480000" cy="2340314"/>
          </a:xfrm>
          <a:no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grpSp>
        <p:nvGrpSpPr>
          <p:cNvPr id="28" name="Group 33"/>
          <p:cNvGrpSpPr>
            <a:grpSpLocks noChangeAspect="1"/>
          </p:cNvGrpSpPr>
          <p:nvPr userDrawn="1"/>
        </p:nvGrpSpPr>
        <p:grpSpPr bwMode="auto">
          <a:xfrm>
            <a:off x="9555163" y="323850"/>
            <a:ext cx="2159000" cy="914400"/>
            <a:chOff x="6019" y="204"/>
            <a:chExt cx="1360" cy="576"/>
          </a:xfrm>
        </p:grpSpPr>
        <p:sp>
          <p:nvSpPr>
            <p:cNvPr id="33"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398330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 title Blue light">
    <p:bg>
      <p:bgPr>
        <a:solidFill>
          <a:srgbClr val="50BED7"/>
        </a:solidFill>
        <a:effectLst/>
      </p:bgPr>
    </p:bg>
    <p:spTree>
      <p:nvGrpSpPr>
        <p:cNvPr id="1" name=""/>
        <p:cNvGrpSpPr/>
        <p:nvPr/>
      </p:nvGrpSpPr>
      <p:grpSpPr>
        <a:xfrm>
          <a:off x="0" y="0"/>
          <a:ext cx="0" cy="0"/>
          <a:chOff x="0" y="0"/>
          <a:chExt cx="0" cy="0"/>
        </a:xfrm>
      </p:grpSpPr>
      <p:sp>
        <p:nvSpPr>
          <p:cNvPr id="4" name="cdtText Box 101 Id11"/>
          <p:cNvSpPr txBox="1">
            <a:spLocks noChangeArrowheads="1"/>
          </p:cNvSpPr>
          <p:nvPr userDrawn="1">
            <p:custDataLst>
              <p:tags r:id="rId1"/>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34" name="cdtRectangle 115 Id57350"/>
          <p:cNvSpPr>
            <a:spLocks noGrp="1" noChangeArrowheads="1"/>
          </p:cNvSpPr>
          <p:nvPr>
            <p:ph type="ctrTitle"/>
            <p:custDataLst>
              <p:tags r:id="rId2"/>
            </p:custDataLst>
          </p:nvPr>
        </p:nvSpPr>
        <p:spPr bwMode="ltGray">
          <a:xfrm>
            <a:off x="627063" y="3891600"/>
            <a:ext cx="6480000" cy="2340314"/>
          </a:xfrm>
          <a:no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grpSp>
        <p:nvGrpSpPr>
          <p:cNvPr id="28" name="Group 33"/>
          <p:cNvGrpSpPr>
            <a:grpSpLocks noChangeAspect="1"/>
          </p:cNvGrpSpPr>
          <p:nvPr userDrawn="1"/>
        </p:nvGrpSpPr>
        <p:grpSpPr bwMode="auto">
          <a:xfrm>
            <a:off x="9555163" y="323850"/>
            <a:ext cx="2159000" cy="914400"/>
            <a:chOff x="6019" y="204"/>
            <a:chExt cx="1360" cy="576"/>
          </a:xfrm>
        </p:grpSpPr>
        <p:sp>
          <p:nvSpPr>
            <p:cNvPr id="3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3655481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 Index">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endParaRPr lang="fr-FR"/>
          </a:p>
        </p:txBody>
      </p:sp>
      <p:sp>
        <p:nvSpPr>
          <p:cNvPr id="4" name="cdtText Placeholder 12 Id13"/>
          <p:cNvSpPr>
            <a:spLocks noGrp="1"/>
          </p:cNvSpPr>
          <p:nvPr>
            <p:ph type="body" sz="quarter" idx="14" hasCustomPrompt="1"/>
            <p:custDataLst>
              <p:tags r:id="rId1"/>
            </p:custDataLst>
          </p:nvPr>
        </p:nvSpPr>
        <p:spPr bwMode="auto">
          <a:xfrm>
            <a:off x="4658996" y="1439999"/>
            <a:ext cx="7539354" cy="4752000"/>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a:t>Click to edit the </a:t>
            </a:r>
            <a:r>
              <a:rPr lang="en-US" err="1"/>
              <a:t>toc</a:t>
            </a:r>
            <a:r>
              <a:rPr lang="en-US"/>
              <a:t> / contact</a:t>
            </a:r>
          </a:p>
          <a:p>
            <a:pPr lvl="1"/>
            <a:r>
              <a:rPr lang="en-US"/>
              <a:t>chapter</a:t>
            </a:r>
          </a:p>
          <a:p>
            <a:pPr lvl="2"/>
            <a:r>
              <a:rPr lang="en-US"/>
              <a:t>active chapter</a:t>
            </a:r>
          </a:p>
          <a:p>
            <a:pPr lvl="3"/>
            <a:r>
              <a:rPr lang="en-US"/>
              <a:t>subchapter</a:t>
            </a:r>
          </a:p>
          <a:p>
            <a:pPr lvl="4"/>
            <a:r>
              <a:rPr lang="en-US"/>
              <a:t>active subchapter</a:t>
            </a:r>
          </a:p>
        </p:txBody>
      </p:sp>
      <p:sp>
        <p:nvSpPr>
          <p:cNvPr id="8" name="Bildplatzhalter 7"/>
          <p:cNvSpPr>
            <a:spLocks noGrp="1"/>
          </p:cNvSpPr>
          <p:nvPr>
            <p:ph type="pic" sz="quarter" idx="15"/>
          </p:nvPr>
        </p:nvSpPr>
        <p:spPr>
          <a:xfrm>
            <a:off x="0" y="1439999"/>
            <a:ext cx="4514400" cy="4752000"/>
          </a:xfrm>
        </p:spPr>
        <p:txBody>
          <a:bodyPr tIns="1800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5021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xt + Index" preserve="1" userDrawn="1">
  <p:cSld name="Text + Index">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lvl1pPr>
              <a:defRPr/>
            </a:lvl1pPr>
          </a:lstStyle>
          <a:p>
            <a:r>
              <a:rPr lang="de-DE"/>
              <a:t>Titelmasterformat durch Klicken bearbeiten</a:t>
            </a:r>
            <a:endParaRPr lang="en-US"/>
          </a:p>
        </p:txBody>
      </p:sp>
      <p:sp>
        <p:nvSpPr>
          <p:cNvPr id="13" name="cdtText Placeholder 12 Id13"/>
          <p:cNvSpPr>
            <a:spLocks noGrp="1"/>
          </p:cNvSpPr>
          <p:nvPr>
            <p:ph type="body" sz="quarter" idx="13"/>
            <p:custDataLst>
              <p:tags r:id="rId3"/>
            </p:custDataLst>
          </p:nvPr>
        </p:nvSpPr>
        <p:spPr>
          <a:xfrm>
            <a:off x="627063" y="1440000"/>
            <a:ext cx="3887914"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5" name="cdtTextplatzhalter 12 Id5"/>
          <p:cNvSpPr>
            <a:spLocks noGrp="1"/>
          </p:cNvSpPr>
          <p:nvPr>
            <p:ph type="body" sz="quarter" idx="14" hasCustomPrompt="1"/>
            <p:custDataLst>
              <p:tags r:id="rId4"/>
            </p:custDataLst>
          </p:nvPr>
        </p:nvSpPr>
        <p:spPr bwMode="auto">
          <a:xfrm>
            <a:off x="4658995" y="1440000"/>
            <a:ext cx="7539355" cy="4752000"/>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a:t>Click to edit the </a:t>
            </a:r>
            <a:r>
              <a:rPr lang="en-US" err="1"/>
              <a:t>toc</a:t>
            </a:r>
            <a:r>
              <a:rPr lang="en-US"/>
              <a:t> / contact</a:t>
            </a:r>
          </a:p>
          <a:p>
            <a:pPr lvl="1"/>
            <a:r>
              <a:rPr lang="en-US"/>
              <a:t>chapter</a:t>
            </a:r>
          </a:p>
          <a:p>
            <a:pPr lvl="2"/>
            <a:r>
              <a:rPr lang="en-US"/>
              <a:t>active chapter</a:t>
            </a:r>
          </a:p>
          <a:p>
            <a:pPr lvl="3"/>
            <a:r>
              <a:rPr lang="en-US"/>
              <a:t>subchapter</a:t>
            </a:r>
          </a:p>
          <a:p>
            <a:pPr lvl="4"/>
            <a:r>
              <a:rPr lang="en-US"/>
              <a:t>active subchapter</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ree Content" type="titleOnly" preserve="1">
  <p:cSld name="Free Content">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0"/>
            <a:ext cx="1219835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lang="de-DE"/>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2000"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grpSp>
        <p:nvGrpSpPr>
          <p:cNvPr id="5" name="Group 33"/>
          <p:cNvGrpSpPr>
            <a:grpSpLocks noChangeAspect="1"/>
          </p:cNvGrpSpPr>
          <p:nvPr userDrawn="1"/>
        </p:nvGrpSpPr>
        <p:grpSpPr bwMode="auto">
          <a:xfrm>
            <a:off x="9555163" y="323850"/>
            <a:ext cx="2159000" cy="914400"/>
            <a:chOff x="6019" y="204"/>
            <a:chExt cx="1360" cy="576"/>
          </a:xfrm>
        </p:grpSpPr>
        <p:sp>
          <p:nvSpPr>
            <p:cNvPr id="6"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extLst>
      <p:ext uri="{BB962C8B-B14F-4D97-AF65-F5344CB8AC3E}">
        <p14:creationId xmlns:p14="http://schemas.microsoft.com/office/powerpoint/2010/main" val="3366034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4" name="Bildplatzhalter 3"/>
          <p:cNvSpPr>
            <a:spLocks noGrp="1"/>
          </p:cNvSpPr>
          <p:nvPr>
            <p:ph type="pic" sz="quarter" idx="10"/>
          </p:nvPr>
        </p:nvSpPr>
        <p:spPr>
          <a:xfrm>
            <a:off x="0" y="1440000"/>
            <a:ext cx="12204000" cy="4752000"/>
          </a:xfrm>
        </p:spPr>
        <p:txBody>
          <a:bodyPr tIns="1800000"/>
          <a:lstStyle>
            <a:lvl1pPr algn="ctr">
              <a:defRPr/>
            </a:lvl1pPr>
          </a:lstStyle>
          <a:p>
            <a:endParaRPr lang="fr-FR"/>
          </a:p>
        </p:txBody>
      </p:sp>
      <p:grpSp>
        <p:nvGrpSpPr>
          <p:cNvPr id="5"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33144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chemeClr val="bg1"/>
                </a:solidFill>
              </a:defRPr>
            </a:lvl1pPr>
          </a:lstStyle>
          <a:p>
            <a:r>
              <a:rPr lang="de-DE"/>
              <a:t>Titelmasterformat durch Klicken bearbeiten</a:t>
            </a:r>
            <a:endParaRPr lang="fr-FR"/>
          </a:p>
        </p:txBody>
      </p:sp>
      <p:sp>
        <p:nvSpPr>
          <p:cNvPr id="4" name="Bildplatzhalter 3"/>
          <p:cNvSpPr>
            <a:spLocks noGrp="1"/>
          </p:cNvSpPr>
          <p:nvPr>
            <p:ph type="pic" sz="quarter" idx="10"/>
          </p:nvPr>
        </p:nvSpPr>
        <p:spPr>
          <a:xfrm>
            <a:off x="0" y="0"/>
            <a:ext cx="12196800" cy="6858000"/>
          </a:xfrm>
          <a:noFill/>
        </p:spPr>
        <p:txBody>
          <a:bodyPr tIns="1800000"/>
          <a:lstStyle>
            <a:lvl1pPr algn="ctr">
              <a:defRPr/>
            </a:lvl1pPr>
          </a:lstStyle>
          <a:p>
            <a:endParaRPr lang="fr-FR"/>
          </a:p>
        </p:txBody>
      </p:sp>
    </p:spTree>
    <p:extLst>
      <p:ext uri="{BB962C8B-B14F-4D97-AF65-F5344CB8AC3E}">
        <p14:creationId xmlns:p14="http://schemas.microsoft.com/office/powerpoint/2010/main" val="293159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bleed color area Dynamic Petrol">
    <p:bg>
      <p:bgRef idx="1001">
        <a:schemeClr val="bg1"/>
      </p:bgRef>
    </p:bg>
    <p:spTree>
      <p:nvGrpSpPr>
        <p:cNvPr id="1" name=""/>
        <p:cNvGrpSpPr/>
        <p:nvPr/>
      </p:nvGrpSpPr>
      <p:grpSpPr>
        <a:xfrm>
          <a:off x="0" y="0"/>
          <a:ext cx="0" cy="0"/>
          <a:chOff x="0" y="0"/>
          <a:chExt cx="0" cy="0"/>
        </a:xfrm>
      </p:grpSpPr>
      <p:grpSp>
        <p:nvGrpSpPr>
          <p:cNvPr id="7" name="Gruppieren 6"/>
          <p:cNvGrpSpPr/>
          <p:nvPr userDrawn="1"/>
        </p:nvGrpSpPr>
        <p:grpSpPr>
          <a:xfrm>
            <a:off x="0" y="0"/>
            <a:ext cx="12198350" cy="6861907"/>
            <a:chOff x="0" y="0"/>
            <a:chExt cx="12198350" cy="6861907"/>
          </a:xfrm>
        </p:grpSpPr>
        <p:sp>
          <p:nvSpPr>
            <p:cNvPr id="4" name="Rechteck 3"/>
            <p:cNvSpPr/>
            <p:nvPr userDrawn="1"/>
          </p:nvSpPr>
          <p:spPr bwMode="auto">
            <a:xfrm>
              <a:off x="0" y="0"/>
              <a:ext cx="12198350" cy="6861907"/>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fr-FR" sz="1800">
                <a:solidFill>
                  <a:schemeClr val="tx1"/>
                </a:solidFill>
                <a:latin typeface="+mn-lt"/>
                <a:ea typeface="Arial Unicode MS" panose="020B0604020202020204" pitchFamily="34" charset="-128"/>
                <a:cs typeface="Arial Unicode MS" panose="020B0604020202020204" pitchFamily="34" charset="-128"/>
              </a:endParaRPr>
            </a:p>
          </p:txBody>
        </p:sp>
        <p:sp>
          <p:nvSpPr>
            <p:cNvPr id="6" name="Rechteck 5"/>
            <p:cNvSpPr/>
            <p:nvPr userDrawn="1"/>
          </p:nvSpPr>
          <p:spPr bwMode="auto">
            <a:xfrm>
              <a:off x="0" y="0"/>
              <a:ext cx="12198350" cy="6861907"/>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fr-FR"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 name="Titel 1"/>
          <p:cNvSpPr>
            <a:spLocks noGrp="1"/>
          </p:cNvSpPr>
          <p:nvPr>
            <p:ph type="title"/>
          </p:nvPr>
        </p:nvSpPr>
        <p:spPr/>
        <p:txBody>
          <a:bodyPr/>
          <a:lstStyle>
            <a:lvl1pPr>
              <a:defRPr>
                <a:solidFill>
                  <a:schemeClr val="bg1"/>
                </a:solidFill>
              </a:defRPr>
            </a:lvl1pPr>
          </a:lstStyle>
          <a:p>
            <a:r>
              <a:rPr lang="de-DE"/>
              <a:t>Titelmasterformat durch Klicken bearbeiten</a:t>
            </a:r>
            <a:endParaRPr lang="fr-FR"/>
          </a:p>
        </p:txBody>
      </p:sp>
    </p:spTree>
    <p:extLst>
      <p:ext uri="{BB962C8B-B14F-4D97-AF65-F5344CB8AC3E}">
        <p14:creationId xmlns:p14="http://schemas.microsoft.com/office/powerpoint/2010/main" val="75376607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bleed color area Blue light">
    <p:bg>
      <p:bgRef idx="1001">
        <a:schemeClr val="bg1"/>
      </p:bgRef>
    </p:bg>
    <p:spTree>
      <p:nvGrpSpPr>
        <p:cNvPr id="1" name=""/>
        <p:cNvGrpSpPr/>
        <p:nvPr/>
      </p:nvGrpSpPr>
      <p:grpSpPr>
        <a:xfrm>
          <a:off x="0" y="0"/>
          <a:ext cx="0" cy="0"/>
          <a:chOff x="0" y="0"/>
          <a:chExt cx="0" cy="0"/>
        </a:xfrm>
      </p:grpSpPr>
      <p:sp>
        <p:nvSpPr>
          <p:cNvPr id="3" name="Rechteck 2"/>
          <p:cNvSpPr/>
          <p:nvPr userDrawn="1"/>
        </p:nvSpPr>
        <p:spPr bwMode="auto">
          <a:xfrm>
            <a:off x="0" y="0"/>
            <a:ext cx="12198350" cy="6861907"/>
          </a:xfrm>
          <a:prstGeom prst="rect">
            <a:avLst/>
          </a:prstGeom>
          <a:solidFill>
            <a:srgbClr val="50BED7"/>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fr-FR" sz="1800">
              <a:solidFill>
                <a:schemeClr val="tx1"/>
              </a:solidFill>
              <a:latin typeface="+mn-lt"/>
              <a:ea typeface="Arial Unicode MS" panose="020B0604020202020204" pitchFamily="34" charset="-128"/>
              <a:cs typeface="Arial Unicode MS" panose="020B0604020202020204" pitchFamily="34" charset="-128"/>
            </a:endParaRPr>
          </a:p>
        </p:txBody>
      </p:sp>
      <p:sp>
        <p:nvSpPr>
          <p:cNvPr id="2" name="Titel 1"/>
          <p:cNvSpPr>
            <a:spLocks noGrp="1"/>
          </p:cNvSpPr>
          <p:nvPr>
            <p:ph type="title"/>
          </p:nvPr>
        </p:nvSpPr>
        <p:spPr/>
        <p:txBody>
          <a:bodyPr/>
          <a:lstStyle>
            <a:lvl1pPr>
              <a:defRPr>
                <a:solidFill>
                  <a:schemeClr val="bg1"/>
                </a:solidFill>
              </a:defRPr>
            </a:lvl1pPr>
          </a:lstStyle>
          <a:p>
            <a:r>
              <a:rPr lang="de-DE"/>
              <a:t>Titelmasterformat durch Klicken bearbeiten</a:t>
            </a:r>
            <a:endParaRPr lang="fr-FR"/>
          </a:p>
        </p:txBody>
      </p:sp>
    </p:spTree>
    <p:extLst>
      <p:ext uri="{BB962C8B-B14F-4D97-AF65-F5344CB8AC3E}">
        <p14:creationId xmlns:p14="http://schemas.microsoft.com/office/powerpoint/2010/main" val="197993143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object (large)" type="obj" preserve="1">
  <p:cSld name="One object (large)">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4752000"/>
          </a:xfrm>
        </p:spPr>
        <p:txBody>
          <a:bodyPr/>
          <a:lstStyle>
            <a:lvl1pPr>
              <a:buFont typeface="Arial" pitchFamily="34" charset="0"/>
              <a:buNone/>
              <a:defRPr/>
            </a:lvl1p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object (small)" type="obj" preserve="1">
  <p:cSld name="One object (small)">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6768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type="twoObj" preserve="1">
  <p:cSld name="Two columns">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lang="de-DE"/>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2000"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sp>
        <p:nvSpPr>
          <p:cNvPr id="3" name="cdtContent Placeholder 2 Id3"/>
          <p:cNvSpPr>
            <a:spLocks noGrp="1"/>
          </p:cNvSpPr>
          <p:nvPr>
            <p:ph sz="half" idx="1"/>
            <p:custDataLst>
              <p:tags r:id="rId3"/>
            </p:custDataLst>
          </p:nvPr>
        </p:nvSpPr>
        <p:spPr>
          <a:xfrm>
            <a:off x="627063" y="1440000"/>
            <a:ext cx="5472112" cy="4752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4" name="cdtContent Placeholder 3 Id4"/>
          <p:cNvSpPr>
            <a:spLocks noGrp="1"/>
          </p:cNvSpPr>
          <p:nvPr>
            <p:ph sz="half" idx="2"/>
            <p:custDataLst>
              <p:tags r:id="rId4"/>
            </p:custDataLst>
          </p:nvPr>
        </p:nvSpPr>
        <p:spPr>
          <a:xfrm>
            <a:off x="6243638" y="1440000"/>
            <a:ext cx="5472112" cy="4752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extLst>
      <p:ext uri="{BB962C8B-B14F-4D97-AF65-F5344CB8AC3E}">
        <p14:creationId xmlns:p14="http://schemas.microsoft.com/office/powerpoint/2010/main" val="16070859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two image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endParaRPr lang="fr-FR"/>
          </a:p>
        </p:txBody>
      </p:sp>
      <p:sp>
        <p:nvSpPr>
          <p:cNvPr id="3" name="cdtContent Placeholder 2 Id3"/>
          <p:cNvSpPr>
            <a:spLocks noGrp="1"/>
          </p:cNvSpPr>
          <p:nvPr>
            <p:ph sz="half" idx="1"/>
            <p:custDataLst>
              <p:tags r:id="rId1"/>
            </p:custDataLst>
          </p:nvPr>
        </p:nvSpPr>
        <p:spPr>
          <a:xfrm>
            <a:off x="627063" y="1440000"/>
            <a:ext cx="5472112" cy="4752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5" name="Bildplatzhalter 4"/>
          <p:cNvSpPr>
            <a:spLocks noGrp="1"/>
          </p:cNvSpPr>
          <p:nvPr>
            <p:ph type="pic" sz="quarter" idx="10"/>
          </p:nvPr>
        </p:nvSpPr>
        <p:spPr>
          <a:xfrm>
            <a:off x="6243637" y="1440000"/>
            <a:ext cx="5472000" cy="2304000"/>
          </a:xfrm>
        </p:spPr>
        <p:txBody>
          <a:bodyPr tIns="648000"/>
          <a:lstStyle>
            <a:lvl1pPr algn="ctr">
              <a:defRPr/>
            </a:lvl1pPr>
          </a:lstStyle>
          <a:p>
            <a:endParaRPr lang="fr-FR"/>
          </a:p>
        </p:txBody>
      </p:sp>
      <p:sp>
        <p:nvSpPr>
          <p:cNvPr id="6" name="Bildplatzhalter 4"/>
          <p:cNvSpPr>
            <a:spLocks noGrp="1"/>
          </p:cNvSpPr>
          <p:nvPr>
            <p:ph type="pic" sz="quarter" idx="11"/>
          </p:nvPr>
        </p:nvSpPr>
        <p:spPr>
          <a:xfrm>
            <a:off x="6243637" y="3888000"/>
            <a:ext cx="5472000" cy="2304000"/>
          </a:xfrm>
        </p:spPr>
        <p:txBody>
          <a:bodyPr tIns="648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7347655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two images 2">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3" name="cdtContent Placeholder 2 Id3"/>
          <p:cNvSpPr>
            <a:spLocks noGrp="1"/>
          </p:cNvSpPr>
          <p:nvPr>
            <p:ph sz="half" idx="1"/>
            <p:custDataLst>
              <p:tags r:id="rId1"/>
            </p:custDataLst>
          </p:nvPr>
        </p:nvSpPr>
        <p:spPr>
          <a:xfrm>
            <a:off x="627063" y="1440000"/>
            <a:ext cx="5904000" cy="4752000"/>
          </a:xfrm>
          <a:solidFill>
            <a:schemeClr val="accent2"/>
          </a:solidFill>
          <a:ln w="9525">
            <a:noFill/>
            <a:miter lim="800000"/>
            <a:headEnd/>
            <a:tailEnd/>
          </a:ln>
        </p:spPr>
        <p:txBody>
          <a:bodyPr vert="horz" wrap="square" lIns="288000" tIns="252000" rIns="576000" bIns="25200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5" name="Bildplatzhalter 4"/>
          <p:cNvSpPr>
            <a:spLocks noGrp="1"/>
          </p:cNvSpPr>
          <p:nvPr>
            <p:ph type="pic" sz="quarter" idx="10"/>
          </p:nvPr>
        </p:nvSpPr>
        <p:spPr>
          <a:xfrm>
            <a:off x="6243637" y="1746000"/>
            <a:ext cx="5472000" cy="1998000"/>
          </a:xfrm>
        </p:spPr>
        <p:txBody>
          <a:bodyPr tIns="648000"/>
          <a:lstStyle>
            <a:lvl1pPr algn="ctr">
              <a:defRPr/>
            </a:lvl1pPr>
          </a:lstStyle>
          <a:p>
            <a:endParaRPr lang="fr-FR"/>
          </a:p>
        </p:txBody>
      </p:sp>
      <p:sp>
        <p:nvSpPr>
          <p:cNvPr id="6" name="Bildplatzhalter 4"/>
          <p:cNvSpPr>
            <a:spLocks noGrp="1"/>
          </p:cNvSpPr>
          <p:nvPr>
            <p:ph type="pic" sz="quarter" idx="11"/>
          </p:nvPr>
        </p:nvSpPr>
        <p:spPr>
          <a:xfrm>
            <a:off x="6243637" y="3888000"/>
            <a:ext cx="5472000" cy="1998000"/>
          </a:xfrm>
        </p:spPr>
        <p:txBody>
          <a:bodyPr tIns="648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883715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rows" preserve="1" userDrawn="1">
  <p:cSld name="Two rows">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627063" y="3888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preserve="1" userDrawn="1">
  <p:cSld name="Three columns">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360045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4370388" y="1440000"/>
            <a:ext cx="3600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dtContent Placeholder 11 Id12"/>
          <p:cNvSpPr>
            <a:spLocks noGrp="1"/>
          </p:cNvSpPr>
          <p:nvPr>
            <p:ph sz="quarter" idx="14"/>
            <p:custDataLst>
              <p:tags r:id="rId5"/>
            </p:custDataLst>
          </p:nvPr>
        </p:nvSpPr>
        <p:spPr>
          <a:xfrm>
            <a:off x="8115750" y="1440000"/>
            <a:ext cx="3600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8"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objects" type="fourObj" preserve="1">
  <p:cSld name="Four objects">
    <p:spTree>
      <p:nvGrpSpPr>
        <p:cNvPr id="1" name=""/>
        <p:cNvGrpSpPr/>
        <p:nvPr/>
      </p:nvGrpSpPr>
      <p:grpSpPr>
        <a:xfrm>
          <a:off x="0" y="0"/>
          <a:ext cx="0" cy="0"/>
          <a:chOff x="0" y="0"/>
          <a:chExt cx="0" cy="0"/>
        </a:xfrm>
      </p:grpSpPr>
      <p:sp>
        <p:nvSpPr>
          <p:cNvPr id="2" name="cdtTitle 1 Id2"/>
          <p:cNvSpPr>
            <a:spLocks noGrp="1"/>
          </p:cNvSpPr>
          <p:nvPr>
            <p:ph type="title" sz="quarter"/>
            <p:custDataLst>
              <p:tags r:id="rId2"/>
            </p:custDataLst>
          </p:nvPr>
        </p:nvSpPr>
        <p:spPr>
          <a:xfrm>
            <a:off x="0" y="-1"/>
            <a:ext cx="1219835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lang="de-DE"/>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2000"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sp>
        <p:nvSpPr>
          <p:cNvPr id="3" name="cdtContent Placeholder 2 Id3"/>
          <p:cNvSpPr>
            <a:spLocks noGrp="1"/>
          </p:cNvSpPr>
          <p:nvPr>
            <p:ph sz="quarter" idx="1"/>
            <p:custDataLst>
              <p:tags r:id="rId3"/>
            </p:custDataLst>
          </p:nvPr>
        </p:nvSpPr>
        <p:spPr>
          <a:xfrm>
            <a:off x="627063" y="1440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4" name="cdtContent Placeholder 3 Id4"/>
          <p:cNvSpPr>
            <a:spLocks noGrp="1"/>
          </p:cNvSpPr>
          <p:nvPr>
            <p:ph sz="quarter" idx="2"/>
            <p:custDataLst>
              <p:tags r:id="rId4"/>
            </p:custDataLst>
          </p:nvPr>
        </p:nvSpPr>
        <p:spPr>
          <a:xfrm>
            <a:off x="6243638" y="1440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5" name="cdtContent Placeholder 4 Id5"/>
          <p:cNvSpPr>
            <a:spLocks noGrp="1"/>
          </p:cNvSpPr>
          <p:nvPr>
            <p:ph sz="quarter" idx="3"/>
            <p:custDataLst>
              <p:tags r:id="rId5"/>
            </p:custDataLst>
          </p:nvPr>
        </p:nvSpPr>
        <p:spPr>
          <a:xfrm>
            <a:off x="627063" y="3888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6" name="cdtContent Placeholder 5 Id6"/>
          <p:cNvSpPr>
            <a:spLocks noGrp="1"/>
          </p:cNvSpPr>
          <p:nvPr>
            <p:ph sz="quarter" idx="4"/>
            <p:custDataLst>
              <p:tags r:id="rId6"/>
            </p:custDataLst>
          </p:nvPr>
        </p:nvSpPr>
        <p:spPr>
          <a:xfrm>
            <a:off x="6243638" y="3888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grpSp>
        <p:nvGrpSpPr>
          <p:cNvPr id="9" name="Group 33"/>
          <p:cNvGrpSpPr>
            <a:grpSpLocks noChangeAspect="1"/>
          </p:cNvGrpSpPr>
          <p:nvPr userDrawn="1"/>
        </p:nvGrpSpPr>
        <p:grpSpPr bwMode="auto">
          <a:xfrm>
            <a:off x="9555163" y="323850"/>
            <a:ext cx="2159000" cy="914400"/>
            <a:chOff x="6019" y="204"/>
            <a:chExt cx="1360" cy="576"/>
          </a:xfrm>
        </p:grpSpPr>
        <p:sp>
          <p:nvSpPr>
            <p:cNvPr id="1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extLst>
      <p:ext uri="{BB962C8B-B14F-4D97-AF65-F5344CB8AC3E}">
        <p14:creationId xmlns:p14="http://schemas.microsoft.com/office/powerpoint/2010/main" val="2557672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ree Content + Navigation" preserve="1" userDrawn="1">
  <p:cSld name="Free Content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5" name="cdtTextplatzhalter 13 Id5"/>
          <p:cNvSpPr>
            <a:spLocks noGrp="1"/>
          </p:cNvSpPr>
          <p:nvPr>
            <p:ph type="body" sz="quarter" idx="13" hasCustomPrompt="1"/>
            <p:custDataLst>
              <p:tags r:id="rId3"/>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object (large) + Navigation" preserve="1" userDrawn="1">
  <p:cSld name="One object (large)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5" name="cdtTextplatzhalter 13 Id5"/>
          <p:cNvSpPr>
            <a:spLocks noGrp="1"/>
          </p:cNvSpPr>
          <p:nvPr>
            <p:ph type="body" sz="quarter" idx="13" hasCustomPrompt="1"/>
            <p:custDataLst>
              <p:tags r:id="rId4"/>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object (small) + Navigation" preserve="1" userDrawn="1">
  <p:cSld name="One object (small)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6768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6" name="cdtTextplatzhalter 13 Id6"/>
          <p:cNvSpPr>
            <a:spLocks noGrp="1"/>
          </p:cNvSpPr>
          <p:nvPr>
            <p:ph type="body" sz="quarter" idx="13" hasCustomPrompt="1"/>
            <p:custDataLst>
              <p:tags r:id="rId4"/>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8"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lumns + Navigation" preserve="1" userDrawn="1">
  <p:cSld name="Two column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4032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4804025" y="1440000"/>
            <a:ext cx="4032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6" name="cdtTextplatzhalter 13 Id6"/>
          <p:cNvSpPr>
            <a:spLocks noGrp="1"/>
          </p:cNvSpPr>
          <p:nvPr>
            <p:ph type="body" sz="quarter" idx="14" hasCustomPrompt="1"/>
            <p:custDataLst>
              <p:tags r:id="rId5"/>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columns + Navigation" preserve="1" userDrawn="1">
  <p:cSld name="Three column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2592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3362400" y="1440000"/>
            <a:ext cx="2736775"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dtContent Placeholder 11 Id12"/>
          <p:cNvSpPr>
            <a:spLocks noGrp="1"/>
          </p:cNvSpPr>
          <p:nvPr>
            <p:ph sz="quarter" idx="14"/>
            <p:custDataLst>
              <p:tags r:id="rId5"/>
            </p:custDataLst>
          </p:nvPr>
        </p:nvSpPr>
        <p:spPr>
          <a:xfrm>
            <a:off x="6243638" y="1440000"/>
            <a:ext cx="2592387"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7" name="cdtTextplatzhalter 13 Id7"/>
          <p:cNvSpPr>
            <a:spLocks noGrp="1"/>
          </p:cNvSpPr>
          <p:nvPr>
            <p:ph type="body" sz="quarter" idx="15" hasCustomPrompt="1"/>
            <p:custDataLst>
              <p:tags r:id="rId6"/>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8" name="Group 33"/>
          <p:cNvGrpSpPr>
            <a:grpSpLocks noChangeAspect="1"/>
          </p:cNvGrpSpPr>
          <p:nvPr userDrawn="1"/>
        </p:nvGrpSpPr>
        <p:grpSpPr bwMode="auto">
          <a:xfrm>
            <a:off x="9555163" y="323850"/>
            <a:ext cx="2159000" cy="914400"/>
            <a:chOff x="6019" y="204"/>
            <a:chExt cx="1360" cy="576"/>
          </a:xfrm>
        </p:grpSpPr>
        <p:sp>
          <p:nvSpPr>
            <p:cNvPr id="1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rows + Navigation" preserve="1" userDrawn="1">
  <p:cSld name="Two row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627063" y="3888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6" name="cdtTextplatzhalter 13 Id6"/>
          <p:cNvSpPr>
            <a:spLocks noGrp="1"/>
          </p:cNvSpPr>
          <p:nvPr>
            <p:ph type="body" sz="quarter" idx="14" hasCustomPrompt="1"/>
            <p:custDataLst>
              <p:tags r:id="rId5"/>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objects + Navigation" preserve="1" userDrawn="1">
  <p:cSld name="Four object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4804024" y="1440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dtContent Placeholder 11 Id12"/>
          <p:cNvSpPr>
            <a:spLocks noGrp="1"/>
          </p:cNvSpPr>
          <p:nvPr>
            <p:ph sz="quarter" idx="14"/>
            <p:custDataLst>
              <p:tags r:id="rId5"/>
            </p:custDataLst>
          </p:nvPr>
        </p:nvSpPr>
        <p:spPr>
          <a:xfrm>
            <a:off x="627063" y="3888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5" name="cdtContent Placeholder 14 Id15"/>
          <p:cNvSpPr>
            <a:spLocks noGrp="1"/>
          </p:cNvSpPr>
          <p:nvPr>
            <p:ph sz="quarter" idx="15"/>
            <p:custDataLst>
              <p:tags r:id="rId6"/>
            </p:custDataLst>
          </p:nvPr>
        </p:nvSpPr>
        <p:spPr>
          <a:xfrm>
            <a:off x="4804025" y="3888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dtTextplatzhalter 13 Id10"/>
          <p:cNvSpPr>
            <a:spLocks noGrp="1"/>
          </p:cNvSpPr>
          <p:nvPr>
            <p:ph type="body" sz="quarter" idx="16" hasCustomPrompt="1"/>
            <p:custDataLst>
              <p:tags r:id="rId7"/>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11" name="Group 33"/>
          <p:cNvGrpSpPr>
            <a:grpSpLocks noChangeAspect="1"/>
          </p:cNvGrpSpPr>
          <p:nvPr userDrawn="1"/>
        </p:nvGrpSpPr>
        <p:grpSpPr bwMode="auto">
          <a:xfrm>
            <a:off x="9555163" y="323850"/>
            <a:ext cx="2159000" cy="914400"/>
            <a:chOff x="6019" y="204"/>
            <a:chExt cx="1360" cy="576"/>
          </a:xfrm>
        </p:grpSpPr>
        <p:sp>
          <p:nvSpPr>
            <p:cNvPr id="14"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 Conta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4" name="cdtText Placeholder 12 Id13"/>
          <p:cNvSpPr>
            <a:spLocks noGrp="1"/>
          </p:cNvSpPr>
          <p:nvPr>
            <p:ph type="body" sz="quarter" idx="14" hasCustomPrompt="1"/>
            <p:custDataLst>
              <p:tags r:id="rId1"/>
            </p:custDataLst>
          </p:nvPr>
        </p:nvSpPr>
        <p:spPr bwMode="auto">
          <a:xfrm>
            <a:off x="4658996" y="1440000"/>
            <a:ext cx="7539354" cy="4752000"/>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a:t>Click to edit the </a:t>
            </a:r>
            <a:r>
              <a:rPr lang="en-US" err="1"/>
              <a:t>toc</a:t>
            </a:r>
            <a:r>
              <a:rPr lang="en-US"/>
              <a:t> / contact</a:t>
            </a:r>
          </a:p>
          <a:p>
            <a:pPr lvl="1"/>
            <a:r>
              <a:rPr lang="en-US"/>
              <a:t>chapter</a:t>
            </a:r>
          </a:p>
          <a:p>
            <a:pPr lvl="2"/>
            <a:r>
              <a:rPr lang="en-US"/>
              <a:t>active chapter</a:t>
            </a:r>
          </a:p>
          <a:p>
            <a:pPr lvl="3"/>
            <a:r>
              <a:rPr lang="en-US"/>
              <a:t>subchapter</a:t>
            </a:r>
          </a:p>
          <a:p>
            <a:pPr lvl="4"/>
            <a:r>
              <a:rPr lang="en-US"/>
              <a:t>active subchapter</a:t>
            </a:r>
          </a:p>
        </p:txBody>
      </p:sp>
      <p:sp>
        <p:nvSpPr>
          <p:cNvPr id="8" name="Bildplatzhalter 7"/>
          <p:cNvSpPr>
            <a:spLocks noGrp="1"/>
          </p:cNvSpPr>
          <p:nvPr>
            <p:ph type="pic" sz="quarter" idx="15"/>
          </p:nvPr>
        </p:nvSpPr>
        <p:spPr>
          <a:xfrm>
            <a:off x="0" y="1440000"/>
            <a:ext cx="4514400" cy="4752000"/>
          </a:xfrm>
        </p:spPr>
        <p:txBody>
          <a:bodyPr tIns="1800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790332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picture">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9322" t="21730" r="39007" b="36603"/>
          <a:stretch/>
        </p:blipFill>
        <p:spPr bwMode="invGray">
          <a:xfrm>
            <a:off x="1362" y="421"/>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a:t>Click to edit Master title style</a:t>
            </a:r>
            <a:endParaRPr lang="de-DE"/>
          </a:p>
        </p:txBody>
      </p:sp>
      <p:sp>
        <p:nvSpPr>
          <p:cNvPr id="3" name="Subtitle">
            <a:extLst>
              <a:ext uri="{FF2B5EF4-FFF2-40B4-BE49-F238E27FC236}">
                <a16:creationId xmlns:a16="http://schemas.microsoft.com/office/drawing/2014/main" id="{6800291B-8951-48A6-AA08-05DDABDCE8A0}"/>
              </a:ext>
            </a:extLst>
          </p:cNvPr>
          <p:cNvSpPr>
            <a:spLocks noGrp="1"/>
          </p:cNvSpPr>
          <p:nvPr userDrawn="1">
            <p:ph type="subTitle" idx="1" hasCustomPrompt="1"/>
          </p:nvPr>
        </p:nvSpPr>
        <p:spPr>
          <a:xfrm>
            <a:off x="627391" y="4528800"/>
            <a:ext cx="561791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Copyright">
            <a:extLst>
              <a:ext uri="{FF2B5EF4-FFF2-40B4-BE49-F238E27FC236}">
                <a16:creationId xmlns:a16="http://schemas.microsoft.com/office/drawing/2014/main" id="{D9F34F5F-2345-489B-AB7D-E407430D36F8}"/>
              </a:ext>
            </a:extLst>
          </p:cNvPr>
          <p:cNvSpPr txBox="1"/>
          <p:nvPr userDrawn="1"/>
        </p:nvSpPr>
        <p:spPr>
          <a:xfrm>
            <a:off x="6245301" y="6526800"/>
            <a:ext cx="5953049" cy="331200"/>
          </a:xfrm>
          <a:prstGeom prst="rect">
            <a:avLst/>
          </a:prstGeom>
          <a:noFill/>
        </p:spPr>
        <p:txBody>
          <a:bodyPr wrap="square" lIns="626400" tIns="0" rIns="482400" bIns="0" rtlCol="0">
            <a:noAutofit/>
          </a:bodyPr>
          <a:lstStyle/>
          <a:p>
            <a:pPr algn="r"/>
            <a:r>
              <a:rPr lang="de-DE" sz="1000" b="0" noProof="0">
                <a:solidFill>
                  <a:schemeClr val="tx1"/>
                </a:solidFill>
              </a:rPr>
              <a:t>Intern © Siemens Energy, 2021</a:t>
            </a:r>
            <a:endParaRPr lang="en-US" sz="1000" b="0" noProof="0">
              <a:solidFill>
                <a:schemeClr val="tx1"/>
              </a:solidFill>
            </a:endParaRPr>
          </a:p>
        </p:txBody>
      </p:sp>
      <p:sp>
        <p:nvSpPr>
          <p:cNvPr id="9" name="License statement">
            <a:extLst>
              <a:ext uri="{FF2B5EF4-FFF2-40B4-BE49-F238E27FC236}">
                <a16:creationId xmlns:a16="http://schemas.microsoft.com/office/drawing/2014/main" id="{239D0E4B-66A6-4FE5-BA27-541046B3DA99}"/>
              </a:ext>
            </a:extLst>
          </p:cNvPr>
          <p:cNvSpPr txBox="1"/>
          <p:nvPr userDrawn="1"/>
        </p:nvSpPr>
        <p:spPr>
          <a:xfrm>
            <a:off x="627390" y="6526800"/>
            <a:ext cx="5471784"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0" name="Logo">
            <a:extLst>
              <a:ext uri="{FF2B5EF4-FFF2-40B4-BE49-F238E27FC236}">
                <a16:creationId xmlns:a16="http://schemas.microsoft.com/office/drawing/2014/main" id="{BDE6CC66-01ED-4C38-82FB-6CE0F487EF18}"/>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277744880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picture 2">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7845" t="23917" r="40484" b="34416"/>
          <a:stretch/>
        </p:blipFill>
        <p:spPr bwMode="invGray">
          <a:xfrm>
            <a:off x="0" y="636"/>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a:t>Click to edit Master title style</a:t>
            </a:r>
            <a:endParaRPr lang="de-DE"/>
          </a:p>
        </p:txBody>
      </p:sp>
      <p:sp>
        <p:nvSpPr>
          <p:cNvPr id="3" name="Subtitle">
            <a:extLst>
              <a:ext uri="{FF2B5EF4-FFF2-40B4-BE49-F238E27FC236}">
                <a16:creationId xmlns:a16="http://schemas.microsoft.com/office/drawing/2014/main" id="{6800291B-8951-48A6-AA08-05DDABDCE8A0}"/>
              </a:ext>
            </a:extLst>
          </p:cNvPr>
          <p:cNvSpPr>
            <a:spLocks noGrp="1"/>
          </p:cNvSpPr>
          <p:nvPr userDrawn="1">
            <p:ph type="subTitle" idx="1" hasCustomPrompt="1"/>
          </p:nvPr>
        </p:nvSpPr>
        <p:spPr>
          <a:xfrm>
            <a:off x="627391" y="4528800"/>
            <a:ext cx="561791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Copyright">
            <a:extLst>
              <a:ext uri="{FF2B5EF4-FFF2-40B4-BE49-F238E27FC236}">
                <a16:creationId xmlns:a16="http://schemas.microsoft.com/office/drawing/2014/main" id="{D9F34F5F-2345-489B-AB7D-E407430D36F8}"/>
              </a:ext>
            </a:extLst>
          </p:cNvPr>
          <p:cNvSpPr txBox="1"/>
          <p:nvPr userDrawn="1"/>
        </p:nvSpPr>
        <p:spPr>
          <a:xfrm>
            <a:off x="6245301" y="6526800"/>
            <a:ext cx="5953049" cy="331200"/>
          </a:xfrm>
          <a:prstGeom prst="rect">
            <a:avLst/>
          </a:prstGeom>
          <a:noFill/>
        </p:spPr>
        <p:txBody>
          <a:bodyPr wrap="square" lIns="626400" tIns="0" rIns="482400" bIns="0" rtlCol="0">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9" name="License statement">
            <a:extLst>
              <a:ext uri="{FF2B5EF4-FFF2-40B4-BE49-F238E27FC236}">
                <a16:creationId xmlns:a16="http://schemas.microsoft.com/office/drawing/2014/main" id="{76370656-D639-4E4F-858E-95D5F039AB42}"/>
              </a:ext>
            </a:extLst>
          </p:cNvPr>
          <p:cNvSpPr txBox="1"/>
          <p:nvPr userDrawn="1"/>
        </p:nvSpPr>
        <p:spPr>
          <a:xfrm>
            <a:off x="627390" y="6526800"/>
            <a:ext cx="5471784"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1" name="Logo">
            <a:extLst>
              <a:ext uri="{FF2B5EF4-FFF2-40B4-BE49-F238E27FC236}">
                <a16:creationId xmlns:a16="http://schemas.microsoft.com/office/drawing/2014/main" id="{25CE1A5C-9916-4F19-AAA4-EDA02A87A1BA}"/>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1289828631"/>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Title picture 3">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0183" t="26979" r="38146" b="31354"/>
          <a:stretch/>
        </p:blipFill>
        <p:spPr bwMode="invGray">
          <a:xfrm>
            <a:off x="1359" y="424"/>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a:t>Click to edit Master title style</a:t>
            </a:r>
            <a:endParaRPr lang="de-DE"/>
          </a:p>
        </p:txBody>
      </p:sp>
      <p:sp>
        <p:nvSpPr>
          <p:cNvPr id="3" name="Subtitle">
            <a:extLst>
              <a:ext uri="{FF2B5EF4-FFF2-40B4-BE49-F238E27FC236}">
                <a16:creationId xmlns:a16="http://schemas.microsoft.com/office/drawing/2014/main" id="{6800291B-8951-48A6-AA08-05DDABDCE8A0}"/>
              </a:ext>
            </a:extLst>
          </p:cNvPr>
          <p:cNvSpPr>
            <a:spLocks noGrp="1"/>
          </p:cNvSpPr>
          <p:nvPr userDrawn="1">
            <p:ph type="subTitle" idx="1" hasCustomPrompt="1"/>
          </p:nvPr>
        </p:nvSpPr>
        <p:spPr>
          <a:xfrm>
            <a:off x="627391" y="4528800"/>
            <a:ext cx="561791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Copyright">
            <a:extLst>
              <a:ext uri="{FF2B5EF4-FFF2-40B4-BE49-F238E27FC236}">
                <a16:creationId xmlns:a16="http://schemas.microsoft.com/office/drawing/2014/main" id="{D9F34F5F-2345-489B-AB7D-E407430D36F8}"/>
              </a:ext>
            </a:extLst>
          </p:cNvPr>
          <p:cNvSpPr txBox="1"/>
          <p:nvPr userDrawn="1"/>
        </p:nvSpPr>
        <p:spPr>
          <a:xfrm>
            <a:off x="6245301" y="6526800"/>
            <a:ext cx="5953049" cy="331200"/>
          </a:xfrm>
          <a:prstGeom prst="rect">
            <a:avLst/>
          </a:prstGeom>
          <a:noFill/>
        </p:spPr>
        <p:txBody>
          <a:bodyPr wrap="square" lIns="626400" tIns="0" rIns="482400" bIns="0" rtlCol="0">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9" name="License statement">
            <a:extLst>
              <a:ext uri="{FF2B5EF4-FFF2-40B4-BE49-F238E27FC236}">
                <a16:creationId xmlns:a16="http://schemas.microsoft.com/office/drawing/2014/main" id="{990571EA-906B-4464-A50B-507D49D861B2}"/>
              </a:ext>
            </a:extLst>
          </p:cNvPr>
          <p:cNvSpPr txBox="1"/>
          <p:nvPr userDrawn="1"/>
        </p:nvSpPr>
        <p:spPr>
          <a:xfrm>
            <a:off x="627390" y="6526800"/>
            <a:ext cx="5471784"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1" name="Logo">
            <a:extLst>
              <a:ext uri="{FF2B5EF4-FFF2-40B4-BE49-F238E27FC236}">
                <a16:creationId xmlns:a16="http://schemas.microsoft.com/office/drawing/2014/main" id="{BB81BE19-DE56-4F9F-AB66-D4BBF7C27085}"/>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209758653"/>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picture 4">
    <p:bg>
      <p:bgRef idx="1001">
        <a:schemeClr val="bg1"/>
      </p:bgRef>
    </p:bg>
    <p:spTree>
      <p:nvGrpSpPr>
        <p:cNvPr id="1" name=""/>
        <p:cNvGrpSpPr/>
        <p:nvPr/>
      </p:nvGrpSpPr>
      <p:grpSpPr>
        <a:xfrm>
          <a:off x="0" y="0"/>
          <a:ext cx="0" cy="0"/>
          <a:chOff x="0" y="0"/>
          <a:chExt cx="0" cy="0"/>
        </a:xfrm>
      </p:grpSpPr>
      <p:pic>
        <p:nvPicPr>
          <p:cNvPr id="8" name="Graphic">
            <a:extLst>
              <a:ext uri="{FF2B5EF4-FFF2-40B4-BE49-F238E27FC236}">
                <a16:creationId xmlns:a16="http://schemas.microsoft.com/office/drawing/2014/main" id="{6FE31343-DBA1-4E1C-B310-3652C708DB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1675" t="21705" r="36127" b="36101"/>
          <a:stretch/>
        </p:blipFill>
        <p:spPr bwMode="invGray">
          <a:xfrm>
            <a:off x="0" y="424"/>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a:t>Click to edit Master title style</a:t>
            </a:r>
            <a:endParaRPr lang="de-DE"/>
          </a:p>
        </p:txBody>
      </p:sp>
      <p:sp>
        <p:nvSpPr>
          <p:cNvPr id="3" name="Subtitle">
            <a:extLst>
              <a:ext uri="{FF2B5EF4-FFF2-40B4-BE49-F238E27FC236}">
                <a16:creationId xmlns:a16="http://schemas.microsoft.com/office/drawing/2014/main" id="{6800291B-8951-48A6-AA08-05DDABDCE8A0}"/>
              </a:ext>
            </a:extLst>
          </p:cNvPr>
          <p:cNvSpPr>
            <a:spLocks noGrp="1"/>
          </p:cNvSpPr>
          <p:nvPr userDrawn="1">
            <p:ph type="subTitle" idx="1" hasCustomPrompt="1"/>
          </p:nvPr>
        </p:nvSpPr>
        <p:spPr>
          <a:xfrm>
            <a:off x="627391" y="4528800"/>
            <a:ext cx="5617910"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Copyright">
            <a:extLst>
              <a:ext uri="{FF2B5EF4-FFF2-40B4-BE49-F238E27FC236}">
                <a16:creationId xmlns:a16="http://schemas.microsoft.com/office/drawing/2014/main" id="{D9F34F5F-2345-489B-AB7D-E407430D36F8}"/>
              </a:ext>
            </a:extLst>
          </p:cNvPr>
          <p:cNvSpPr txBox="1"/>
          <p:nvPr userDrawn="1"/>
        </p:nvSpPr>
        <p:spPr>
          <a:xfrm>
            <a:off x="6245301" y="6526800"/>
            <a:ext cx="5953049" cy="331200"/>
          </a:xfrm>
          <a:prstGeom prst="rect">
            <a:avLst/>
          </a:prstGeom>
          <a:noFill/>
        </p:spPr>
        <p:txBody>
          <a:bodyPr wrap="square" lIns="626400" tIns="0" rIns="482400" bIns="0" rtlCol="0">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9" name="License statement">
            <a:extLst>
              <a:ext uri="{FF2B5EF4-FFF2-40B4-BE49-F238E27FC236}">
                <a16:creationId xmlns:a16="http://schemas.microsoft.com/office/drawing/2014/main" id="{4BDFE179-90A8-4E57-BD6D-D55F6E97F6BE}"/>
              </a:ext>
            </a:extLst>
          </p:cNvPr>
          <p:cNvSpPr txBox="1"/>
          <p:nvPr userDrawn="1"/>
        </p:nvSpPr>
        <p:spPr>
          <a:xfrm>
            <a:off x="627390" y="6526800"/>
            <a:ext cx="5471784"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1" name="Logo">
            <a:extLst>
              <a:ext uri="{FF2B5EF4-FFF2-40B4-BE49-F238E27FC236}">
                <a16:creationId xmlns:a16="http://schemas.microsoft.com/office/drawing/2014/main" id="{78ABE4E0-FB97-4BF6-9DC1-70C063009212}"/>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728423042"/>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color fill">
    <p:bg>
      <p:bgRef idx="1001">
        <a:schemeClr val="bg1"/>
      </p:bgRef>
    </p:bg>
    <p:spTree>
      <p:nvGrpSpPr>
        <p:cNvPr id="1" name=""/>
        <p:cNvGrpSpPr/>
        <p:nvPr/>
      </p:nvGrpSpPr>
      <p:grpSpPr>
        <a:xfrm>
          <a:off x="0" y="0"/>
          <a:ext cx="0" cy="0"/>
          <a:chOff x="0" y="0"/>
          <a:chExt cx="0" cy="0"/>
        </a:xfrm>
      </p:grpSpPr>
      <p:pic>
        <p:nvPicPr>
          <p:cNvPr id="6" name="Graphic">
            <a:extLst>
              <a:ext uri="{FF2B5EF4-FFF2-40B4-BE49-F238E27FC236}">
                <a16:creationId xmlns:a16="http://schemas.microsoft.com/office/drawing/2014/main" id="{FA11A8A9-D061-4109-B5C4-C3047D9EDE13}"/>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invGray">
          <a:xfrm>
            <a:off x="1" y="429"/>
            <a:ext cx="12198349" cy="6857143"/>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90" y="1414800"/>
            <a:ext cx="8211650" cy="3114000"/>
          </a:xfrm>
        </p:spPr>
        <p:txBody>
          <a:bodyPr lIns="0" tIns="0" bIns="0" anchor="b"/>
          <a:lstStyle>
            <a:lvl1pPr algn="l">
              <a:defRPr sz="4400">
                <a:solidFill>
                  <a:schemeClr val="tx1"/>
                </a:solidFill>
              </a:defRPr>
            </a:lvl1pPr>
          </a:lstStyle>
          <a:p>
            <a:r>
              <a:rPr lang="en-US"/>
              <a:t>Click to edit Master title style</a:t>
            </a:r>
            <a:endParaRPr lang="de-DE"/>
          </a:p>
        </p:txBody>
      </p:sp>
      <p:sp>
        <p:nvSpPr>
          <p:cNvPr id="3" name="Subtitle">
            <a:extLst>
              <a:ext uri="{FF2B5EF4-FFF2-40B4-BE49-F238E27FC236}">
                <a16:creationId xmlns:a16="http://schemas.microsoft.com/office/drawing/2014/main" id="{6800291B-8951-48A6-AA08-05DDABDCE8A0}"/>
              </a:ext>
            </a:extLst>
          </p:cNvPr>
          <p:cNvSpPr>
            <a:spLocks noGrp="1"/>
          </p:cNvSpPr>
          <p:nvPr userDrawn="1">
            <p:ph type="subTitle" idx="1" hasCustomPrompt="1"/>
          </p:nvPr>
        </p:nvSpPr>
        <p:spPr>
          <a:xfrm>
            <a:off x="627390" y="4528800"/>
            <a:ext cx="8211649"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15" name="Copyright">
            <a:extLst>
              <a:ext uri="{FF2B5EF4-FFF2-40B4-BE49-F238E27FC236}">
                <a16:creationId xmlns:a16="http://schemas.microsoft.com/office/drawing/2014/main" id="{43B07ABE-0FDD-4360-94CB-BE49F6F0B457}"/>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8" name="License statement">
            <a:extLst>
              <a:ext uri="{FF2B5EF4-FFF2-40B4-BE49-F238E27FC236}">
                <a16:creationId xmlns:a16="http://schemas.microsoft.com/office/drawing/2014/main" id="{C0045C3A-1F21-44D0-8D93-8AC33A04C18C}"/>
              </a:ext>
            </a:extLst>
          </p:cNvPr>
          <p:cNvSpPr txBox="1"/>
          <p:nvPr userDrawn="1"/>
        </p:nvSpPr>
        <p:spPr>
          <a:xfrm>
            <a:off x="627390" y="6526800"/>
            <a:ext cx="5471784"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0" name="Logo">
            <a:extLst>
              <a:ext uri="{FF2B5EF4-FFF2-40B4-BE49-F238E27FC236}">
                <a16:creationId xmlns:a16="http://schemas.microsoft.com/office/drawing/2014/main" id="{BB76785D-9D19-41C9-8176-187EE5D79AE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4192232175"/>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hapter title picture">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B5D6BABE-C707-41BC-BD10-0E77470B44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9322" t="21730" r="39007" b="36603"/>
          <a:stretch/>
        </p:blipFill>
        <p:spPr bwMode="invGray">
          <a:xfrm>
            <a:off x="1362" y="421"/>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noProof="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5618925"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21" name="Copyright">
            <a:extLst>
              <a:ext uri="{FF2B5EF4-FFF2-40B4-BE49-F238E27FC236}">
                <a16:creationId xmlns:a16="http://schemas.microsoft.com/office/drawing/2014/main" id="{71CD5254-1CE6-48F0-ABFF-AA178A1005BA}"/>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22" name="Page">
            <a:extLst>
              <a:ext uri="{FF2B5EF4-FFF2-40B4-BE49-F238E27FC236}">
                <a16:creationId xmlns:a16="http://schemas.microsoft.com/office/drawing/2014/main" id="{C287CBD3-96E7-4B61-B6DD-46430F096AD8}"/>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23" name="Date">
            <a:extLst>
              <a:ext uri="{FF2B5EF4-FFF2-40B4-BE49-F238E27FC236}">
                <a16:creationId xmlns:a16="http://schemas.microsoft.com/office/drawing/2014/main" id="{0108D4AB-9688-41D1-B0EE-85800E673924}"/>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
        <p:nvSpPr>
          <p:cNvPr id="11" name="License statement">
            <a:extLst>
              <a:ext uri="{FF2B5EF4-FFF2-40B4-BE49-F238E27FC236}">
                <a16:creationId xmlns:a16="http://schemas.microsoft.com/office/drawing/2014/main" id="{212F44C2-86F0-4F8F-80A6-4ED7F591836A}"/>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3" name="Logo">
            <a:extLst>
              <a:ext uri="{FF2B5EF4-FFF2-40B4-BE49-F238E27FC236}">
                <a16:creationId xmlns:a16="http://schemas.microsoft.com/office/drawing/2014/main" id="{1DC56BA1-A850-4AE0-A568-3D4B1B2442B8}"/>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2618588946"/>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hapter title picture 2">
    <p:bg>
      <p:bgRef idx="1001">
        <a:schemeClr val="bg1"/>
      </p:bgRef>
    </p:bg>
    <p:spTree>
      <p:nvGrpSpPr>
        <p:cNvPr id="1" name=""/>
        <p:cNvGrpSpPr/>
        <p:nvPr/>
      </p:nvGrpSpPr>
      <p:grpSpPr>
        <a:xfrm>
          <a:off x="0" y="0"/>
          <a:ext cx="0" cy="0"/>
          <a:chOff x="0" y="0"/>
          <a:chExt cx="0" cy="0"/>
        </a:xfrm>
      </p:grpSpPr>
      <p:pic>
        <p:nvPicPr>
          <p:cNvPr id="11" name="Graphic">
            <a:extLst>
              <a:ext uri="{FF2B5EF4-FFF2-40B4-BE49-F238E27FC236}">
                <a16:creationId xmlns:a16="http://schemas.microsoft.com/office/drawing/2014/main" id="{048807C0-F913-457F-BC6F-5FF8BB950F3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7845" t="23917" r="40484" b="34416"/>
          <a:stretch/>
        </p:blipFill>
        <p:spPr bwMode="invGray">
          <a:xfrm>
            <a:off x="0" y="636"/>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noProof="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5618925"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21" name="Copyright">
            <a:extLst>
              <a:ext uri="{FF2B5EF4-FFF2-40B4-BE49-F238E27FC236}">
                <a16:creationId xmlns:a16="http://schemas.microsoft.com/office/drawing/2014/main" id="{71CD5254-1CE6-48F0-ABFF-AA178A1005BA}"/>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22" name="Page">
            <a:extLst>
              <a:ext uri="{FF2B5EF4-FFF2-40B4-BE49-F238E27FC236}">
                <a16:creationId xmlns:a16="http://schemas.microsoft.com/office/drawing/2014/main" id="{C287CBD3-96E7-4B61-B6DD-46430F096AD8}"/>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3" name="Date">
            <a:extLst>
              <a:ext uri="{FF2B5EF4-FFF2-40B4-BE49-F238E27FC236}">
                <a16:creationId xmlns:a16="http://schemas.microsoft.com/office/drawing/2014/main" id="{1DE39B38-513C-4C4B-9F03-FC4B2D200743}"/>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
        <p:nvSpPr>
          <p:cNvPr id="15" name="License statement">
            <a:extLst>
              <a:ext uri="{FF2B5EF4-FFF2-40B4-BE49-F238E27FC236}">
                <a16:creationId xmlns:a16="http://schemas.microsoft.com/office/drawing/2014/main" id="{B1801D01-5487-4711-ADA6-1F6955CFB9B8}"/>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2" name="Logo">
            <a:extLst>
              <a:ext uri="{FF2B5EF4-FFF2-40B4-BE49-F238E27FC236}">
                <a16:creationId xmlns:a16="http://schemas.microsoft.com/office/drawing/2014/main" id="{8DBB9C8C-1FFC-4C10-8923-5BB14464CDFA}"/>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1969786253"/>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hapter title picture 3">
    <p:bg>
      <p:bgRef idx="1001">
        <a:schemeClr val="bg1"/>
      </p:bgRef>
    </p:bg>
    <p:spTree>
      <p:nvGrpSpPr>
        <p:cNvPr id="1" name=""/>
        <p:cNvGrpSpPr/>
        <p:nvPr/>
      </p:nvGrpSpPr>
      <p:grpSpPr>
        <a:xfrm>
          <a:off x="0" y="0"/>
          <a:ext cx="0" cy="0"/>
          <a:chOff x="0" y="0"/>
          <a:chExt cx="0" cy="0"/>
        </a:xfrm>
      </p:grpSpPr>
      <p:pic>
        <p:nvPicPr>
          <p:cNvPr id="12" name="Graphic">
            <a:extLst>
              <a:ext uri="{FF2B5EF4-FFF2-40B4-BE49-F238E27FC236}">
                <a16:creationId xmlns:a16="http://schemas.microsoft.com/office/drawing/2014/main" id="{53CB57DE-2231-4FB5-89CE-5E957E5B7EE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0183" t="26979" r="38146" b="31354"/>
          <a:stretch/>
        </p:blipFill>
        <p:spPr bwMode="invGray">
          <a:xfrm>
            <a:off x="1359" y="424"/>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noProof="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5618925"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21" name="Copyright">
            <a:extLst>
              <a:ext uri="{FF2B5EF4-FFF2-40B4-BE49-F238E27FC236}">
                <a16:creationId xmlns:a16="http://schemas.microsoft.com/office/drawing/2014/main" id="{71CD5254-1CE6-48F0-ABFF-AA178A1005BA}"/>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22" name="Page">
            <a:extLst>
              <a:ext uri="{FF2B5EF4-FFF2-40B4-BE49-F238E27FC236}">
                <a16:creationId xmlns:a16="http://schemas.microsoft.com/office/drawing/2014/main" id="{C287CBD3-96E7-4B61-B6DD-46430F096AD8}"/>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3" name="Date">
            <a:extLst>
              <a:ext uri="{FF2B5EF4-FFF2-40B4-BE49-F238E27FC236}">
                <a16:creationId xmlns:a16="http://schemas.microsoft.com/office/drawing/2014/main" id="{DB1A54EC-A3D1-455B-9B10-BD6E66386C62}"/>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
        <p:nvSpPr>
          <p:cNvPr id="15" name="License statement">
            <a:extLst>
              <a:ext uri="{FF2B5EF4-FFF2-40B4-BE49-F238E27FC236}">
                <a16:creationId xmlns:a16="http://schemas.microsoft.com/office/drawing/2014/main" id="{856ED8E8-9807-4F50-A174-877DAAC140D0}"/>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1" name="Logo">
            <a:extLst>
              <a:ext uri="{FF2B5EF4-FFF2-40B4-BE49-F238E27FC236}">
                <a16:creationId xmlns:a16="http://schemas.microsoft.com/office/drawing/2014/main" id="{56610667-D1F1-4DB1-8951-934EF4B90CE5}"/>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241855376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hapter title picture 4">
    <p:bg>
      <p:bgRef idx="1001">
        <a:schemeClr val="bg1"/>
      </p:bgRef>
    </p:bg>
    <p:spTree>
      <p:nvGrpSpPr>
        <p:cNvPr id="1" name=""/>
        <p:cNvGrpSpPr/>
        <p:nvPr/>
      </p:nvGrpSpPr>
      <p:grpSpPr>
        <a:xfrm>
          <a:off x="0" y="0"/>
          <a:ext cx="0" cy="0"/>
          <a:chOff x="0" y="0"/>
          <a:chExt cx="0" cy="0"/>
        </a:xfrm>
      </p:grpSpPr>
      <p:pic>
        <p:nvPicPr>
          <p:cNvPr id="11" name="Graphic">
            <a:extLst>
              <a:ext uri="{FF2B5EF4-FFF2-40B4-BE49-F238E27FC236}">
                <a16:creationId xmlns:a16="http://schemas.microsoft.com/office/drawing/2014/main" id="{CDC7F29D-098B-44AE-92AB-834812CDDFB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1675" t="21705" r="36127" b="36101"/>
          <a:stretch/>
        </p:blipFill>
        <p:spPr bwMode="invGray">
          <a:xfrm>
            <a:off x="0" y="424"/>
            <a:ext cx="12199551" cy="6858000"/>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89" y="1414800"/>
            <a:ext cx="5617912" cy="3114000"/>
          </a:xfrm>
        </p:spPr>
        <p:txBody>
          <a:bodyPr lIns="0" tIns="0" bIns="0" anchor="b"/>
          <a:lstStyle>
            <a:lvl1pPr algn="l">
              <a:defRPr sz="4400">
                <a:solidFill>
                  <a:schemeClr val="tx1"/>
                </a:solidFill>
              </a:defRPr>
            </a:lvl1pPr>
          </a:lstStyle>
          <a:p>
            <a:r>
              <a:rPr lang="en-US" noProof="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5618925"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0" name="Author | Department">
            <a:extLst>
              <a:ext uri="{FF2B5EF4-FFF2-40B4-BE49-F238E27FC236}">
                <a16:creationId xmlns:a16="http://schemas.microsoft.com/office/drawing/2014/main" id="{B5C9B423-8001-4689-BDBF-2B86ECB92366}"/>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21" name="Copyright">
            <a:extLst>
              <a:ext uri="{FF2B5EF4-FFF2-40B4-BE49-F238E27FC236}">
                <a16:creationId xmlns:a16="http://schemas.microsoft.com/office/drawing/2014/main" id="{71CD5254-1CE6-48F0-ABFF-AA178A1005BA}"/>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22" name="Page">
            <a:extLst>
              <a:ext uri="{FF2B5EF4-FFF2-40B4-BE49-F238E27FC236}">
                <a16:creationId xmlns:a16="http://schemas.microsoft.com/office/drawing/2014/main" id="{C287CBD3-96E7-4B61-B6DD-46430F096AD8}"/>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3" name="Date">
            <a:extLst>
              <a:ext uri="{FF2B5EF4-FFF2-40B4-BE49-F238E27FC236}">
                <a16:creationId xmlns:a16="http://schemas.microsoft.com/office/drawing/2014/main" id="{6087BB6B-DC15-4BC4-A21C-1782CB4DA419}"/>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
        <p:nvSpPr>
          <p:cNvPr id="15" name="License statement">
            <a:extLst>
              <a:ext uri="{FF2B5EF4-FFF2-40B4-BE49-F238E27FC236}">
                <a16:creationId xmlns:a16="http://schemas.microsoft.com/office/drawing/2014/main" id="{E9F4ECED-AAEC-41AE-AE05-A9B81D388383}"/>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2" name="Logo">
            <a:extLst>
              <a:ext uri="{FF2B5EF4-FFF2-40B4-BE49-F238E27FC236}">
                <a16:creationId xmlns:a16="http://schemas.microsoft.com/office/drawing/2014/main" id="{F208A3C6-5ED3-47CD-95C4-12C8971DEF08}"/>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346385222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title color fi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90" y="1414800"/>
            <a:ext cx="8211650" cy="3114000"/>
          </a:xfrm>
        </p:spPr>
        <p:txBody>
          <a:bodyPr lIns="0" tIns="0" bIns="0" anchor="b"/>
          <a:lstStyle>
            <a:lvl1pPr algn="l">
              <a:defRPr sz="4400">
                <a:solidFill>
                  <a:schemeClr val="accent2"/>
                </a:solidFill>
              </a:defRPr>
            </a:lvl1pPr>
          </a:lstStyle>
          <a:p>
            <a:r>
              <a:rPr lang="en-US" noProof="0"/>
              <a:t>Chapter divider</a:t>
            </a:r>
          </a:p>
        </p:txBody>
      </p:sp>
      <p:sp>
        <p:nvSpPr>
          <p:cNvPr id="4"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8212275" cy="899252"/>
          </a:xfrm>
        </p:spPr>
        <p:txBody>
          <a:bodyPr lIns="0" tIns="108000" anchor="t">
            <a:noAutofit/>
          </a:bodyPr>
          <a:lstStyle>
            <a:lvl1pPr marL="0" indent="0" algn="l">
              <a:buNone/>
              <a:defRPr sz="15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7" name="License statement">
            <a:extLst>
              <a:ext uri="{FF2B5EF4-FFF2-40B4-BE49-F238E27FC236}">
                <a16:creationId xmlns:a16="http://schemas.microsoft.com/office/drawing/2014/main" id="{D0DCD031-C87D-4337-8B6F-81915A0662B8}"/>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6" name="Logo">
            <a:extLst>
              <a:ext uri="{FF2B5EF4-FFF2-40B4-BE49-F238E27FC236}">
                <a16:creationId xmlns:a16="http://schemas.microsoft.com/office/drawing/2014/main" id="{4774ED4C-2CE3-4F97-9292-1D483D04AB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bwMode="black">
          <a:xfrm>
            <a:off x="10279515" y="468926"/>
            <a:ext cx="1440749" cy="496808"/>
          </a:xfrm>
          <a:prstGeom prst="rect">
            <a:avLst/>
          </a:prstGeom>
        </p:spPr>
      </p:pic>
    </p:spTree>
    <p:extLst>
      <p:ext uri="{BB962C8B-B14F-4D97-AF65-F5344CB8AC3E}">
        <p14:creationId xmlns:p14="http://schemas.microsoft.com/office/powerpoint/2010/main" val="82582110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hapter title color fill 2">
    <p:bg>
      <p:bgRef idx="1001">
        <a:schemeClr val="bg1"/>
      </p:bgRef>
    </p:bg>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5EEEC47E-29AF-4B44-A9C9-06E5C65189D2}"/>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invGray">
          <a:xfrm>
            <a:off x="1" y="429"/>
            <a:ext cx="12198349" cy="6857143"/>
          </a:xfrm>
          <a:prstGeom prst="rect">
            <a:avLst/>
          </a:prstGeom>
        </p:spPr>
      </p:pic>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90" y="1414800"/>
            <a:ext cx="8211650" cy="3114000"/>
          </a:xfrm>
        </p:spPr>
        <p:txBody>
          <a:bodyPr lIns="0" tIns="0" bIns="0" anchor="b"/>
          <a:lstStyle>
            <a:lvl1pPr algn="l">
              <a:defRPr sz="4400">
                <a:solidFill>
                  <a:schemeClr val="tx1"/>
                </a:solidFill>
              </a:defRPr>
            </a:lvl1pPr>
          </a:lstStyle>
          <a:p>
            <a:r>
              <a:rPr lang="en-US" noProof="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8212275"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21" name="Author | Department">
            <a:extLst>
              <a:ext uri="{FF2B5EF4-FFF2-40B4-BE49-F238E27FC236}">
                <a16:creationId xmlns:a16="http://schemas.microsoft.com/office/drawing/2014/main" id="{D68DCDC5-4F2B-44B6-8F0F-820176DFF1B3}"/>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22" name="Copyright">
            <a:extLst>
              <a:ext uri="{FF2B5EF4-FFF2-40B4-BE49-F238E27FC236}">
                <a16:creationId xmlns:a16="http://schemas.microsoft.com/office/drawing/2014/main" id="{7F37D979-5873-43CB-B2A0-7F29413E1A8E}"/>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23" name="Page">
            <a:extLst>
              <a:ext uri="{FF2B5EF4-FFF2-40B4-BE49-F238E27FC236}">
                <a16:creationId xmlns:a16="http://schemas.microsoft.com/office/drawing/2014/main" id="{03A6209B-0B23-4B14-8B9F-CD213A6E0968}"/>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4" name="Date">
            <a:extLst>
              <a:ext uri="{FF2B5EF4-FFF2-40B4-BE49-F238E27FC236}">
                <a16:creationId xmlns:a16="http://schemas.microsoft.com/office/drawing/2014/main" id="{135B676A-1967-447F-9CAE-69D52FC83DD5}"/>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
        <p:nvSpPr>
          <p:cNvPr id="15" name="License statement">
            <a:extLst>
              <a:ext uri="{FF2B5EF4-FFF2-40B4-BE49-F238E27FC236}">
                <a16:creationId xmlns:a16="http://schemas.microsoft.com/office/drawing/2014/main" id="{9FD4DA83-51C4-4A4B-A278-BEF26AF8F17F}"/>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1" name="Logo">
            <a:extLst>
              <a:ext uri="{FF2B5EF4-FFF2-40B4-BE49-F238E27FC236}">
                <a16:creationId xmlns:a16="http://schemas.microsoft.com/office/drawing/2014/main" id="{387AABCF-4385-4691-9A06-00F20F9065D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86652640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hapter title color fill 3">
    <p:bg>
      <p:bgRef idx="1001">
        <a:schemeClr val="bg1"/>
      </p:bgRef>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8417E295-392C-44FE-8176-B174ED9A229B}"/>
              </a:ext>
            </a:extLst>
          </p:cNvPr>
          <p:cNvSpPr/>
          <p:nvPr userDrawn="1"/>
        </p:nvSpPr>
        <p:spPr bwMode="invGray">
          <a:xfrm>
            <a:off x="-2" y="0"/>
            <a:ext cx="1219835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4D270123-9201-40C9-8724-1647E9A0C8F8}"/>
              </a:ext>
            </a:extLst>
          </p:cNvPr>
          <p:cNvSpPr>
            <a:spLocks noGrp="1"/>
          </p:cNvSpPr>
          <p:nvPr userDrawn="1">
            <p:ph type="ctrTitle" hasCustomPrompt="1"/>
          </p:nvPr>
        </p:nvSpPr>
        <p:spPr>
          <a:xfrm>
            <a:off x="627390" y="1414800"/>
            <a:ext cx="8211650" cy="3114000"/>
          </a:xfrm>
        </p:spPr>
        <p:txBody>
          <a:bodyPr lIns="0" tIns="0" bIns="0" anchor="b"/>
          <a:lstStyle>
            <a:lvl1pPr algn="l">
              <a:defRPr sz="4400">
                <a:solidFill>
                  <a:schemeClr val="tx1"/>
                </a:solidFill>
              </a:defRPr>
            </a:lvl1pPr>
          </a:lstStyle>
          <a:p>
            <a:r>
              <a:rPr lang="en-US" noProof="0"/>
              <a:t>Chapter divider</a:t>
            </a:r>
          </a:p>
        </p:txBody>
      </p:sp>
      <p:sp>
        <p:nvSpPr>
          <p:cNvPr id="8" name="Subtitle">
            <a:extLst>
              <a:ext uri="{FF2B5EF4-FFF2-40B4-BE49-F238E27FC236}">
                <a16:creationId xmlns:a16="http://schemas.microsoft.com/office/drawing/2014/main" id="{6800291B-8951-48A6-AA08-05DDABDCE8A0}"/>
              </a:ext>
            </a:extLst>
          </p:cNvPr>
          <p:cNvSpPr>
            <a:spLocks noGrp="1"/>
          </p:cNvSpPr>
          <p:nvPr>
            <p:ph type="subTitle" idx="1" hasCustomPrompt="1"/>
          </p:nvPr>
        </p:nvSpPr>
        <p:spPr>
          <a:xfrm>
            <a:off x="627391" y="4528800"/>
            <a:ext cx="8212275" cy="899252"/>
          </a:xfrm>
        </p:spPr>
        <p:txBody>
          <a:bodyPr lIns="0" tIns="108000" anchor="t">
            <a:noAutofit/>
          </a:bodyPr>
          <a:lstStyle>
            <a:lvl1pPr marL="0" indent="0" algn="l">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of presentation,</a:t>
            </a:r>
            <a:br>
              <a:rPr lang="en-US"/>
            </a:br>
            <a:r>
              <a:rPr lang="en-US"/>
              <a:t>English, Month 2020</a:t>
            </a:r>
          </a:p>
        </p:txBody>
      </p:sp>
      <p:sp>
        <p:nvSpPr>
          <p:cNvPr id="17" name="Author | Department">
            <a:extLst>
              <a:ext uri="{FF2B5EF4-FFF2-40B4-BE49-F238E27FC236}">
                <a16:creationId xmlns:a16="http://schemas.microsoft.com/office/drawing/2014/main" id="{26DFA7DF-409A-4EF9-98B8-082D9F0DFFA2}"/>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8" name="Copyright">
            <a:extLst>
              <a:ext uri="{FF2B5EF4-FFF2-40B4-BE49-F238E27FC236}">
                <a16:creationId xmlns:a16="http://schemas.microsoft.com/office/drawing/2014/main" id="{FBB07F48-7C23-4EE9-98FE-9F1E3B2F0CF9}"/>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9" name="Page">
            <a:extLst>
              <a:ext uri="{FF2B5EF4-FFF2-40B4-BE49-F238E27FC236}">
                <a16:creationId xmlns:a16="http://schemas.microsoft.com/office/drawing/2014/main" id="{729C0801-E71C-4366-8677-B076F4D6C490}"/>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2" name="Date">
            <a:extLst>
              <a:ext uri="{FF2B5EF4-FFF2-40B4-BE49-F238E27FC236}">
                <a16:creationId xmlns:a16="http://schemas.microsoft.com/office/drawing/2014/main" id="{82BE5B3D-7992-492A-8060-97136D5B3973}"/>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
        <p:nvSpPr>
          <p:cNvPr id="14" name="License statement">
            <a:extLst>
              <a:ext uri="{FF2B5EF4-FFF2-40B4-BE49-F238E27FC236}">
                <a16:creationId xmlns:a16="http://schemas.microsoft.com/office/drawing/2014/main" id="{B7CADBCA-4DE1-404E-BF7C-ADF2A140AC0F}"/>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11" name="Logo">
            <a:extLst>
              <a:ext uri="{FF2B5EF4-FFF2-40B4-BE49-F238E27FC236}">
                <a16:creationId xmlns:a16="http://schemas.microsoft.com/office/drawing/2014/main" id="{487C015F-913C-48DD-99E5-F1AEE0B2AC9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Tree>
    <p:extLst>
      <p:ext uri="{BB962C8B-B14F-4D97-AF65-F5344CB8AC3E}">
        <p14:creationId xmlns:p14="http://schemas.microsoft.com/office/powerpoint/2010/main" val="335489983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 Index">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F1C3F0AE-B730-4CA9-92F6-C1C6E956774E}"/>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6123" t="21730" r="42206" b="36603"/>
          <a:stretch/>
        </p:blipFill>
        <p:spPr bwMode="invGray">
          <a:xfrm>
            <a:off x="1361" y="425"/>
            <a:ext cx="12199551" cy="6858000"/>
          </a:xfrm>
          <a:prstGeom prst="rect">
            <a:avLst/>
          </a:prstGeom>
        </p:spPr>
      </p:pic>
      <p:sp>
        <p:nvSpPr>
          <p:cNvPr id="2" name="Table of contents">
            <a:extLst>
              <a:ext uri="{FF2B5EF4-FFF2-40B4-BE49-F238E27FC236}">
                <a16:creationId xmlns:a16="http://schemas.microsoft.com/office/drawing/2014/main" id="{989931F3-BF65-40DB-9BE0-80167D2EBFEC}"/>
              </a:ext>
            </a:extLst>
          </p:cNvPr>
          <p:cNvSpPr>
            <a:spLocks noGrp="1"/>
          </p:cNvSpPr>
          <p:nvPr>
            <p:ph type="title" hasCustomPrompt="1"/>
          </p:nvPr>
        </p:nvSpPr>
        <p:spPr/>
        <p:txBody>
          <a:bodyPr/>
          <a:lstStyle>
            <a:lvl1pPr>
              <a:defRPr>
                <a:solidFill>
                  <a:schemeClr val="tx1"/>
                </a:solidFill>
              </a:defRPr>
            </a:lvl1pPr>
          </a:lstStyle>
          <a:p>
            <a:r>
              <a:rPr lang="en-US"/>
              <a:t>Table of contents</a:t>
            </a:r>
          </a:p>
        </p:txBody>
      </p:sp>
      <p:sp>
        <p:nvSpPr>
          <p:cNvPr id="8" name="Table"/>
          <p:cNvSpPr>
            <a:spLocks noGrp="1"/>
          </p:cNvSpPr>
          <p:nvPr>
            <p:ph type="tbl" sz="quarter" idx="10" hasCustomPrompt="1"/>
          </p:nvPr>
        </p:nvSpPr>
        <p:spPr>
          <a:xfrm>
            <a:off x="627389" y="1522800"/>
            <a:ext cx="8212275" cy="4644000"/>
          </a:xfrm>
        </p:spPr>
        <p:txBody>
          <a:bodyPr/>
          <a:lstStyle>
            <a:lvl1pPr>
              <a:defRPr>
                <a:solidFill>
                  <a:schemeClr val="tx1"/>
                </a:solidFill>
              </a:defRPr>
            </a:lvl1pPr>
          </a:lstStyle>
          <a:p>
            <a:r>
              <a:rPr lang="de-DE"/>
              <a:t>Table</a:t>
            </a:r>
          </a:p>
        </p:txBody>
      </p:sp>
      <p:sp>
        <p:nvSpPr>
          <p:cNvPr id="6" name="Author | Department">
            <a:extLst>
              <a:ext uri="{FF2B5EF4-FFF2-40B4-BE49-F238E27FC236}">
                <a16:creationId xmlns:a16="http://schemas.microsoft.com/office/drawing/2014/main" id="{F1D626C4-116E-471D-A183-678A72706E84}"/>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9" name="Copyright">
            <a:extLst>
              <a:ext uri="{FF2B5EF4-FFF2-40B4-BE49-F238E27FC236}">
                <a16:creationId xmlns:a16="http://schemas.microsoft.com/office/drawing/2014/main" id="{78B59CFA-AFE0-4473-A60A-D84A1A90AE48}"/>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0" name="Page">
            <a:extLst>
              <a:ext uri="{FF2B5EF4-FFF2-40B4-BE49-F238E27FC236}">
                <a16:creationId xmlns:a16="http://schemas.microsoft.com/office/drawing/2014/main" id="{EFC6F67A-D89D-43AA-A5C1-18FB7E52FD1F}"/>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4" name="Date">
            <a:extLst>
              <a:ext uri="{FF2B5EF4-FFF2-40B4-BE49-F238E27FC236}">
                <a16:creationId xmlns:a16="http://schemas.microsoft.com/office/drawing/2014/main" id="{F6C6E93D-807F-4E17-B486-DCE68B9A6AD6}"/>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Tree>
    <p:extLst>
      <p:ext uri="{BB962C8B-B14F-4D97-AF65-F5344CB8AC3E}">
        <p14:creationId xmlns:p14="http://schemas.microsoft.com/office/powerpoint/2010/main" val="1721947231"/>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 Index">
    <p:spTree>
      <p:nvGrpSpPr>
        <p:cNvPr id="1" name=""/>
        <p:cNvGrpSpPr/>
        <p:nvPr/>
      </p:nvGrpSpPr>
      <p:grpSpPr>
        <a:xfrm>
          <a:off x="0" y="0"/>
          <a:ext cx="0" cy="0"/>
          <a:chOff x="0" y="0"/>
          <a:chExt cx="0" cy="0"/>
        </a:xfrm>
      </p:grpSpPr>
      <p:sp>
        <p:nvSpPr>
          <p:cNvPr id="2" name="Table of contents">
            <a:extLst>
              <a:ext uri="{FF2B5EF4-FFF2-40B4-BE49-F238E27FC236}">
                <a16:creationId xmlns:a16="http://schemas.microsoft.com/office/drawing/2014/main" id="{C41ED7A8-59A7-4A1B-85AB-660A43EF3AB4}"/>
              </a:ext>
            </a:extLst>
          </p:cNvPr>
          <p:cNvSpPr>
            <a:spLocks noGrp="1"/>
          </p:cNvSpPr>
          <p:nvPr>
            <p:ph type="title" hasCustomPrompt="1"/>
          </p:nvPr>
        </p:nvSpPr>
        <p:spPr/>
        <p:txBody>
          <a:bodyPr/>
          <a:lstStyle>
            <a:lvl1pPr>
              <a:defRPr/>
            </a:lvl1pPr>
          </a:lstStyle>
          <a:p>
            <a:r>
              <a:rPr lang="en-US" noProof="0"/>
              <a:t>Table of contents</a:t>
            </a:r>
            <a:endParaRPr lang="en-US"/>
          </a:p>
        </p:txBody>
      </p:sp>
      <p:sp>
        <p:nvSpPr>
          <p:cNvPr id="4" name="Table"/>
          <p:cNvSpPr>
            <a:spLocks noGrp="1"/>
          </p:cNvSpPr>
          <p:nvPr>
            <p:ph type="tbl" sz="quarter" idx="10" hasCustomPrompt="1"/>
          </p:nvPr>
        </p:nvSpPr>
        <p:spPr>
          <a:xfrm>
            <a:off x="627389" y="1522801"/>
            <a:ext cx="8212275" cy="4644575"/>
          </a:xfrm>
        </p:spPr>
        <p:txBody>
          <a:bodyPr/>
          <a:lstStyle>
            <a:lvl1pPr>
              <a:defRPr/>
            </a:lvl1pPr>
          </a:lstStyle>
          <a:p>
            <a:r>
              <a:rPr lang="en-US" noProof="0"/>
              <a:t>Table</a:t>
            </a:r>
          </a:p>
        </p:txBody>
      </p:sp>
    </p:spTree>
    <p:extLst>
      <p:ext uri="{BB962C8B-B14F-4D97-AF65-F5344CB8AC3E}">
        <p14:creationId xmlns:p14="http://schemas.microsoft.com/office/powerpoint/2010/main" val="21452630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 Index 2">
    <p:spTree>
      <p:nvGrpSpPr>
        <p:cNvPr id="1" name=""/>
        <p:cNvGrpSpPr/>
        <p:nvPr/>
      </p:nvGrpSpPr>
      <p:grpSpPr>
        <a:xfrm>
          <a:off x="0" y="0"/>
          <a:ext cx="0" cy="0"/>
          <a:chOff x="0" y="0"/>
          <a:chExt cx="0" cy="0"/>
        </a:xfrm>
      </p:grpSpPr>
      <p:sp>
        <p:nvSpPr>
          <p:cNvPr id="2" name="Table of contents">
            <a:extLst>
              <a:ext uri="{FF2B5EF4-FFF2-40B4-BE49-F238E27FC236}">
                <a16:creationId xmlns:a16="http://schemas.microsoft.com/office/drawing/2014/main" id="{C310531E-0CC7-4528-B1E6-9F819FD0E005}"/>
              </a:ext>
            </a:extLst>
          </p:cNvPr>
          <p:cNvSpPr>
            <a:spLocks noGrp="1"/>
          </p:cNvSpPr>
          <p:nvPr>
            <p:ph type="title" hasCustomPrompt="1"/>
          </p:nvPr>
        </p:nvSpPr>
        <p:spPr/>
        <p:txBody>
          <a:bodyPr/>
          <a:lstStyle>
            <a:lvl1pPr>
              <a:defRPr/>
            </a:lvl1pPr>
          </a:lstStyle>
          <a:p>
            <a:r>
              <a:rPr lang="en-US" noProof="0"/>
              <a:t>Table of contents</a:t>
            </a:r>
            <a:endParaRPr lang="en-US"/>
          </a:p>
        </p:txBody>
      </p:sp>
      <p:sp>
        <p:nvSpPr>
          <p:cNvPr id="4" name="Chapter 1">
            <a:extLst>
              <a:ext uri="{FF2B5EF4-FFF2-40B4-BE49-F238E27FC236}">
                <a16:creationId xmlns:a16="http://schemas.microsoft.com/office/drawing/2014/main" id="{3EF4C540-3305-446C-B3A6-5230FE8E1E68}"/>
              </a:ext>
            </a:extLst>
          </p:cNvPr>
          <p:cNvSpPr>
            <a:spLocks noGrp="1"/>
          </p:cNvSpPr>
          <p:nvPr>
            <p:ph type="body" sz="quarter" idx="16" hasCustomPrompt="1"/>
          </p:nvPr>
        </p:nvSpPr>
        <p:spPr>
          <a:xfrm>
            <a:off x="627390" y="1703388"/>
            <a:ext cx="2161125"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a:t>No.</a:t>
            </a:r>
          </a:p>
          <a:p>
            <a:pPr lvl="1"/>
            <a:r>
              <a:rPr lang="en-US" noProof="0"/>
              <a:t>Chapter</a:t>
            </a:r>
          </a:p>
          <a:p>
            <a:pPr lvl="2"/>
            <a:r>
              <a:rPr lang="en-US" noProof="0"/>
              <a:t>Topic</a:t>
            </a:r>
          </a:p>
        </p:txBody>
      </p:sp>
      <p:sp>
        <p:nvSpPr>
          <p:cNvPr id="14" name="Chapter 2">
            <a:extLst>
              <a:ext uri="{FF2B5EF4-FFF2-40B4-BE49-F238E27FC236}">
                <a16:creationId xmlns:a16="http://schemas.microsoft.com/office/drawing/2014/main" id="{F65B1E50-0024-482D-BD5A-7064672F6ACD}"/>
              </a:ext>
            </a:extLst>
          </p:cNvPr>
          <p:cNvSpPr>
            <a:spLocks noGrp="1"/>
          </p:cNvSpPr>
          <p:nvPr>
            <p:ph type="body" sz="quarter" idx="17" hasCustomPrompt="1"/>
          </p:nvPr>
        </p:nvSpPr>
        <p:spPr>
          <a:xfrm>
            <a:off x="2932258" y="1703388"/>
            <a:ext cx="2161125"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a:t>No.</a:t>
            </a:r>
          </a:p>
          <a:p>
            <a:pPr lvl="1"/>
            <a:r>
              <a:rPr lang="en-US" noProof="0"/>
              <a:t>Chapter</a:t>
            </a:r>
          </a:p>
          <a:p>
            <a:pPr lvl="2"/>
            <a:r>
              <a:rPr lang="en-US" noProof="0"/>
              <a:t>Topic</a:t>
            </a:r>
          </a:p>
        </p:txBody>
      </p:sp>
      <p:sp>
        <p:nvSpPr>
          <p:cNvPr id="15" name="Chapter 3">
            <a:extLst>
              <a:ext uri="{FF2B5EF4-FFF2-40B4-BE49-F238E27FC236}">
                <a16:creationId xmlns:a16="http://schemas.microsoft.com/office/drawing/2014/main" id="{8AC85E50-79A3-4CC2-85A0-1E361742F5E7}"/>
              </a:ext>
            </a:extLst>
          </p:cNvPr>
          <p:cNvSpPr>
            <a:spLocks noGrp="1"/>
          </p:cNvSpPr>
          <p:nvPr>
            <p:ph type="body" sz="quarter" idx="18" hasCustomPrompt="1"/>
          </p:nvPr>
        </p:nvSpPr>
        <p:spPr>
          <a:xfrm>
            <a:off x="5237126" y="1703388"/>
            <a:ext cx="2161125"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a:t>No.</a:t>
            </a:r>
          </a:p>
          <a:p>
            <a:pPr lvl="1"/>
            <a:r>
              <a:rPr lang="en-US" noProof="0"/>
              <a:t>Chapter</a:t>
            </a:r>
          </a:p>
          <a:p>
            <a:pPr lvl="2"/>
            <a:r>
              <a:rPr lang="en-US" noProof="0"/>
              <a:t>Topic</a:t>
            </a:r>
          </a:p>
        </p:txBody>
      </p:sp>
      <p:sp>
        <p:nvSpPr>
          <p:cNvPr id="16" name="Chapter 4">
            <a:extLst>
              <a:ext uri="{FF2B5EF4-FFF2-40B4-BE49-F238E27FC236}">
                <a16:creationId xmlns:a16="http://schemas.microsoft.com/office/drawing/2014/main" id="{6AEF1AD1-4DDB-4DBA-8C94-A0DA12F1A03A}"/>
              </a:ext>
            </a:extLst>
          </p:cNvPr>
          <p:cNvSpPr>
            <a:spLocks noGrp="1"/>
          </p:cNvSpPr>
          <p:nvPr>
            <p:ph type="body" sz="quarter" idx="19" hasCustomPrompt="1"/>
          </p:nvPr>
        </p:nvSpPr>
        <p:spPr>
          <a:xfrm>
            <a:off x="627390" y="3862388"/>
            <a:ext cx="2161125"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a:t>No.</a:t>
            </a:r>
          </a:p>
          <a:p>
            <a:pPr lvl="1"/>
            <a:r>
              <a:rPr lang="en-US" noProof="0"/>
              <a:t>Chapter</a:t>
            </a:r>
          </a:p>
          <a:p>
            <a:pPr lvl="2"/>
            <a:r>
              <a:rPr lang="en-US" noProof="0"/>
              <a:t>Topic</a:t>
            </a:r>
          </a:p>
        </p:txBody>
      </p:sp>
      <p:sp>
        <p:nvSpPr>
          <p:cNvPr id="17" name="Chapter 5">
            <a:extLst>
              <a:ext uri="{FF2B5EF4-FFF2-40B4-BE49-F238E27FC236}">
                <a16:creationId xmlns:a16="http://schemas.microsoft.com/office/drawing/2014/main" id="{018C79BC-8598-41F5-B6E1-0DB86A5FC94D}"/>
              </a:ext>
            </a:extLst>
          </p:cNvPr>
          <p:cNvSpPr>
            <a:spLocks noGrp="1"/>
          </p:cNvSpPr>
          <p:nvPr>
            <p:ph type="body" sz="quarter" idx="20" hasCustomPrompt="1"/>
          </p:nvPr>
        </p:nvSpPr>
        <p:spPr>
          <a:xfrm>
            <a:off x="2932258" y="3862388"/>
            <a:ext cx="2161125"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a:t>No.</a:t>
            </a:r>
          </a:p>
          <a:p>
            <a:pPr lvl="1"/>
            <a:r>
              <a:rPr lang="en-US" noProof="0"/>
              <a:t>Chapter</a:t>
            </a:r>
          </a:p>
          <a:p>
            <a:pPr lvl="2"/>
            <a:r>
              <a:rPr lang="en-US" noProof="0"/>
              <a:t>Topic</a:t>
            </a:r>
          </a:p>
        </p:txBody>
      </p:sp>
      <p:sp>
        <p:nvSpPr>
          <p:cNvPr id="18" name="Chapter 6">
            <a:extLst>
              <a:ext uri="{FF2B5EF4-FFF2-40B4-BE49-F238E27FC236}">
                <a16:creationId xmlns:a16="http://schemas.microsoft.com/office/drawing/2014/main" id="{92BB5C0A-7CAC-4620-92E5-253BEFF2D667}"/>
              </a:ext>
            </a:extLst>
          </p:cNvPr>
          <p:cNvSpPr>
            <a:spLocks noGrp="1"/>
          </p:cNvSpPr>
          <p:nvPr>
            <p:ph type="body" sz="quarter" idx="21" hasCustomPrompt="1"/>
          </p:nvPr>
        </p:nvSpPr>
        <p:spPr>
          <a:xfrm>
            <a:off x="5237126" y="3862388"/>
            <a:ext cx="2161125" cy="2016000"/>
          </a:xfrm>
        </p:spPr>
        <p:txBody>
          <a:bodyPr lIns="180000" tIns="108000"/>
          <a:lstStyle>
            <a:lvl1pPr>
              <a:lnSpc>
                <a:spcPct val="90000"/>
              </a:lnSpc>
              <a:spcAft>
                <a:spcPts val="1500"/>
              </a:spcAft>
              <a:defRPr sz="7200" b="1">
                <a:latin typeface="Times New Roman" panose="02020603050405020304" pitchFamily="18" charset="0"/>
                <a:cs typeface="Times New Roman" panose="02020603050405020304" pitchFamily="18" charset="0"/>
              </a:defRPr>
            </a:lvl1pPr>
            <a:lvl2pPr marL="0" indent="0">
              <a:buNone/>
              <a:defRPr b="1"/>
            </a:lvl2pPr>
            <a:lvl3pPr marL="0" indent="0">
              <a:buNone/>
              <a:defRPr/>
            </a:lvl3pPr>
          </a:lstStyle>
          <a:p>
            <a:pPr lvl="0"/>
            <a:r>
              <a:rPr lang="en-US" noProof="0"/>
              <a:t>No.</a:t>
            </a:r>
          </a:p>
          <a:p>
            <a:pPr lvl="1"/>
            <a:r>
              <a:rPr lang="en-US" noProof="0"/>
              <a:t>Chapter</a:t>
            </a:r>
          </a:p>
          <a:p>
            <a:pPr lvl="2"/>
            <a:r>
              <a:rPr lang="en-US" noProof="0"/>
              <a:t>Topic</a:t>
            </a:r>
          </a:p>
        </p:txBody>
      </p:sp>
    </p:spTree>
    <p:extLst>
      <p:ext uri="{BB962C8B-B14F-4D97-AF65-F5344CB8AC3E}">
        <p14:creationId xmlns:p14="http://schemas.microsoft.com/office/powerpoint/2010/main" val="12728871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F0A4C4D-EAF6-4487-9B40-402A183189E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407031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ree Content color fill">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0A44E71F-B859-4008-8A5B-83A328EBFCDD}"/>
              </a:ext>
            </a:extLst>
          </p:cNvPr>
          <p:cNvSpPr/>
          <p:nvPr userDrawn="1"/>
        </p:nvSpPr>
        <p:spPr>
          <a:xfrm>
            <a:off x="1" y="1414801"/>
            <a:ext cx="12198349" cy="47529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ED8BA2A0-402B-4423-B445-CE1431A1C15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097663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1" y="1414801"/>
            <a:ext cx="12198349" cy="4752975"/>
          </a:xfrm>
        </p:spPr>
        <p:txBody>
          <a:bodyPr lIns="626400" tIns="252000" rIns="144000" bIns="252000"/>
          <a:lstStyle>
            <a:lvl1pPr>
              <a:defRPr/>
            </a:lvl1pPr>
          </a:lstStyle>
          <a:p>
            <a:r>
              <a:rPr lang="en-US"/>
              <a:t>Click icon to add picture</a:t>
            </a:r>
          </a:p>
        </p:txBody>
      </p:sp>
      <p:sp>
        <p:nvSpPr>
          <p:cNvPr id="2" name="Title">
            <a:extLst>
              <a:ext uri="{FF2B5EF4-FFF2-40B4-BE49-F238E27FC236}">
                <a16:creationId xmlns:a16="http://schemas.microsoft.com/office/drawing/2014/main" id="{C7ACECF9-920E-4760-B49D-8F2920649E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307204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ingle large image without footer">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1414800"/>
            <a:ext cx="12198350" cy="5443199"/>
          </a:xfrm>
        </p:spPr>
        <p:txBody>
          <a:bodyPr lIns="626400" tIns="252000" rIns="144000" bIns="252000"/>
          <a:lstStyle>
            <a:lvl1pPr>
              <a:defRPr/>
            </a:lvl1pPr>
          </a:lstStyle>
          <a:p>
            <a:r>
              <a:rPr lang="en-US"/>
              <a:t>Click icon to add picture</a:t>
            </a:r>
          </a:p>
        </p:txBody>
      </p:sp>
      <p:sp>
        <p:nvSpPr>
          <p:cNvPr id="2" name="Title">
            <a:extLst>
              <a:ext uri="{FF2B5EF4-FFF2-40B4-BE49-F238E27FC236}">
                <a16:creationId xmlns:a16="http://schemas.microsoft.com/office/drawing/2014/main" id="{BD694A34-C7CA-48AB-8D23-B8EABFB0888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151695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rgbClr val="000000"/>
        </a:solidFill>
        <a:effectLst/>
      </p:bgPr>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0"/>
            <a:ext cx="12198350" cy="6858000"/>
          </a:xfrm>
          <a:solidFill>
            <a:schemeClr val="accent6"/>
          </a:solidFill>
        </p:spPr>
        <p:txBody>
          <a:bodyPr lIns="626400" tIns="234000" rIns="482400" bIns="626400" anchor="b" anchorCtr="0"/>
          <a:lstStyle>
            <a:lvl1pPr algn="r">
              <a:defRPr/>
            </a:lvl1pPr>
          </a:lstStyle>
          <a:p>
            <a:r>
              <a:rPr lang="en-US"/>
              <a:t>Click on the icon to add a </a:t>
            </a:r>
            <a:br>
              <a:rPr lang="en-US"/>
            </a:br>
            <a:r>
              <a:rPr lang="en-US"/>
              <a:t>sufficiently high-contrast image </a:t>
            </a:r>
            <a:br>
              <a:rPr lang="en-US"/>
            </a:br>
            <a:r>
              <a:rPr lang="en-US"/>
              <a:t>so that the heading is easy to read.</a:t>
            </a:r>
          </a:p>
        </p:txBody>
      </p:sp>
      <p:sp>
        <p:nvSpPr>
          <p:cNvPr id="2" name="Title">
            <a:extLst>
              <a:ext uri="{FF2B5EF4-FFF2-40B4-BE49-F238E27FC236}">
                <a16:creationId xmlns:a16="http://schemas.microsoft.com/office/drawing/2014/main" id="{A0C12949-F421-4D93-A5FF-4A495FF402F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784151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Big statement">
    <p:bg>
      <p:bgRef idx="1001">
        <a:schemeClr val="bg1"/>
      </p:bgRef>
    </p:bg>
    <p:spTree>
      <p:nvGrpSpPr>
        <p:cNvPr id="1" name=""/>
        <p:cNvGrpSpPr/>
        <p:nvPr/>
      </p:nvGrpSpPr>
      <p:grpSpPr>
        <a:xfrm>
          <a:off x="0" y="0"/>
          <a:ext cx="0" cy="0"/>
          <a:chOff x="0" y="0"/>
          <a:chExt cx="0" cy="0"/>
        </a:xfrm>
      </p:grpSpPr>
      <p:sp>
        <p:nvSpPr>
          <p:cNvPr id="5" name="Image">
            <a:extLst>
              <a:ext uri="{FF2B5EF4-FFF2-40B4-BE49-F238E27FC236}">
                <a16:creationId xmlns:a16="http://schemas.microsoft.com/office/drawing/2014/main" id="{A6102796-3A6D-4504-AE4D-6DAD764461A5}"/>
              </a:ext>
            </a:extLst>
          </p:cNvPr>
          <p:cNvSpPr>
            <a:spLocks noGrp="1"/>
          </p:cNvSpPr>
          <p:nvPr>
            <p:ph type="pic" sz="quarter" idx="10" hasCustomPrompt="1"/>
          </p:nvPr>
        </p:nvSpPr>
        <p:spPr>
          <a:xfrm>
            <a:off x="0" y="0"/>
            <a:ext cx="12198350" cy="6858000"/>
          </a:xfrm>
          <a:solidFill>
            <a:schemeClr val="accent6"/>
          </a:solidFill>
        </p:spPr>
        <p:txBody>
          <a:bodyPr lIns="626400" tIns="234000" rIns="482400" bIns="626400" anchor="b" anchorCtr="0"/>
          <a:lstStyle>
            <a:lvl1pPr algn="r">
              <a:defRPr>
                <a:solidFill>
                  <a:schemeClr val="tx1"/>
                </a:solidFill>
              </a:defRPr>
            </a:lvl1pPr>
          </a:lstStyle>
          <a:p>
            <a:r>
              <a:rPr lang="en-US"/>
              <a:t>Click on the icon to add a </a:t>
            </a:r>
            <a:br>
              <a:rPr lang="en-US"/>
            </a:br>
            <a:r>
              <a:rPr lang="en-US"/>
              <a:t>sufficiently high-contrast image </a:t>
            </a:r>
            <a:br>
              <a:rPr lang="en-US"/>
            </a:br>
            <a:r>
              <a:rPr lang="en-US"/>
              <a:t>so that the heading is easy to read.</a:t>
            </a:r>
          </a:p>
        </p:txBody>
      </p:sp>
      <p:sp>
        <p:nvSpPr>
          <p:cNvPr id="2" name="Title">
            <a:extLst>
              <a:ext uri="{FF2B5EF4-FFF2-40B4-BE49-F238E27FC236}">
                <a16:creationId xmlns:a16="http://schemas.microsoft.com/office/drawing/2014/main" id="{8B7679BF-476B-4936-B87E-CF0BADD38D6A}"/>
              </a:ext>
            </a:extLst>
          </p:cNvPr>
          <p:cNvSpPr>
            <a:spLocks noGrp="1"/>
          </p:cNvSpPr>
          <p:nvPr>
            <p:ph type="title" hasCustomPrompt="1"/>
          </p:nvPr>
        </p:nvSpPr>
        <p:spPr>
          <a:xfrm>
            <a:off x="6353" y="4799"/>
            <a:ext cx="6238948" cy="5873715"/>
          </a:xfrm>
          <a:noFill/>
        </p:spPr>
        <p:txBody>
          <a:bodyPr lIns="626400" tIns="900000" rIns="0" bIns="0" anchor="t"/>
          <a:lstStyle>
            <a:lvl1pPr algn="l">
              <a:defRPr sz="4400">
                <a:solidFill>
                  <a:schemeClr val="tx1"/>
                </a:solidFill>
              </a:defRPr>
            </a:lvl1pPr>
          </a:lstStyle>
          <a:p>
            <a:r>
              <a:rPr lang="en-US"/>
              <a:t>Big statement on a full size picture</a:t>
            </a:r>
            <a:endParaRPr lang="de-DE"/>
          </a:p>
        </p:txBody>
      </p:sp>
    </p:spTree>
    <p:extLst>
      <p:ext uri="{BB962C8B-B14F-4D97-AF65-F5344CB8AC3E}">
        <p14:creationId xmlns:p14="http://schemas.microsoft.com/office/powerpoint/2010/main" val="3683606584"/>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396FC1D-DB7A-4E51-83A7-D7995F9EE98F}"/>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p:txBody>
          <a:bodyPr/>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535061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A07FC25-F4AA-44AB-A199-BEA168878E6C}"/>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7390" y="1414801"/>
            <a:ext cx="6915600" cy="4752975"/>
          </a:xfrm>
        </p:spPr>
        <p:txBody>
          <a:bodyPr/>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755976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object (small) with Logo">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A07FC25-F4AA-44AB-A199-BEA168878E6C}"/>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7390" y="1414801"/>
            <a:ext cx="6915600" cy="4752975"/>
          </a:xfrm>
        </p:spPr>
        <p:txBody>
          <a:bodyPr/>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License statement">
            <a:extLst>
              <a:ext uri="{FF2B5EF4-FFF2-40B4-BE49-F238E27FC236}">
                <a16:creationId xmlns:a16="http://schemas.microsoft.com/office/drawing/2014/main" id="{8A8BFD76-D6D8-4CF7-9953-B1C9C522963C}"/>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5" name="Logo">
            <a:extLst>
              <a:ext uri="{FF2B5EF4-FFF2-40B4-BE49-F238E27FC236}">
                <a16:creationId xmlns:a16="http://schemas.microsoft.com/office/drawing/2014/main" id="{4DD39686-C426-4B02-B953-AC0AC4016A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bwMode="black">
          <a:xfrm>
            <a:off x="10279515" y="468926"/>
            <a:ext cx="1440749" cy="496808"/>
          </a:xfrm>
          <a:prstGeom prst="rect">
            <a:avLst/>
          </a:prstGeom>
        </p:spPr>
      </p:pic>
    </p:spTree>
    <p:extLst>
      <p:ext uri="{BB962C8B-B14F-4D97-AF65-F5344CB8AC3E}">
        <p14:creationId xmlns:p14="http://schemas.microsoft.com/office/powerpoint/2010/main" val="2747388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53AF9F3-C036-494E-93A9-EEB85375F3D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391" y="1414801"/>
            <a:ext cx="5474962" cy="4752975"/>
          </a:xfrm>
        </p:spPr>
        <p:txBody>
          <a:bodyPr/>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6245299" y="1414801"/>
            <a:ext cx="5474850" cy="4752975"/>
          </a:xfrm>
        </p:spPr>
        <p:txBody>
          <a:bodyPr/>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530202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s, two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6F8B4D2-6F05-469C-8BE4-52BAC6D34B39}"/>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7391" y="1414801"/>
            <a:ext cx="5474850" cy="4752975"/>
          </a:xfrm>
        </p:spPr>
        <p:txBody>
          <a:bodyPr/>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Image 1">
            <a:extLst>
              <a:ext uri="{FF2B5EF4-FFF2-40B4-BE49-F238E27FC236}">
                <a16:creationId xmlns:a16="http://schemas.microsoft.com/office/drawing/2014/main" id="{1F47DA09-C1B9-4F79-811C-47680DD13F06}"/>
              </a:ext>
            </a:extLst>
          </p:cNvPr>
          <p:cNvSpPr>
            <a:spLocks noGrp="1"/>
          </p:cNvSpPr>
          <p:nvPr>
            <p:ph type="pic" sz="quarter" idx="10" hasCustomPrompt="1"/>
          </p:nvPr>
        </p:nvSpPr>
        <p:spPr>
          <a:xfrm>
            <a:off x="6245300" y="1414801"/>
            <a:ext cx="5474850" cy="2305049"/>
          </a:xfrm>
        </p:spPr>
        <p:txBody>
          <a:bodyPr lIns="144000" tIns="144000" rIns="144000" bIns="144000"/>
          <a:lstStyle>
            <a:lvl1pPr>
              <a:defRPr/>
            </a:lvl1pPr>
          </a:lstStyle>
          <a:p>
            <a:r>
              <a:rPr lang="en-US"/>
              <a:t>Click icon to add picture</a:t>
            </a:r>
          </a:p>
        </p:txBody>
      </p:sp>
      <p:sp>
        <p:nvSpPr>
          <p:cNvPr id="8" name="Image 2">
            <a:extLst>
              <a:ext uri="{FF2B5EF4-FFF2-40B4-BE49-F238E27FC236}">
                <a16:creationId xmlns:a16="http://schemas.microsoft.com/office/drawing/2014/main" id="{B62DCAC0-0A0A-4FD1-9E6A-DFB48F5EAA12}"/>
              </a:ext>
            </a:extLst>
          </p:cNvPr>
          <p:cNvSpPr>
            <a:spLocks noGrp="1"/>
          </p:cNvSpPr>
          <p:nvPr>
            <p:ph type="pic" sz="quarter" idx="11" hasCustomPrompt="1"/>
          </p:nvPr>
        </p:nvSpPr>
        <p:spPr>
          <a:xfrm>
            <a:off x="6245300" y="3862725"/>
            <a:ext cx="5474850" cy="2305050"/>
          </a:xfrm>
        </p:spPr>
        <p:txBody>
          <a:bodyPr lIns="144000" tIns="144000" rIns="144000" bIns="144000" anchor="b" anchorCtr="0"/>
          <a:lstStyle>
            <a:lvl1pPr>
              <a:defRPr/>
            </a:lvl1pPr>
          </a:lstStyle>
          <a:p>
            <a:r>
              <a:rPr lang="en-US"/>
              <a:t>Click icon to add picture</a:t>
            </a:r>
          </a:p>
        </p:txBody>
      </p:sp>
    </p:spTree>
    <p:extLst>
      <p:ext uri="{BB962C8B-B14F-4D97-AF65-F5344CB8AC3E}">
        <p14:creationId xmlns:p14="http://schemas.microsoft.com/office/powerpoint/2010/main" val="14777345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s, two images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8888810-CDD3-4B31-A4AB-CEA6DE3D1718}"/>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bwMode="ltGray">
          <a:xfrm>
            <a:off x="0" y="1414801"/>
            <a:ext cx="6102353" cy="4752975"/>
          </a:xfrm>
          <a:gradFill>
            <a:gsLst>
              <a:gs pos="0">
                <a:schemeClr val="accent2"/>
              </a:gs>
              <a:gs pos="70000">
                <a:schemeClr val="tx2"/>
              </a:gs>
            </a:gsLst>
            <a:lin ang="13500000" scaled="1"/>
          </a:gradFill>
        </p:spPr>
        <p:txBody>
          <a:bodyPr lIns="626400" tIns="252000" rIns="144000" bIns="2520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Image 1">
            <a:extLst>
              <a:ext uri="{FF2B5EF4-FFF2-40B4-BE49-F238E27FC236}">
                <a16:creationId xmlns:a16="http://schemas.microsoft.com/office/drawing/2014/main" id="{1F47DA09-C1B9-4F79-811C-47680DD13F06}"/>
              </a:ext>
            </a:extLst>
          </p:cNvPr>
          <p:cNvSpPr>
            <a:spLocks noGrp="1"/>
          </p:cNvSpPr>
          <p:nvPr>
            <p:ph type="pic" sz="quarter" idx="10" hasCustomPrompt="1"/>
          </p:nvPr>
        </p:nvSpPr>
        <p:spPr>
          <a:xfrm>
            <a:off x="6245301" y="1414801"/>
            <a:ext cx="5953049" cy="2305049"/>
          </a:xfrm>
        </p:spPr>
        <p:txBody>
          <a:bodyPr lIns="144000" tIns="144000" rIns="144000" bIns="144000"/>
          <a:lstStyle>
            <a:lvl1pPr>
              <a:defRPr/>
            </a:lvl1pPr>
          </a:lstStyle>
          <a:p>
            <a:r>
              <a:rPr lang="en-US"/>
              <a:t>Click icon to add picture</a:t>
            </a:r>
          </a:p>
        </p:txBody>
      </p:sp>
      <p:sp>
        <p:nvSpPr>
          <p:cNvPr id="8" name="Image 2">
            <a:extLst>
              <a:ext uri="{FF2B5EF4-FFF2-40B4-BE49-F238E27FC236}">
                <a16:creationId xmlns:a16="http://schemas.microsoft.com/office/drawing/2014/main" id="{B62DCAC0-0A0A-4FD1-9E6A-DFB48F5EAA12}"/>
              </a:ext>
            </a:extLst>
          </p:cNvPr>
          <p:cNvSpPr>
            <a:spLocks noGrp="1"/>
          </p:cNvSpPr>
          <p:nvPr>
            <p:ph type="pic" sz="quarter" idx="11" hasCustomPrompt="1"/>
          </p:nvPr>
        </p:nvSpPr>
        <p:spPr>
          <a:xfrm>
            <a:off x="6245301" y="3862725"/>
            <a:ext cx="5953049" cy="2305050"/>
          </a:xfrm>
        </p:spPr>
        <p:txBody>
          <a:bodyPr lIns="144000" tIns="144000" rIns="144000" bIns="144000" anchor="b" anchorCtr="0"/>
          <a:lstStyle>
            <a:lvl1pPr>
              <a:defRPr/>
            </a:lvl1pPr>
          </a:lstStyle>
          <a:p>
            <a:r>
              <a:rPr lang="en-US"/>
              <a:t>Click icon to add picture</a:t>
            </a:r>
          </a:p>
        </p:txBody>
      </p:sp>
    </p:spTree>
    <p:extLst>
      <p:ext uri="{BB962C8B-B14F-4D97-AF65-F5344CB8AC3E}">
        <p14:creationId xmlns:p14="http://schemas.microsoft.com/office/powerpoint/2010/main" val="444282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row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7ECFA6D-1332-4048-BA8C-6F8F3DE9B02E}"/>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0" y="1414800"/>
            <a:ext cx="8839038" cy="2305050"/>
          </a:xfrm>
        </p:spPr>
        <p:txBody>
          <a:bodyPr lIns="62640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2" y="3862801"/>
            <a:ext cx="8839038" cy="2305049"/>
          </a:xfrm>
        </p:spPr>
        <p:txBody>
          <a:bodyPr lIns="62640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468215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A4DED40-DA39-4014-8DEE-94AA5379A75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391" y="1414800"/>
            <a:ext cx="3601875" cy="4752974"/>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4372890" y="1414800"/>
            <a:ext cx="3601875" cy="4752974"/>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3">
            <a:extLst>
              <a:ext uri="{FF2B5EF4-FFF2-40B4-BE49-F238E27FC236}">
                <a16:creationId xmlns:a16="http://schemas.microsoft.com/office/drawing/2014/main" id="{7AD2072B-7BD2-4A0D-8491-4973B658502C}"/>
              </a:ext>
            </a:extLst>
          </p:cNvPr>
          <p:cNvSpPr>
            <a:spLocks noGrp="1"/>
          </p:cNvSpPr>
          <p:nvPr>
            <p:ph sz="quarter" idx="12" hasCustomPrompt="1"/>
          </p:nvPr>
        </p:nvSpPr>
        <p:spPr>
          <a:xfrm>
            <a:off x="8118389" y="1414800"/>
            <a:ext cx="3601875" cy="4752974"/>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82186092"/>
      </p:ext>
    </p:extLst>
  </p:cSld>
  <p:clrMapOvr>
    <a:masterClrMapping/>
  </p:clrMapOvr>
  <p:extLst>
    <p:ext uri="{DCECCB84-F9BA-43D5-87BE-67443E8EF086}">
      <p15:sldGuideLst xmlns:p15="http://schemas.microsoft.com/office/powerpoint/2012/main">
        <p15:guide id="1" pos="5022">
          <p15:clr>
            <a:srgbClr val="009999"/>
          </p15:clr>
        </p15:guide>
        <p15:guide id="2" pos="5112">
          <p15:clr>
            <a:srgbClr val="009999"/>
          </p15:clr>
        </p15:guide>
        <p15:guide id="4" pos="2753">
          <p15:clr>
            <a:srgbClr val="009999"/>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lumns, three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E041062-6E58-45A3-B6A1-92507B394BAA}"/>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391" y="1701798"/>
            <a:ext cx="3601875" cy="1584000"/>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4372890" y="1701798"/>
            <a:ext cx="3601875" cy="1584000"/>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3">
            <a:extLst>
              <a:ext uri="{FF2B5EF4-FFF2-40B4-BE49-F238E27FC236}">
                <a16:creationId xmlns:a16="http://schemas.microsoft.com/office/drawing/2014/main" id="{7AD2072B-7BD2-4A0D-8491-4973B658502C}"/>
              </a:ext>
            </a:extLst>
          </p:cNvPr>
          <p:cNvSpPr>
            <a:spLocks noGrp="1"/>
          </p:cNvSpPr>
          <p:nvPr>
            <p:ph sz="quarter" idx="12" hasCustomPrompt="1"/>
          </p:nvPr>
        </p:nvSpPr>
        <p:spPr>
          <a:xfrm>
            <a:off x="8118389" y="1701798"/>
            <a:ext cx="3601875" cy="1584000"/>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Image 1">
            <a:extLst>
              <a:ext uri="{FF2B5EF4-FFF2-40B4-BE49-F238E27FC236}">
                <a16:creationId xmlns:a16="http://schemas.microsoft.com/office/drawing/2014/main" id="{D7FB36E4-9D48-40F9-8766-C9A9EB707245}"/>
              </a:ext>
            </a:extLst>
          </p:cNvPr>
          <p:cNvSpPr>
            <a:spLocks noGrp="1"/>
          </p:cNvSpPr>
          <p:nvPr>
            <p:ph type="pic" sz="quarter" idx="13" hasCustomPrompt="1"/>
          </p:nvPr>
        </p:nvSpPr>
        <p:spPr>
          <a:xfrm>
            <a:off x="627391" y="3285275"/>
            <a:ext cx="3601875" cy="2593238"/>
          </a:xfrm>
        </p:spPr>
        <p:txBody>
          <a:bodyPr lIns="144000" tIns="144000" rIns="144000" bIns="144000"/>
          <a:lstStyle>
            <a:lvl1pPr>
              <a:defRPr/>
            </a:lvl1pPr>
          </a:lstStyle>
          <a:p>
            <a:r>
              <a:rPr lang="en-US"/>
              <a:t>Click icon to add picture</a:t>
            </a:r>
          </a:p>
        </p:txBody>
      </p:sp>
      <p:sp>
        <p:nvSpPr>
          <p:cNvPr id="12" name="Image 2">
            <a:extLst>
              <a:ext uri="{FF2B5EF4-FFF2-40B4-BE49-F238E27FC236}">
                <a16:creationId xmlns:a16="http://schemas.microsoft.com/office/drawing/2014/main" id="{DB7AA95A-85B0-4FB5-A5A1-EA4243663C9F}"/>
              </a:ext>
            </a:extLst>
          </p:cNvPr>
          <p:cNvSpPr>
            <a:spLocks noGrp="1"/>
          </p:cNvSpPr>
          <p:nvPr>
            <p:ph type="pic" sz="quarter" idx="14" hasCustomPrompt="1"/>
          </p:nvPr>
        </p:nvSpPr>
        <p:spPr>
          <a:xfrm>
            <a:off x="4372890" y="3285275"/>
            <a:ext cx="3601875" cy="2593238"/>
          </a:xfrm>
        </p:spPr>
        <p:txBody>
          <a:bodyPr lIns="144000" tIns="144000" rIns="144000" bIns="144000"/>
          <a:lstStyle>
            <a:lvl1pPr>
              <a:defRPr/>
            </a:lvl1pPr>
          </a:lstStyle>
          <a:p>
            <a:r>
              <a:rPr lang="en-US"/>
              <a:t>Click icon to add picture</a:t>
            </a:r>
          </a:p>
        </p:txBody>
      </p:sp>
      <p:sp>
        <p:nvSpPr>
          <p:cNvPr id="13" name="Image 3">
            <a:extLst>
              <a:ext uri="{FF2B5EF4-FFF2-40B4-BE49-F238E27FC236}">
                <a16:creationId xmlns:a16="http://schemas.microsoft.com/office/drawing/2014/main" id="{5530F297-3088-4E70-982A-604343177BD6}"/>
              </a:ext>
            </a:extLst>
          </p:cNvPr>
          <p:cNvSpPr>
            <a:spLocks noGrp="1"/>
          </p:cNvSpPr>
          <p:nvPr>
            <p:ph type="pic" sz="quarter" idx="15" hasCustomPrompt="1"/>
          </p:nvPr>
        </p:nvSpPr>
        <p:spPr>
          <a:xfrm>
            <a:off x="8118389" y="3285275"/>
            <a:ext cx="3601875" cy="2593238"/>
          </a:xfrm>
        </p:spPr>
        <p:txBody>
          <a:bodyPr lIns="144000" tIns="144000" rIns="144000" bIns="144000"/>
          <a:lstStyle>
            <a:lvl1pPr>
              <a:defRPr/>
            </a:lvl1pPr>
          </a:lstStyle>
          <a:p>
            <a:r>
              <a:rPr lang="en-US"/>
              <a:t>Click icon to add picture</a:t>
            </a:r>
          </a:p>
        </p:txBody>
      </p:sp>
    </p:spTree>
    <p:extLst>
      <p:ext uri="{BB962C8B-B14F-4D97-AF65-F5344CB8AC3E}">
        <p14:creationId xmlns:p14="http://schemas.microsoft.com/office/powerpoint/2010/main" val="191940464"/>
      </p:ext>
    </p:extLst>
  </p:cSld>
  <p:clrMapOvr>
    <a:masterClrMapping/>
  </p:clrMapOvr>
  <p:extLst>
    <p:ext uri="{DCECCB84-F9BA-43D5-87BE-67443E8EF086}">
      <p15:sldGuideLst xmlns:p15="http://schemas.microsoft.com/office/powerpoint/2012/main">
        <p15:guide id="1" pos="5022">
          <p15:clr>
            <a:srgbClr val="009999"/>
          </p15:clr>
        </p15:guide>
        <p15:guide id="2" pos="5112">
          <p15:clr>
            <a:srgbClr val="009999"/>
          </p15:clr>
        </p15:guide>
        <p15:guide id="4" pos="2753">
          <p15:clr>
            <a:srgbClr val="009999"/>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0AC4C64-3556-4D13-9B77-531CC35C597B}"/>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B1D90D2F-1E41-4D9A-A464-3F2D94D5000C}"/>
              </a:ext>
            </a:extLst>
          </p:cNvPr>
          <p:cNvSpPr>
            <a:spLocks noGrp="1"/>
          </p:cNvSpPr>
          <p:nvPr>
            <p:ph idx="1" hasCustomPrompt="1"/>
          </p:nvPr>
        </p:nvSpPr>
        <p:spPr>
          <a:xfrm>
            <a:off x="627391" y="1414801"/>
            <a:ext cx="5474850" cy="2305049"/>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py 2">
            <a:extLst>
              <a:ext uri="{FF2B5EF4-FFF2-40B4-BE49-F238E27FC236}">
                <a16:creationId xmlns:a16="http://schemas.microsoft.com/office/drawing/2014/main" id="{CF25AA35-A10D-4021-80D5-F4E01F03217D}"/>
              </a:ext>
            </a:extLst>
          </p:cNvPr>
          <p:cNvSpPr>
            <a:spLocks noGrp="1"/>
          </p:cNvSpPr>
          <p:nvPr>
            <p:ph sz="quarter" idx="11" hasCustomPrompt="1"/>
          </p:nvPr>
        </p:nvSpPr>
        <p:spPr>
          <a:xfrm>
            <a:off x="6245301" y="1414801"/>
            <a:ext cx="5474850" cy="2305049"/>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3">
            <a:extLst>
              <a:ext uri="{FF2B5EF4-FFF2-40B4-BE49-F238E27FC236}">
                <a16:creationId xmlns:a16="http://schemas.microsoft.com/office/drawing/2014/main" id="{7AD2072B-7BD2-4A0D-8491-4973B658502C}"/>
              </a:ext>
            </a:extLst>
          </p:cNvPr>
          <p:cNvSpPr>
            <a:spLocks noGrp="1"/>
          </p:cNvSpPr>
          <p:nvPr>
            <p:ph sz="quarter" idx="12" hasCustomPrompt="1"/>
          </p:nvPr>
        </p:nvSpPr>
        <p:spPr>
          <a:xfrm>
            <a:off x="627390" y="3862389"/>
            <a:ext cx="5474962" cy="2305049"/>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py 4">
            <a:extLst>
              <a:ext uri="{FF2B5EF4-FFF2-40B4-BE49-F238E27FC236}">
                <a16:creationId xmlns:a16="http://schemas.microsoft.com/office/drawing/2014/main" id="{5ABA1728-CE60-4862-A32A-3E1550DB8104}"/>
              </a:ext>
            </a:extLst>
          </p:cNvPr>
          <p:cNvSpPr>
            <a:spLocks noGrp="1"/>
          </p:cNvSpPr>
          <p:nvPr>
            <p:ph sz="quarter" idx="13" hasCustomPrompt="1"/>
          </p:nvPr>
        </p:nvSpPr>
        <p:spPr>
          <a:xfrm>
            <a:off x="6245301" y="3862389"/>
            <a:ext cx="5474850" cy="2305049"/>
          </a:xfrm>
        </p:spPr>
        <p:txBody>
          <a:bodyPr lIns="0"/>
          <a:lstStyle>
            <a:lvl1pPr>
              <a:defRPr/>
            </a:lvl1pPr>
            <a:lvl2pPr>
              <a:defRPr/>
            </a:lvl2pPr>
            <a:lvl3pPr>
              <a:defRPr/>
            </a:lvl3pPr>
            <a:lvl4pPr>
              <a:defRPr/>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104177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Full bleed color area 1">
    <p:bg>
      <p:bgRef idx="1001">
        <a:schemeClr val="bg1"/>
      </p:bgRef>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AC9B5110-BC98-411C-9BCB-2AFF35E6D933}"/>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invGray">
          <a:xfrm>
            <a:off x="1" y="429"/>
            <a:ext cx="12198349" cy="6857143"/>
          </a:xfrm>
          <a:prstGeom prst="rect">
            <a:avLst/>
          </a:prstGeom>
        </p:spPr>
      </p:pic>
      <p:sp>
        <p:nvSpPr>
          <p:cNvPr id="3" name="Title">
            <a:extLst>
              <a:ext uri="{FF2B5EF4-FFF2-40B4-BE49-F238E27FC236}">
                <a16:creationId xmlns:a16="http://schemas.microsoft.com/office/drawing/2014/main" id="{E588B75F-B996-4586-B62B-613544F213D4}"/>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0" name="Date">
            <a:extLst>
              <a:ext uri="{FF2B5EF4-FFF2-40B4-BE49-F238E27FC236}">
                <a16:creationId xmlns:a16="http://schemas.microsoft.com/office/drawing/2014/main" id="{F4621446-925E-4A5C-BB97-799E6B8386D9}"/>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Tree>
    <p:extLst>
      <p:ext uri="{BB962C8B-B14F-4D97-AF65-F5344CB8AC3E}">
        <p14:creationId xmlns:p14="http://schemas.microsoft.com/office/powerpoint/2010/main" val="87032694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Full bleed color area 1 (with logo)">
    <p:bg>
      <p:bgRef idx="1001">
        <a:schemeClr val="bg1"/>
      </p:bgRef>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AC9B5110-BC98-411C-9BCB-2AFF35E6D933}"/>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invGray">
          <a:xfrm>
            <a:off x="1" y="429"/>
            <a:ext cx="12198349" cy="6857143"/>
          </a:xfrm>
          <a:prstGeom prst="rect">
            <a:avLst/>
          </a:prstGeom>
        </p:spPr>
      </p:pic>
      <p:sp>
        <p:nvSpPr>
          <p:cNvPr id="3" name="Title">
            <a:extLst>
              <a:ext uri="{FF2B5EF4-FFF2-40B4-BE49-F238E27FC236}">
                <a16:creationId xmlns:a16="http://schemas.microsoft.com/office/drawing/2014/main" id="{E588B75F-B996-4586-B62B-613544F213D4}"/>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0" name="Date">
            <a:extLst>
              <a:ext uri="{FF2B5EF4-FFF2-40B4-BE49-F238E27FC236}">
                <a16:creationId xmlns:a16="http://schemas.microsoft.com/office/drawing/2014/main" id="{F4621446-925E-4A5C-BB97-799E6B8386D9}"/>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pic>
        <p:nvPicPr>
          <p:cNvPr id="8" name="Logo">
            <a:extLst>
              <a:ext uri="{FF2B5EF4-FFF2-40B4-BE49-F238E27FC236}">
                <a16:creationId xmlns:a16="http://schemas.microsoft.com/office/drawing/2014/main" id="{DE1CCC5F-D082-4285-B0D2-D44B0385F45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bwMode="black">
          <a:xfrm>
            <a:off x="10279514" y="468926"/>
            <a:ext cx="1440750" cy="496808"/>
          </a:xfrm>
          <a:prstGeom prst="rect">
            <a:avLst/>
          </a:prstGeom>
        </p:spPr>
      </p:pic>
      <p:sp>
        <p:nvSpPr>
          <p:cNvPr id="9" name="License statement">
            <a:extLst>
              <a:ext uri="{FF2B5EF4-FFF2-40B4-BE49-F238E27FC236}">
                <a16:creationId xmlns:a16="http://schemas.microsoft.com/office/drawing/2014/main" id="{F7180AC6-B789-4E8E-A386-018ABF4ECC8C}"/>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spTree>
    <p:extLst>
      <p:ext uri="{BB962C8B-B14F-4D97-AF65-F5344CB8AC3E}">
        <p14:creationId xmlns:p14="http://schemas.microsoft.com/office/powerpoint/2010/main" val="2933696138"/>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ull bleed color area 2">
    <p:bg>
      <p:bgRef idx="1001">
        <a:schemeClr val="bg1"/>
      </p:bgRef>
    </p:bg>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3B8F676D-0405-45AE-9B8F-716387B4760E}"/>
              </a:ext>
            </a:extLst>
          </p:cNvPr>
          <p:cNvSpPr/>
          <p:nvPr userDrawn="1"/>
        </p:nvSpPr>
        <p:spPr bwMode="invGray">
          <a:xfrm>
            <a:off x="-2" y="0"/>
            <a:ext cx="1219835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itle">
            <a:extLst>
              <a:ext uri="{FF2B5EF4-FFF2-40B4-BE49-F238E27FC236}">
                <a16:creationId xmlns:a16="http://schemas.microsoft.com/office/drawing/2014/main" id="{7E256BF8-2AEF-4ECB-8D5E-2926EB050896}"/>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7" name="Author | Department">
            <a:extLst>
              <a:ext uri="{FF2B5EF4-FFF2-40B4-BE49-F238E27FC236}">
                <a16:creationId xmlns:a16="http://schemas.microsoft.com/office/drawing/2014/main" id="{CA3F32E1-BC1C-475E-99E6-0E8AF47DA2D2}"/>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8" name="Copyright">
            <a:extLst>
              <a:ext uri="{FF2B5EF4-FFF2-40B4-BE49-F238E27FC236}">
                <a16:creationId xmlns:a16="http://schemas.microsoft.com/office/drawing/2014/main" id="{39F2375B-D22F-4C21-B117-6F14EB872B3A}"/>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9" name="Page">
            <a:extLst>
              <a:ext uri="{FF2B5EF4-FFF2-40B4-BE49-F238E27FC236}">
                <a16:creationId xmlns:a16="http://schemas.microsoft.com/office/drawing/2014/main" id="{DCCDEAC1-13C2-4322-816D-0489681B6D17}"/>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0" name="Date">
            <a:extLst>
              <a:ext uri="{FF2B5EF4-FFF2-40B4-BE49-F238E27FC236}">
                <a16:creationId xmlns:a16="http://schemas.microsoft.com/office/drawing/2014/main" id="{276739E7-354E-4450-8E41-F018556F4A44}"/>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solidFill>
                  <a:schemeClr val="tx1"/>
                </a:solidFill>
              </a:rPr>
              <a:t>YYYY-MM-DD</a:t>
            </a:r>
          </a:p>
        </p:txBody>
      </p:sp>
    </p:spTree>
    <p:extLst>
      <p:ext uri="{BB962C8B-B14F-4D97-AF65-F5344CB8AC3E}">
        <p14:creationId xmlns:p14="http://schemas.microsoft.com/office/powerpoint/2010/main" val="2476975753"/>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Partly bleed color area 1">
    <p:bg>
      <p:bgRef idx="1001">
        <a:schemeClr val="bg1"/>
      </p:bgRef>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1B67C6AD-42CF-4549-839D-23FD1107A8C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51197" t="-4" r="1" b="-1"/>
          <a:stretch/>
        </p:blipFill>
        <p:spPr bwMode="invGray">
          <a:xfrm>
            <a:off x="6245301" y="1"/>
            <a:ext cx="5953049" cy="6857571"/>
          </a:xfrm>
          <a:prstGeom prst="rect">
            <a:avLst/>
          </a:prstGeom>
        </p:spPr>
      </p:pic>
      <p:sp>
        <p:nvSpPr>
          <p:cNvPr id="3" name="Title">
            <a:extLst>
              <a:ext uri="{FF2B5EF4-FFF2-40B4-BE49-F238E27FC236}">
                <a16:creationId xmlns:a16="http://schemas.microsoft.com/office/drawing/2014/main" id="{69754322-9D76-4652-BA00-A16E0E8BC474}"/>
              </a:ext>
            </a:extLst>
          </p:cNvPr>
          <p:cNvSpPr>
            <a:spLocks noGrp="1"/>
          </p:cNvSpPr>
          <p:nvPr>
            <p:ph type="title"/>
          </p:nvPr>
        </p:nvSpPr>
        <p:spPr>
          <a:xfrm>
            <a:off x="1" y="1"/>
            <a:ext cx="6101576" cy="1414462"/>
          </a:xfrm>
        </p:spPr>
        <p:txBody>
          <a:bodyPr/>
          <a:lstStyle/>
          <a:p>
            <a:r>
              <a:rPr lang="en-US"/>
              <a:t>Click to edit Master title style</a:t>
            </a:r>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390" y="1702800"/>
            <a:ext cx="5471783" cy="4464050"/>
          </a:xfrm>
        </p:spPr>
        <p:txBody>
          <a:bodyPr lIns="0"/>
          <a:lstStyle>
            <a:lvl1pP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6872378" y="1702800"/>
            <a:ext cx="4847887" cy="4464050"/>
          </a:xfrm>
        </p:spPr>
        <p:txBody>
          <a:bodyPr lIns="0"/>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bg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bg1"/>
                </a:solidFill>
              </a:rPr>
              <a:t>Intern © Siemens Energy, 2020</a:t>
            </a:r>
            <a:endParaRPr lang="en-US" sz="1000" b="0" noProof="0">
              <a:solidFill>
                <a:schemeClr val="bg1"/>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bg1"/>
                </a:solidFill>
              </a:rPr>
              <a:t>‹#›</a:t>
            </a:fld>
            <a:endParaRPr lang="en-US" sz="1000" b="1" noProof="0">
              <a:solidFill>
                <a:schemeClr val="bg1"/>
              </a:solidFill>
            </a:endParaRPr>
          </a:p>
        </p:txBody>
      </p:sp>
      <p:sp>
        <p:nvSpPr>
          <p:cNvPr id="19" name="Date">
            <a:extLst>
              <a:ext uri="{FF2B5EF4-FFF2-40B4-BE49-F238E27FC236}">
                <a16:creationId xmlns:a16="http://schemas.microsoft.com/office/drawing/2014/main" id="{21CEE93F-0590-461F-A26C-B76B7B67C05B}"/>
              </a:ext>
            </a:extLst>
          </p:cNvPr>
          <p:cNvSpPr txBox="1"/>
          <p:nvPr userDrawn="1"/>
        </p:nvSpPr>
        <p:spPr>
          <a:xfrm>
            <a:off x="-1" y="6526800"/>
            <a:ext cx="1692881" cy="331200"/>
          </a:xfrm>
          <a:prstGeom prst="rect">
            <a:avLst/>
          </a:prstGeom>
          <a:noFill/>
        </p:spPr>
        <p:txBody>
          <a:bodyPr wrap="square" lIns="626400" tIns="0" rIns="0" bIns="36000" rtlCol="0" anchor="t">
            <a:noAutofit/>
          </a:bodyPr>
          <a:lstStyle/>
          <a:p>
            <a:pPr algn="l"/>
            <a:r>
              <a:rPr lang="en-US" sz="1000" b="0" noProof="0">
                <a:solidFill>
                  <a:schemeClr val="tx1"/>
                </a:solidFill>
              </a:rPr>
              <a:t>YYYY-MM-DD</a:t>
            </a:r>
          </a:p>
        </p:txBody>
      </p:sp>
    </p:spTree>
    <p:extLst>
      <p:ext uri="{BB962C8B-B14F-4D97-AF65-F5344CB8AC3E}">
        <p14:creationId xmlns:p14="http://schemas.microsoft.com/office/powerpoint/2010/main" val="32601186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326">
          <p15:clr>
            <a:srgbClr val="009999"/>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Partly bleed color area 2">
    <p:bg>
      <p:bgPr>
        <a:solidFill>
          <a:schemeClr val="tx1"/>
        </a:solidFill>
        <a:effectLst/>
      </p:bgPr>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DCAA5B86-D6D2-48E1-A718-F4740661587C}"/>
              </a:ext>
            </a:extLst>
          </p:cNvPr>
          <p:cNvSpPr/>
          <p:nvPr userDrawn="1"/>
        </p:nvSpPr>
        <p:spPr bwMode="invGray">
          <a:xfrm>
            <a:off x="-2" y="1"/>
            <a:ext cx="6102354" cy="6857998"/>
          </a:xfrm>
          <a:prstGeom prst="rect">
            <a:avLst/>
          </a:prstGeom>
          <a:gradFill flip="none" rotWithShape="1">
            <a:gsLst>
              <a:gs pos="0">
                <a:schemeClr val="accent2"/>
              </a:gs>
              <a:gs pos="70000">
                <a:schemeClr val="bg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solidFill>
                <a:schemeClr val="tx1"/>
              </a:solidFill>
            </a:endParaRPr>
          </a:p>
        </p:txBody>
      </p:sp>
      <p:sp>
        <p:nvSpPr>
          <p:cNvPr id="3" name="Title">
            <a:extLst>
              <a:ext uri="{FF2B5EF4-FFF2-40B4-BE49-F238E27FC236}">
                <a16:creationId xmlns:a16="http://schemas.microsoft.com/office/drawing/2014/main" id="{4F3C362A-A909-40CB-9FA2-3D71780075E2}"/>
              </a:ext>
            </a:extLst>
          </p:cNvPr>
          <p:cNvSpPr>
            <a:spLocks noGrp="1"/>
          </p:cNvSpPr>
          <p:nvPr>
            <p:ph type="title"/>
          </p:nvPr>
        </p:nvSpPr>
        <p:spPr>
          <a:xfrm>
            <a:off x="1" y="1"/>
            <a:ext cx="6101576" cy="1414462"/>
          </a:xfrm>
        </p:spPr>
        <p:txBody>
          <a:bodyPr/>
          <a:lstStyle>
            <a:lvl1pPr>
              <a:defRPr>
                <a:solidFill>
                  <a:schemeClr val="tx1"/>
                </a:solidFill>
              </a:defRPr>
            </a:lvl1pPr>
          </a:lstStyle>
          <a:p>
            <a:r>
              <a:rPr lang="en-US"/>
              <a:t>Click to edit Master title style</a:t>
            </a:r>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390" y="1702800"/>
            <a:ext cx="4840920" cy="4464050"/>
          </a:xfrm>
        </p:spPr>
        <p:txBody>
          <a:bodyPr lIns="0"/>
          <a:lstStyle>
            <a:lvl1pPr>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6728301" y="1702800"/>
            <a:ext cx="4991963" cy="4464050"/>
          </a:xfrm>
        </p:spPr>
        <p:txBody>
          <a:bodyPr lIns="0"/>
          <a:lstStyle>
            <a:lvl1pPr>
              <a:defRPr>
                <a:solidFill>
                  <a:schemeClr val="bg2"/>
                </a:solidFill>
              </a:defRPr>
            </a:lvl1pPr>
            <a:lvl2pPr>
              <a:buClr>
                <a:schemeClr val="accent2"/>
              </a:buClr>
              <a:defRPr>
                <a:solidFill>
                  <a:schemeClr val="bg2"/>
                </a:solidFill>
              </a:defRPr>
            </a:lvl2pPr>
            <a:lvl3pPr>
              <a:buClr>
                <a:schemeClr val="accent2"/>
              </a:buClr>
              <a:defRPr>
                <a:solidFill>
                  <a:schemeClr val="bg2"/>
                </a:solidFill>
              </a:defRPr>
            </a:lvl3pPr>
            <a:lvl4pPr>
              <a:buClr>
                <a:schemeClr val="accent2"/>
              </a:buClr>
              <a:defRPr>
                <a:solidFill>
                  <a:schemeClr val="bg2"/>
                </a:solidFill>
              </a:defRPr>
            </a:lvl4pPr>
            <a:lvl5pPr>
              <a:buClr>
                <a:schemeClr val="accent2"/>
              </a:buCl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bg2"/>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bg2"/>
                </a:solidFill>
              </a:rPr>
              <a:t>Intern © Siemens Energy, 2020</a:t>
            </a:r>
            <a:endParaRPr lang="en-US" sz="1000" b="0" noProof="0">
              <a:solidFill>
                <a:schemeClr val="bg2"/>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bg2"/>
                </a:solidFill>
              </a:rPr>
              <a:t>‹#›</a:t>
            </a:fld>
            <a:endParaRPr lang="en-US" sz="1000" b="1" noProof="0">
              <a:solidFill>
                <a:schemeClr val="bg2"/>
              </a:solidFill>
            </a:endParaRPr>
          </a:p>
        </p:txBody>
      </p:sp>
      <p:sp>
        <p:nvSpPr>
          <p:cNvPr id="19" name="Date">
            <a:extLst>
              <a:ext uri="{FF2B5EF4-FFF2-40B4-BE49-F238E27FC236}">
                <a16:creationId xmlns:a16="http://schemas.microsoft.com/office/drawing/2014/main" id="{21CEE93F-0590-461F-A26C-B76B7B67C05B}"/>
              </a:ext>
            </a:extLst>
          </p:cNvPr>
          <p:cNvSpPr txBox="1"/>
          <p:nvPr userDrawn="1"/>
        </p:nvSpPr>
        <p:spPr>
          <a:xfrm>
            <a:off x="-1" y="6526800"/>
            <a:ext cx="1692881" cy="331200"/>
          </a:xfrm>
          <a:prstGeom prst="rect">
            <a:avLst/>
          </a:prstGeom>
          <a:noFill/>
        </p:spPr>
        <p:txBody>
          <a:bodyPr wrap="square" lIns="626400" tIns="0" rIns="0" bIns="36000" rtlCol="0" anchor="t">
            <a:noAutofit/>
          </a:bodyPr>
          <a:lstStyle/>
          <a:p>
            <a:pPr algn="l"/>
            <a:r>
              <a:rPr lang="en-US" sz="1000" b="0" noProof="0">
                <a:solidFill>
                  <a:schemeClr val="tx1"/>
                </a:solidFill>
              </a:rPr>
              <a:t>YYYY-MM-DD</a:t>
            </a:r>
          </a:p>
        </p:txBody>
      </p:sp>
    </p:spTree>
    <p:extLst>
      <p:ext uri="{BB962C8B-B14F-4D97-AF65-F5344CB8AC3E}">
        <p14:creationId xmlns:p14="http://schemas.microsoft.com/office/powerpoint/2010/main" val="25423850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235">
          <p15:clr>
            <a:srgbClr val="009999"/>
          </p15:clr>
        </p15:guide>
        <p15:guide id="4" pos="3445">
          <p15:clr>
            <a:srgbClr val="009999"/>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Partly bleed color area 3">
    <p:bg>
      <p:bgPr>
        <a:solidFill>
          <a:schemeClr val="tx1"/>
        </a:solidFill>
        <a:effectLst/>
      </p:bgPr>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1B67C6AD-42CF-4549-839D-23FD1107A8C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34049" t="-4" r="1" b="-1"/>
          <a:stretch/>
        </p:blipFill>
        <p:spPr bwMode="invGray">
          <a:xfrm>
            <a:off x="4228127" y="1"/>
            <a:ext cx="7970224" cy="6857571"/>
          </a:xfrm>
          <a:prstGeom prst="rect">
            <a:avLst/>
          </a:prstGeom>
        </p:spPr>
      </p:pic>
      <p:sp>
        <p:nvSpPr>
          <p:cNvPr id="2" name="Title">
            <a:extLst>
              <a:ext uri="{FF2B5EF4-FFF2-40B4-BE49-F238E27FC236}">
                <a16:creationId xmlns:a16="http://schemas.microsoft.com/office/drawing/2014/main" id="{1DA0C482-E794-471B-86E8-8B4BC6FE0B55}"/>
              </a:ext>
            </a:extLst>
          </p:cNvPr>
          <p:cNvSpPr>
            <a:spLocks noGrp="1"/>
          </p:cNvSpPr>
          <p:nvPr>
            <p:ph type="title"/>
          </p:nvPr>
        </p:nvSpPr>
        <p:spPr>
          <a:xfrm>
            <a:off x="4228126" y="1"/>
            <a:ext cx="7492138" cy="1414462"/>
          </a:xfrm>
        </p:spPr>
        <p:txBody>
          <a:bodyPr/>
          <a:lstStyle>
            <a:lvl1pPr>
              <a:defRPr>
                <a:solidFill>
                  <a:schemeClr val="tx1"/>
                </a:solidFill>
              </a:defRPr>
            </a:lvl1pPr>
          </a:lstStyle>
          <a:p>
            <a:r>
              <a:rPr lang="en-US"/>
              <a:t>Click to edit Master title style</a:t>
            </a:r>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390" y="1702800"/>
            <a:ext cx="3313725" cy="4464050"/>
          </a:xfrm>
        </p:spPr>
        <p:txBody>
          <a:bodyPr lIns="0"/>
          <a:lstStyle>
            <a:lvl1pP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4855516" y="1702800"/>
            <a:ext cx="6864749" cy="4464050"/>
          </a:xfrm>
        </p:spPr>
        <p:txBody>
          <a:bodyPr lIns="0"/>
          <a:lstStyle>
            <a:lvl1pPr>
              <a:defRPr/>
            </a:lvl1pPr>
            <a:lvl2pPr>
              <a:buClrTx/>
              <a:defRPr/>
            </a:lvl2pPr>
            <a:lvl3pPr>
              <a:buClrTx/>
              <a:defRPr/>
            </a:lvl3pPr>
            <a:lvl4pPr>
              <a:buClrTx/>
              <a:defRPr/>
            </a:lvl4pPr>
            <a:lvl5pPr>
              <a:buClrTx/>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297881" y="6166800"/>
            <a:ext cx="900469"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9" name="Date">
            <a:extLst>
              <a:ext uri="{FF2B5EF4-FFF2-40B4-BE49-F238E27FC236}">
                <a16:creationId xmlns:a16="http://schemas.microsoft.com/office/drawing/2014/main" id="{21CEE93F-0590-461F-A26C-B76B7B67C05B}"/>
              </a:ext>
            </a:extLst>
          </p:cNvPr>
          <p:cNvSpPr txBox="1"/>
          <p:nvPr userDrawn="1"/>
        </p:nvSpPr>
        <p:spPr>
          <a:xfrm>
            <a:off x="-1" y="6526800"/>
            <a:ext cx="1692881" cy="331200"/>
          </a:xfrm>
          <a:prstGeom prst="rect">
            <a:avLst/>
          </a:prstGeom>
          <a:noFill/>
        </p:spPr>
        <p:txBody>
          <a:bodyPr wrap="square" lIns="626400" tIns="0" rIns="0" bIns="36000" rtlCol="0" anchor="t">
            <a:noAutofit/>
          </a:bodyPr>
          <a:lstStyle/>
          <a:p>
            <a:pPr algn="l"/>
            <a:r>
              <a:rPr lang="en-US" sz="1000" b="0" noProof="0">
                <a:solidFill>
                  <a:schemeClr val="bg1"/>
                </a:solidFill>
              </a:rPr>
              <a:t>YYYY-MM-DD</a:t>
            </a:r>
          </a:p>
        </p:txBody>
      </p:sp>
    </p:spTree>
    <p:extLst>
      <p:ext uri="{BB962C8B-B14F-4D97-AF65-F5344CB8AC3E}">
        <p14:creationId xmlns:p14="http://schemas.microsoft.com/office/powerpoint/2010/main" val="38532509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2482">
          <p15:clr>
            <a:srgbClr val="009999"/>
          </p15:clr>
        </p15:guide>
        <p15:guide id="3" pos="3057">
          <p15:clr>
            <a:srgbClr val="009999"/>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Partly bleed color area 4">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DCAA5B86-D6D2-48E1-A718-F4740661587C}"/>
              </a:ext>
            </a:extLst>
          </p:cNvPr>
          <p:cNvSpPr/>
          <p:nvPr userDrawn="1"/>
        </p:nvSpPr>
        <p:spPr bwMode="invGray">
          <a:xfrm>
            <a:off x="-1" y="1"/>
            <a:ext cx="4228127" cy="6857998"/>
          </a:xfrm>
          <a:prstGeom prst="rect">
            <a:avLst/>
          </a:prstGeom>
          <a:gradFill flip="none" rotWithShape="1">
            <a:gsLst>
              <a:gs pos="0">
                <a:schemeClr val="accent2"/>
              </a:gs>
              <a:gs pos="70000">
                <a:schemeClr val="tx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solidFill>
                <a:schemeClr val="tx1"/>
              </a:solidFill>
            </a:endParaRPr>
          </a:p>
        </p:txBody>
      </p:sp>
      <p:sp>
        <p:nvSpPr>
          <p:cNvPr id="2" name="Title">
            <a:extLst>
              <a:ext uri="{FF2B5EF4-FFF2-40B4-BE49-F238E27FC236}">
                <a16:creationId xmlns:a16="http://schemas.microsoft.com/office/drawing/2014/main" id="{A506C2C1-E8E5-4190-B0E4-8D8FC817B35E}"/>
              </a:ext>
            </a:extLst>
          </p:cNvPr>
          <p:cNvSpPr>
            <a:spLocks noGrp="1"/>
          </p:cNvSpPr>
          <p:nvPr>
            <p:ph type="title"/>
          </p:nvPr>
        </p:nvSpPr>
        <p:spPr>
          <a:xfrm>
            <a:off x="4228126" y="1"/>
            <a:ext cx="7492138" cy="1414462"/>
          </a:xfrm>
        </p:spPr>
        <p:txBody>
          <a:bodyPr/>
          <a:lstStyle/>
          <a:p>
            <a:r>
              <a:rPr lang="en-US"/>
              <a:t>Click to edit Master title style</a:t>
            </a:r>
          </a:p>
        </p:txBody>
      </p:sp>
      <p:sp>
        <p:nvSpPr>
          <p:cNvPr id="11" name="Copy 1">
            <a:extLst>
              <a:ext uri="{FF2B5EF4-FFF2-40B4-BE49-F238E27FC236}">
                <a16:creationId xmlns:a16="http://schemas.microsoft.com/office/drawing/2014/main" id="{756262E2-8F38-4C0F-A3F9-8F59D3EABBE4}"/>
              </a:ext>
            </a:extLst>
          </p:cNvPr>
          <p:cNvSpPr>
            <a:spLocks noGrp="1"/>
          </p:cNvSpPr>
          <p:nvPr>
            <p:ph sz="quarter" idx="11" hasCustomPrompt="1"/>
          </p:nvPr>
        </p:nvSpPr>
        <p:spPr>
          <a:xfrm>
            <a:off x="627390" y="1702800"/>
            <a:ext cx="3313725" cy="4464050"/>
          </a:xfrm>
        </p:spPr>
        <p:txBody>
          <a:bodyPr lIns="0"/>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py 2">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4855517" y="1702800"/>
            <a:ext cx="6864748" cy="4464050"/>
          </a:xfrm>
        </p:spPr>
        <p:txBody>
          <a:bodyPr lIns="0"/>
          <a:lstStyle>
            <a:lvl1pP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9" name="Date">
            <a:extLst>
              <a:ext uri="{FF2B5EF4-FFF2-40B4-BE49-F238E27FC236}">
                <a16:creationId xmlns:a16="http://schemas.microsoft.com/office/drawing/2014/main" id="{21CEE93F-0590-461F-A26C-B76B7B67C05B}"/>
              </a:ext>
            </a:extLst>
          </p:cNvPr>
          <p:cNvSpPr txBox="1"/>
          <p:nvPr userDrawn="1"/>
        </p:nvSpPr>
        <p:spPr>
          <a:xfrm>
            <a:off x="-1" y="6526800"/>
            <a:ext cx="1692881" cy="331200"/>
          </a:xfrm>
          <a:prstGeom prst="rect">
            <a:avLst/>
          </a:prstGeom>
          <a:noFill/>
        </p:spPr>
        <p:txBody>
          <a:bodyPr wrap="square" lIns="626400" tIns="0" rIns="0" bIns="36000" rtlCol="0" anchor="t">
            <a:noAutofit/>
          </a:bodyPr>
          <a:lstStyle/>
          <a:p>
            <a:pPr algn="l"/>
            <a:r>
              <a:rPr lang="en-US" sz="1000" b="0" noProof="0">
                <a:solidFill>
                  <a:schemeClr val="bg1"/>
                </a:solidFill>
              </a:rPr>
              <a:t>YYYY-MM-DD</a:t>
            </a:r>
          </a:p>
        </p:txBody>
      </p:sp>
    </p:spTree>
    <p:extLst>
      <p:ext uri="{BB962C8B-B14F-4D97-AF65-F5344CB8AC3E}">
        <p14:creationId xmlns:p14="http://schemas.microsoft.com/office/powerpoint/2010/main" val="75209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481">
          <p15:clr>
            <a:srgbClr val="009999"/>
          </p15:clr>
        </p15:guide>
        <p15:guide id="3" pos="3058">
          <p15:clr>
            <a:srgbClr val="009999"/>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Partly bleed color area 5">
    <p:bg>
      <p:bgPr>
        <a:solidFill>
          <a:schemeClr val="tx1"/>
        </a:solidFill>
        <a:effectLst/>
      </p:bgPr>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1B67C6AD-42CF-4549-839D-23FD1107A8C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9256"/>
          <a:stretch/>
        </p:blipFill>
        <p:spPr bwMode="invGray">
          <a:xfrm>
            <a:off x="1" y="1414463"/>
            <a:ext cx="12198349" cy="5443108"/>
          </a:xfrm>
          <a:prstGeom prst="rect">
            <a:avLst/>
          </a:prstGeom>
        </p:spPr>
      </p:pic>
      <p:sp>
        <p:nvSpPr>
          <p:cNvPr id="2" name="Title">
            <a:extLst>
              <a:ext uri="{FF2B5EF4-FFF2-40B4-BE49-F238E27FC236}">
                <a16:creationId xmlns:a16="http://schemas.microsoft.com/office/drawing/2014/main" id="{0110D7BC-E7EC-4502-9248-89CD9CF4CB4C}"/>
              </a:ext>
            </a:extLst>
          </p:cNvPr>
          <p:cNvSpPr>
            <a:spLocks noGrp="1"/>
          </p:cNvSpPr>
          <p:nvPr>
            <p:ph type="title"/>
          </p:nvPr>
        </p:nvSpPr>
        <p:spPr/>
        <p:txBody>
          <a:bodyPr/>
          <a:lstStyle/>
          <a:p>
            <a:r>
              <a:rPr lang="en-US"/>
              <a:t>Click to edit Master title style</a:t>
            </a:r>
          </a:p>
        </p:txBody>
      </p:sp>
      <p:sp>
        <p:nvSpPr>
          <p:cNvPr id="5" name="Copy 1">
            <a:extLst>
              <a:ext uri="{FF2B5EF4-FFF2-40B4-BE49-F238E27FC236}">
                <a16:creationId xmlns:a16="http://schemas.microsoft.com/office/drawing/2014/main" id="{0C7A0882-840F-46D5-B681-43C58151C831}"/>
              </a:ext>
            </a:extLst>
          </p:cNvPr>
          <p:cNvSpPr>
            <a:spLocks noGrp="1"/>
          </p:cNvSpPr>
          <p:nvPr>
            <p:ph sz="quarter" idx="10" hasCustomPrompt="1"/>
          </p:nvPr>
        </p:nvSpPr>
        <p:spPr>
          <a:xfrm>
            <a:off x="627387" y="1702800"/>
            <a:ext cx="3601875" cy="4464050"/>
          </a:xfrm>
        </p:spPr>
        <p:txBody>
          <a:bodyPr/>
          <a:lstStyle>
            <a:lvl1pPr>
              <a:defRPr/>
            </a:lvl1pPr>
            <a:lvl2pPr>
              <a:buClrTx/>
              <a:defRPr/>
            </a:lvl2pPr>
            <a:lvl3pPr>
              <a:buClrTx/>
              <a:defRPr/>
            </a:lvl3pPr>
            <a:lvl4pPr>
              <a:buClrTx/>
              <a:defRPr/>
            </a:lvl4pPr>
            <a:lvl5pPr>
              <a:buClrTx/>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py 2">
            <a:extLst>
              <a:ext uri="{FF2B5EF4-FFF2-40B4-BE49-F238E27FC236}">
                <a16:creationId xmlns:a16="http://schemas.microsoft.com/office/drawing/2014/main" id="{99496BBF-8C93-419A-9711-E1A45A39C74F}"/>
              </a:ext>
            </a:extLst>
          </p:cNvPr>
          <p:cNvSpPr>
            <a:spLocks noGrp="1"/>
          </p:cNvSpPr>
          <p:nvPr>
            <p:ph sz="quarter" idx="11" hasCustomPrompt="1"/>
          </p:nvPr>
        </p:nvSpPr>
        <p:spPr>
          <a:xfrm>
            <a:off x="4372888" y="1702800"/>
            <a:ext cx="3601875" cy="4464050"/>
          </a:xfrm>
        </p:spPr>
        <p:txBody>
          <a:bodyPr/>
          <a:lstStyle>
            <a:lvl1pPr>
              <a:defRPr/>
            </a:lvl1pPr>
            <a:lvl2pPr>
              <a:buClrTx/>
              <a:defRPr/>
            </a:lvl2pPr>
            <a:lvl3pPr>
              <a:buClrTx/>
              <a:defRPr/>
            </a:lvl3pPr>
            <a:lvl4pPr>
              <a:buClrTx/>
              <a:defRPr/>
            </a:lvl4pPr>
            <a:lvl5pPr>
              <a:buClrTx/>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Copy 3">
            <a:extLst>
              <a:ext uri="{FF2B5EF4-FFF2-40B4-BE49-F238E27FC236}">
                <a16:creationId xmlns:a16="http://schemas.microsoft.com/office/drawing/2014/main" id="{F4602EF6-A996-4008-A6E7-BC21522010A5}"/>
              </a:ext>
            </a:extLst>
          </p:cNvPr>
          <p:cNvSpPr>
            <a:spLocks noGrp="1"/>
          </p:cNvSpPr>
          <p:nvPr>
            <p:ph sz="quarter" idx="12" hasCustomPrompt="1"/>
          </p:nvPr>
        </p:nvSpPr>
        <p:spPr>
          <a:xfrm>
            <a:off x="8118389" y="1702800"/>
            <a:ext cx="3601875" cy="4464050"/>
          </a:xfrm>
        </p:spPr>
        <p:txBody>
          <a:bodyPr/>
          <a:lstStyle>
            <a:lvl1pPr>
              <a:defRPr/>
            </a:lvl1pPr>
            <a:lvl2pPr>
              <a:buClrTx/>
              <a:defRPr/>
            </a:lvl2pPr>
            <a:lvl3pPr>
              <a:buClrTx/>
              <a:defRPr/>
            </a:lvl3pPr>
            <a:lvl4pPr>
              <a:buClrTx/>
              <a:defRPr/>
            </a:lvl4pPr>
            <a:lvl5pPr>
              <a:buClrTx/>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Author | Department">
            <a:extLst>
              <a:ext uri="{FF2B5EF4-FFF2-40B4-BE49-F238E27FC236}">
                <a16:creationId xmlns:a16="http://schemas.microsoft.com/office/drawing/2014/main" id="{AF33B1C0-2E11-42BC-A97B-DF29BD3B97B8}"/>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en-US" sz="1000" b="0" noProof="0">
                <a:solidFill>
                  <a:schemeClr val="tx1"/>
                </a:solidFill>
              </a:rPr>
              <a:t>Author | Department</a:t>
            </a:r>
          </a:p>
        </p:txBody>
      </p:sp>
      <p:sp>
        <p:nvSpPr>
          <p:cNvPr id="17" name="Copyright">
            <a:extLst>
              <a:ext uri="{FF2B5EF4-FFF2-40B4-BE49-F238E27FC236}">
                <a16:creationId xmlns:a16="http://schemas.microsoft.com/office/drawing/2014/main" id="{C6BE5120-1513-4265-A6B3-3B42254A34FF}"/>
              </a:ext>
            </a:extLst>
          </p:cNvPr>
          <p:cNvSpPr txBox="1"/>
          <p:nvPr userDrawn="1"/>
        </p:nvSpPr>
        <p:spPr>
          <a:xfrm>
            <a:off x="6245301" y="6526800"/>
            <a:ext cx="5953049" cy="331200"/>
          </a:xfrm>
          <a:prstGeom prst="rect">
            <a:avLst/>
          </a:prstGeom>
          <a:noFill/>
        </p:spPr>
        <p:txBody>
          <a:bodyPr wrap="square" lIns="626400" tIns="0" rIns="482400" bIns="0" rtlCol="0" anchor="t">
            <a:noAutofit/>
          </a:bodyPr>
          <a:lstStyle/>
          <a:p>
            <a:pPr algn="r"/>
            <a:r>
              <a:rPr lang="de-DE" sz="1000" b="0" noProof="0">
                <a:solidFill>
                  <a:schemeClr val="tx1"/>
                </a:solidFill>
              </a:rPr>
              <a:t>Intern © Siemens Energy, 2020</a:t>
            </a:r>
            <a:endParaRPr lang="en-US" sz="1000" b="0" noProof="0">
              <a:solidFill>
                <a:schemeClr val="tx1"/>
              </a:solidFill>
            </a:endParaRPr>
          </a:p>
        </p:txBody>
      </p:sp>
      <p:sp>
        <p:nvSpPr>
          <p:cNvPr id="18" name="Page">
            <a:extLst>
              <a:ext uri="{FF2B5EF4-FFF2-40B4-BE49-F238E27FC236}">
                <a16:creationId xmlns:a16="http://schemas.microsoft.com/office/drawing/2014/main" id="{0A81FD87-E05D-463F-95C1-4A49C99D181A}"/>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solidFill>
                  <a:schemeClr val="tx1"/>
                </a:solidFill>
              </a:rPr>
              <a:t>‹#›</a:t>
            </a:fld>
            <a:endParaRPr lang="en-US" sz="1000" b="1" noProof="0">
              <a:solidFill>
                <a:schemeClr val="tx1"/>
              </a:solidFill>
            </a:endParaRPr>
          </a:p>
        </p:txBody>
      </p:sp>
      <p:sp>
        <p:nvSpPr>
          <p:cNvPr id="19" name="Date">
            <a:extLst>
              <a:ext uri="{FF2B5EF4-FFF2-40B4-BE49-F238E27FC236}">
                <a16:creationId xmlns:a16="http://schemas.microsoft.com/office/drawing/2014/main" id="{21CEE93F-0590-461F-A26C-B76B7B67C05B}"/>
              </a:ext>
            </a:extLst>
          </p:cNvPr>
          <p:cNvSpPr txBox="1"/>
          <p:nvPr userDrawn="1"/>
        </p:nvSpPr>
        <p:spPr>
          <a:xfrm>
            <a:off x="-1" y="6526800"/>
            <a:ext cx="1692881" cy="331200"/>
          </a:xfrm>
          <a:prstGeom prst="rect">
            <a:avLst/>
          </a:prstGeom>
          <a:noFill/>
        </p:spPr>
        <p:txBody>
          <a:bodyPr wrap="square" lIns="626400" tIns="0" rIns="0" bIns="36000" rtlCol="0" anchor="t">
            <a:noAutofit/>
          </a:bodyPr>
          <a:lstStyle/>
          <a:p>
            <a:pPr algn="l"/>
            <a:r>
              <a:rPr lang="en-US" sz="1000" b="0" noProof="0">
                <a:solidFill>
                  <a:schemeClr val="tx1"/>
                </a:solidFill>
              </a:rPr>
              <a:t>YYYY-MM-DD</a:t>
            </a:r>
          </a:p>
        </p:txBody>
      </p:sp>
    </p:spTree>
    <p:extLst>
      <p:ext uri="{BB962C8B-B14F-4D97-AF65-F5344CB8AC3E}">
        <p14:creationId xmlns:p14="http://schemas.microsoft.com/office/powerpoint/2010/main" val="18999345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022">
          <p15:clr>
            <a:srgbClr val="009999"/>
          </p15:clr>
        </p15:guide>
        <p15:guide id="2" pos="5112">
          <p15:clr>
            <a:srgbClr val="009999"/>
          </p15:clr>
        </p15:guide>
        <p15:guide id="4" pos="2753">
          <p15:clr>
            <a:srgbClr val="009999"/>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 + Contact">
    <p:spTree>
      <p:nvGrpSpPr>
        <p:cNvPr id="1" name=""/>
        <p:cNvGrpSpPr/>
        <p:nvPr/>
      </p:nvGrpSpPr>
      <p:grpSpPr>
        <a:xfrm>
          <a:off x="0" y="0"/>
          <a:ext cx="0" cy="0"/>
          <a:chOff x="0" y="0"/>
          <a:chExt cx="0" cy="0"/>
        </a:xfrm>
      </p:grpSpPr>
      <p:pic>
        <p:nvPicPr>
          <p:cNvPr id="6" name="Graphic">
            <a:hlinkClick r:id="rId2"/>
            <a:extLst>
              <a:ext uri="{FF2B5EF4-FFF2-40B4-BE49-F238E27FC236}">
                <a16:creationId xmlns:a16="http://schemas.microsoft.com/office/drawing/2014/main" id="{281FD3DE-3D3F-4936-81A7-AD286FE4EFC8}"/>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36971" t="33492" r="42185" b="37637"/>
          <a:stretch/>
        </p:blipFill>
        <p:spPr bwMode="invGray">
          <a:xfrm>
            <a:off x="1359" y="1414800"/>
            <a:ext cx="6101576" cy="4752000"/>
          </a:xfrm>
          <a:prstGeom prst="rect">
            <a:avLst/>
          </a:prstGeom>
        </p:spPr>
      </p:pic>
      <p:sp>
        <p:nvSpPr>
          <p:cNvPr id="2" name="Title">
            <a:extLst>
              <a:ext uri="{FF2B5EF4-FFF2-40B4-BE49-F238E27FC236}">
                <a16:creationId xmlns:a16="http://schemas.microsoft.com/office/drawing/2014/main" id="{29A8A3D2-4732-49AB-8FCF-B07043C386BE}"/>
              </a:ext>
            </a:extLst>
          </p:cNvPr>
          <p:cNvSpPr>
            <a:spLocks noGrp="1"/>
          </p:cNvSpPr>
          <p:nvPr>
            <p:ph type="title" hasCustomPrompt="1"/>
          </p:nvPr>
        </p:nvSpPr>
        <p:spPr/>
        <p:txBody>
          <a:bodyPr/>
          <a:lstStyle>
            <a:lvl1pPr>
              <a:defRPr/>
            </a:lvl1pPr>
          </a:lstStyle>
          <a:p>
            <a:r>
              <a:rPr lang="en-US"/>
              <a:t>Contact</a:t>
            </a:r>
          </a:p>
        </p:txBody>
      </p:sp>
      <p:sp>
        <p:nvSpPr>
          <p:cNvPr id="3" name="Copy">
            <a:extLst>
              <a:ext uri="{FF2B5EF4-FFF2-40B4-BE49-F238E27FC236}">
                <a16:creationId xmlns:a16="http://schemas.microsoft.com/office/drawing/2014/main" id="{B1D90D2F-1E41-4D9A-A464-3F2D94D5000C}"/>
              </a:ext>
            </a:extLst>
          </p:cNvPr>
          <p:cNvSpPr>
            <a:spLocks noGrp="1"/>
          </p:cNvSpPr>
          <p:nvPr>
            <p:ph idx="1" hasCustomPrompt="1"/>
          </p:nvPr>
        </p:nvSpPr>
        <p:spPr>
          <a:xfrm>
            <a:off x="6245301" y="1414800"/>
            <a:ext cx="5474963" cy="4752974"/>
          </a:xfrm>
        </p:spPr>
        <p:txBody>
          <a:bodyPr lIns="0"/>
          <a:lstStyle>
            <a:lvl1pPr>
              <a:spcBef>
                <a:spcPts val="600"/>
              </a:spcBef>
              <a:defRPr baseline="0"/>
            </a:lvl1pPr>
            <a:lvl2pPr marL="0" indent="0">
              <a:spcBef>
                <a:spcPts val="600"/>
              </a:spcBef>
              <a:buNone/>
              <a:defRPr b="1"/>
            </a:lvl2pPr>
            <a:lvl3pPr marL="180000" indent="-180000">
              <a:spcBef>
                <a:spcPts val="600"/>
              </a:spcBef>
              <a:buFont typeface="Arial" panose="020B0604020202020204" pitchFamily="34" charset="0"/>
              <a:buChar char="•"/>
              <a:defRPr>
                <a:solidFill>
                  <a:schemeClr val="tx1"/>
                </a:solidFill>
              </a:defRPr>
            </a:lvl3pPr>
            <a:lvl4pPr marL="0" indent="0">
              <a:spcBef>
                <a:spcPts val="1800"/>
              </a:spcBef>
              <a:buNone/>
              <a:defRPr b="1">
                <a:solidFill>
                  <a:schemeClr val="accent2"/>
                </a:solidFill>
              </a:defRPr>
            </a:lvl4pPr>
            <a:lvl5pPr marL="216000">
              <a:defRPr>
                <a:solidFill>
                  <a:schemeClr val="tx1"/>
                </a:solidFill>
              </a:defRPr>
            </a:lvl5pPr>
          </a:lstStyle>
          <a:p>
            <a:pPr lvl="0"/>
            <a:r>
              <a:rPr lang="en-US" noProof="0"/>
              <a:t>Contact information</a:t>
            </a:r>
          </a:p>
          <a:p>
            <a:pPr lvl="1"/>
            <a:r>
              <a:rPr lang="en-US" noProof="0"/>
              <a:t>First name Last name</a:t>
            </a:r>
          </a:p>
          <a:p>
            <a:pPr lvl="2"/>
            <a:r>
              <a:rPr lang="en-US" noProof="0"/>
              <a:t>Additional information</a:t>
            </a:r>
          </a:p>
          <a:p>
            <a:pPr lvl="3"/>
            <a:r>
              <a:rPr lang="en-US" noProof="0"/>
              <a:t>Optional URL</a:t>
            </a:r>
          </a:p>
        </p:txBody>
      </p:sp>
      <p:sp>
        <p:nvSpPr>
          <p:cNvPr id="10" name="License statement">
            <a:extLst>
              <a:ext uri="{FF2B5EF4-FFF2-40B4-BE49-F238E27FC236}">
                <a16:creationId xmlns:a16="http://schemas.microsoft.com/office/drawing/2014/main" id="{7A9560F1-3DB3-46C0-AE0C-BFB3B1558722}"/>
              </a:ext>
            </a:extLst>
          </p:cNvPr>
          <p:cNvSpPr txBox="1"/>
          <p:nvPr userDrawn="1"/>
        </p:nvSpPr>
        <p:spPr>
          <a:xfrm>
            <a:off x="1692881" y="6526800"/>
            <a:ext cx="4405093" cy="331200"/>
          </a:xfrm>
          <a:prstGeom prst="rect">
            <a:avLst/>
          </a:prstGeom>
          <a:noFill/>
        </p:spPr>
        <p:txBody>
          <a:bodyPr wrap="square" lIns="0" tIns="0" rIns="0" bIns="0" rtlCol="0" anchor="t">
            <a:noAutofit/>
          </a:bodyPr>
          <a:lstStyle/>
          <a:p>
            <a:pPr algn="l"/>
            <a:r>
              <a:rPr lang="en-US" sz="1000" b="0" noProof="0">
                <a:solidFill>
                  <a:schemeClr val="accent6"/>
                </a:solidFill>
              </a:rPr>
              <a:t>Siemens Energy is a registered trademark licensed by Siemens AG.</a:t>
            </a:r>
          </a:p>
        </p:txBody>
      </p:sp>
      <p:pic>
        <p:nvPicPr>
          <p:cNvPr id="8" name="Logo">
            <a:extLst>
              <a:ext uri="{FF2B5EF4-FFF2-40B4-BE49-F238E27FC236}">
                <a16:creationId xmlns:a16="http://schemas.microsoft.com/office/drawing/2014/main" id="{8D4FB85B-6B00-4CB9-9A3F-0DA4223A52AE}"/>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bwMode="black">
          <a:xfrm>
            <a:off x="10279515" y="468926"/>
            <a:ext cx="1440749" cy="496808"/>
          </a:xfrm>
          <a:prstGeom prst="rect">
            <a:avLst/>
          </a:prstGeom>
        </p:spPr>
      </p:pic>
    </p:spTree>
    <p:extLst>
      <p:ext uri="{BB962C8B-B14F-4D97-AF65-F5344CB8AC3E}">
        <p14:creationId xmlns:p14="http://schemas.microsoft.com/office/powerpoint/2010/main" val="1655353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0.xml"/><Relationship Id="rId21" Type="http://schemas.openxmlformats.org/officeDocument/2006/relationships/slideLayout" Target="../slideLayouts/slideLayout21.xml"/><Relationship Id="rId34" Type="http://schemas.openxmlformats.org/officeDocument/2006/relationships/tags" Target="../tags/tag5.xml"/><Relationship Id="rId42" Type="http://schemas.openxmlformats.org/officeDocument/2006/relationships/tags" Target="../tags/tag13.xml"/><Relationship Id="rId47" Type="http://schemas.openxmlformats.org/officeDocument/2006/relationships/tags" Target="../tags/tag18.xml"/><Relationship Id="rId50" Type="http://schemas.openxmlformats.org/officeDocument/2006/relationships/tags" Target="../tags/tag21.xml"/><Relationship Id="rId55" Type="http://schemas.openxmlformats.org/officeDocument/2006/relationships/tags" Target="../tags/tag26.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4.xml"/><Relationship Id="rId38" Type="http://schemas.openxmlformats.org/officeDocument/2006/relationships/tags" Target="../tags/tag9.xml"/><Relationship Id="rId46" Type="http://schemas.openxmlformats.org/officeDocument/2006/relationships/tags" Target="../tags/tag17.xml"/><Relationship Id="rId59" Type="http://schemas.openxmlformats.org/officeDocument/2006/relationships/tags" Target="../tags/tag30.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ags" Target="../tags/tag12.xml"/><Relationship Id="rId54" Type="http://schemas.openxmlformats.org/officeDocument/2006/relationships/tags" Target="../tags/tag2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3.xml"/><Relationship Id="rId37" Type="http://schemas.openxmlformats.org/officeDocument/2006/relationships/tags" Target="../tags/tag8.xml"/><Relationship Id="rId40" Type="http://schemas.openxmlformats.org/officeDocument/2006/relationships/tags" Target="../tags/tag11.xml"/><Relationship Id="rId45" Type="http://schemas.openxmlformats.org/officeDocument/2006/relationships/tags" Target="../tags/tag16.xml"/><Relationship Id="rId53" Type="http://schemas.openxmlformats.org/officeDocument/2006/relationships/tags" Target="../tags/tag24.xml"/><Relationship Id="rId58" Type="http://schemas.openxmlformats.org/officeDocument/2006/relationships/tags" Target="../tags/tag29.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7.xml"/><Relationship Id="rId49" Type="http://schemas.openxmlformats.org/officeDocument/2006/relationships/tags" Target="../tags/tag20.xml"/><Relationship Id="rId57" Type="http://schemas.openxmlformats.org/officeDocument/2006/relationships/tags" Target="../tags/tag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2.xml"/><Relationship Id="rId44" Type="http://schemas.openxmlformats.org/officeDocument/2006/relationships/tags" Target="../tags/tag15.xml"/><Relationship Id="rId52" Type="http://schemas.openxmlformats.org/officeDocument/2006/relationships/tags" Target="../tags/tag2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35" Type="http://schemas.openxmlformats.org/officeDocument/2006/relationships/tags" Target="../tags/tag6.xml"/><Relationship Id="rId43" Type="http://schemas.openxmlformats.org/officeDocument/2006/relationships/tags" Target="../tags/tag14.xml"/><Relationship Id="rId48" Type="http://schemas.openxmlformats.org/officeDocument/2006/relationships/tags" Target="../tags/tag19.xml"/><Relationship Id="rId56" Type="http://schemas.openxmlformats.org/officeDocument/2006/relationships/tags" Target="../tags/tag27.xml"/><Relationship Id="rId8" Type="http://schemas.openxmlformats.org/officeDocument/2006/relationships/slideLayout" Target="../slideLayouts/slideLayout8.xml"/><Relationship Id="rId51" Type="http://schemas.openxmlformats.org/officeDocument/2006/relationships/tags" Target="../tags/tag22.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9" Type="http://schemas.openxmlformats.org/officeDocument/2006/relationships/slideLayout" Target="../slideLayouts/slideLayout68.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34" Type="http://schemas.openxmlformats.org/officeDocument/2006/relationships/slideLayout" Target="../slideLayouts/slideLayout63.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slideLayout" Target="../slideLayouts/slideLayout62.xml"/><Relationship Id="rId38" Type="http://schemas.openxmlformats.org/officeDocument/2006/relationships/slideLayout" Target="../slideLayouts/slideLayout67.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41" Type="http://schemas.openxmlformats.org/officeDocument/2006/relationships/theme" Target="../theme/theme2.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slideLayout" Target="../slideLayouts/slideLayout61.xml"/><Relationship Id="rId37" Type="http://schemas.openxmlformats.org/officeDocument/2006/relationships/slideLayout" Target="../slideLayouts/slideLayout66.xml"/><Relationship Id="rId40" Type="http://schemas.openxmlformats.org/officeDocument/2006/relationships/slideLayout" Target="../slideLayouts/slideLayout69.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slideLayout" Target="../slideLayouts/slideLayout65.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3078" name="cdtRectangle 115 Id3078"/>
          <p:cNvSpPr>
            <a:spLocks noGrp="1" noChangeArrowheads="1"/>
          </p:cNvSpPr>
          <p:nvPr>
            <p:ph type="title"/>
            <p:custDataLst>
              <p:tags r:id="rId31"/>
            </p:custDataLst>
          </p:nvPr>
        </p:nvSpPr>
        <p:spPr bwMode="auto">
          <a:xfrm>
            <a:off x="0" y="-1"/>
            <a:ext cx="12198350" cy="1440000"/>
          </a:xfrm>
          <a:prstGeom prst="rect">
            <a:avLst/>
          </a:prstGeom>
          <a:noFill/>
          <a:ln w="9525">
            <a:noFill/>
            <a:miter lim="800000"/>
            <a:headEnd/>
            <a:tailEnd/>
          </a:ln>
        </p:spPr>
        <p:txBody>
          <a:bodyPr vert="horz" wrap="square" lIns="626400" tIns="432000" rIns="2746800" bIns="234000" numCol="1" anchor="t" anchorCtr="0" compatLnSpc="1">
            <a:prstTxWarp prst="textNoShape">
              <a:avLst/>
            </a:prstTxWarp>
          </a:bodyPr>
          <a:lstStyle/>
          <a:p>
            <a:pPr lvl="0"/>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3079" name="cdtRectangle 116 Id3079"/>
          <p:cNvSpPr>
            <a:spLocks noGrp="1" noChangeArrowheads="1"/>
          </p:cNvSpPr>
          <p:nvPr>
            <p:ph type="body" idx="1"/>
            <p:custDataLst>
              <p:tags r:id="rId32"/>
            </p:custDataLst>
          </p:nvPr>
        </p:nvSpPr>
        <p:spPr bwMode="auto">
          <a:xfrm>
            <a:off x="627063" y="1441451"/>
            <a:ext cx="8208962" cy="475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cxnSp>
        <p:nvCxnSpPr>
          <p:cNvPr id="3072" name="cdtMasterTags_CL1 Id3072"/>
          <p:cNvCxnSpPr/>
          <p:nvPr userDrawn="1">
            <p:custDataLst>
              <p:tags r:id="rId3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3" name="cdtMasterTags_CL2 Id3073"/>
          <p:cNvCxnSpPr/>
          <p:nvPr userDrawn="1">
            <p:custDataLst>
              <p:tags r:id="rId3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4" name="cdtMasterTags_CL3 Id3074"/>
          <p:cNvCxnSpPr/>
          <p:nvPr userDrawn="1">
            <p:custDataLst>
              <p:tags r:id="rId3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5" name="cdtMasterTags_CL4 Id3075"/>
          <p:cNvCxnSpPr/>
          <p:nvPr userDrawn="1">
            <p:custDataLst>
              <p:tags r:id="rId3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6" name="cdtMasterTags_CL5 Id3076"/>
          <p:cNvCxnSpPr/>
          <p:nvPr userDrawn="1">
            <p:custDataLst>
              <p:tags r:id="rId3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7" name="cdtMasterTags_CL6 Id3077"/>
          <p:cNvCxnSpPr/>
          <p:nvPr userDrawn="1">
            <p:custDataLst>
              <p:tags r:id="rId38"/>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0" name="cdtMasterTags_CL7 Id3080"/>
          <p:cNvCxnSpPr/>
          <p:nvPr userDrawn="1">
            <p:custDataLst>
              <p:tags r:id="rId39"/>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1" name="cdtMasterTags_CL8 Id3081"/>
          <p:cNvCxnSpPr/>
          <p:nvPr userDrawn="1">
            <p:custDataLst>
              <p:tags r:id="rId40"/>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2" name="cdtMasterTags_CL9 Id3082"/>
          <p:cNvCxnSpPr/>
          <p:nvPr userDrawn="1">
            <p:custDataLst>
              <p:tags r:id="rId41"/>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3" name="cdtMasterTags_CL10 Id3083"/>
          <p:cNvCxnSpPr/>
          <p:nvPr userDrawn="1">
            <p:custDataLst>
              <p:tags r:id="rId42"/>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4" name="cdtMasterTags_CL11 Id3084"/>
          <p:cNvCxnSpPr/>
          <p:nvPr userDrawn="1">
            <p:custDataLst>
              <p:tags r:id="rId4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5" name="cdtMasterTags_CL12 Id3085"/>
          <p:cNvCxnSpPr/>
          <p:nvPr userDrawn="1">
            <p:custDataLst>
              <p:tags r:id="rId4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6" name="cdtMasterTags_CL13 Id3086"/>
          <p:cNvCxnSpPr/>
          <p:nvPr userDrawn="1">
            <p:custDataLst>
              <p:tags r:id="rId4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7" name="cdtMasterTags_CL14 Id3087"/>
          <p:cNvCxnSpPr/>
          <p:nvPr userDrawn="1">
            <p:custDataLst>
              <p:tags r:id="rId4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8" name="cdtMasterTags_CL15 Id3088"/>
          <p:cNvCxnSpPr/>
          <p:nvPr userDrawn="1">
            <p:custDataLst>
              <p:tags r:id="rId4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9" name="cdtMasterTags_CL16 Id3089"/>
          <p:cNvCxnSpPr/>
          <p:nvPr userDrawn="1">
            <p:custDataLst>
              <p:tags r:id="rId48"/>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0" name="cdtMasterTags_CL17 Id3090"/>
          <p:cNvCxnSpPr/>
          <p:nvPr userDrawn="1">
            <p:custDataLst>
              <p:tags r:id="rId49"/>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1" name="cdtMasterTags_CL18 Id3091"/>
          <p:cNvCxnSpPr/>
          <p:nvPr userDrawn="1">
            <p:custDataLst>
              <p:tags r:id="rId50"/>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2" name="cdtMasterTags_CL19 Id3092"/>
          <p:cNvCxnSpPr/>
          <p:nvPr userDrawn="1">
            <p:custDataLst>
              <p:tags r:id="rId51"/>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3" name="cdtMasterTags_CL20 Id3093"/>
          <p:cNvCxnSpPr/>
          <p:nvPr userDrawn="1">
            <p:custDataLst>
              <p:tags r:id="rId52"/>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4" name="cdtMasterTags_CL21 Id3094"/>
          <p:cNvCxnSpPr/>
          <p:nvPr userDrawn="1">
            <p:custDataLst>
              <p:tags r:id="rId5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5" name="cdtMasterTags_CL22 Id3095"/>
          <p:cNvCxnSpPr/>
          <p:nvPr userDrawn="1">
            <p:custDataLst>
              <p:tags r:id="rId5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6" name="cdtMasterTags"/>
          <p:cNvCxnSpPr/>
          <p:nvPr userDrawn="1">
            <p:custDataLst>
              <p:tags r:id="rId5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3" name="cdtText Box 133 Id16"/>
          <p:cNvSpPr txBox="1">
            <a:spLocks noChangeArrowheads="1"/>
          </p:cNvSpPr>
          <p:nvPr userDrawn="1">
            <p:custDataLst>
              <p:tags r:id="rId56"/>
            </p:custDataLst>
          </p:nvPr>
        </p:nvSpPr>
        <p:spPr bwMode="auto">
          <a:xfrm>
            <a:off x="0" y="6200774"/>
            <a:ext cx="12198350" cy="396875"/>
          </a:xfrm>
          <a:prstGeom prst="rect">
            <a:avLst/>
          </a:prstGeom>
          <a:noFill/>
          <a:ln w="9525">
            <a:noFill/>
            <a:miter lim="800000"/>
            <a:headEnd/>
            <a:tailEnd/>
          </a:ln>
          <a:effectLst/>
        </p:spPr>
        <p:txBody>
          <a:bodyPr lIns="626400" tIns="144000" rIns="3211200" bIns="0" anchor="ctr"/>
          <a:lstStyle/>
          <a:p>
            <a:r>
              <a:rPr lang="de-DE" sz="1000" b="1" dirty="0">
                <a:solidFill>
                  <a:srgbClr val="879BAA"/>
                </a:solidFill>
              </a:rPr>
              <a:t>Internal © Siemens AG 2021</a:t>
            </a:r>
          </a:p>
        </p:txBody>
      </p:sp>
      <p:sp>
        <p:nvSpPr>
          <p:cNvPr id="64" name="cdtTextBox 12 Id17"/>
          <p:cNvSpPr txBox="1"/>
          <p:nvPr userDrawn="1">
            <p:custDataLst>
              <p:tags r:id="rId57"/>
            </p:custDataLst>
          </p:nvPr>
        </p:nvSpPr>
        <p:spPr>
          <a:xfrm>
            <a:off x="0" y="6597650"/>
            <a:ext cx="3932230" cy="260350"/>
          </a:xfrm>
          <a:prstGeom prst="rect">
            <a:avLst/>
          </a:prstGeom>
          <a:noFill/>
        </p:spPr>
        <p:txBody>
          <a:bodyPr wrap="square" lIns="1908000" tIns="0" rIns="0" bIns="115200" rtlCol="0">
            <a:noAutofit/>
          </a:bodyPr>
          <a:lstStyle/>
          <a:p>
            <a:pPr>
              <a:lnSpc>
                <a:spcPct val="110000"/>
              </a:lnSpc>
              <a:spcBef>
                <a:spcPts val="0"/>
              </a:spcBef>
            </a:pPr>
            <a:endParaRPr lang="de-DE" sz="1000" noProof="0" dirty="0">
              <a:solidFill>
                <a:srgbClr val="000000"/>
              </a:solidFill>
            </a:endParaRPr>
          </a:p>
        </p:txBody>
      </p:sp>
      <p:sp>
        <p:nvSpPr>
          <p:cNvPr id="65" name="cdtTextBox 11 Id18"/>
          <p:cNvSpPr txBox="1"/>
          <p:nvPr userDrawn="1">
            <p:custDataLst>
              <p:tags r:id="rId58"/>
            </p:custDataLst>
          </p:nvPr>
        </p:nvSpPr>
        <p:spPr>
          <a:xfrm>
            <a:off x="0" y="6597650"/>
            <a:ext cx="1765285" cy="260350"/>
          </a:xfrm>
          <a:prstGeom prst="rect">
            <a:avLst/>
          </a:prstGeom>
          <a:noFill/>
        </p:spPr>
        <p:txBody>
          <a:bodyPr wrap="square" lIns="626400" tIns="0" rIns="0" bIns="115200" rtlCol="0" anchor="t" anchorCtr="0">
            <a:noAutofit/>
          </a:bodyPr>
          <a:lstStyle/>
          <a:p>
            <a:pPr>
              <a:lnSpc>
                <a:spcPct val="110000"/>
              </a:lnSpc>
              <a:spcBef>
                <a:spcPts val="0"/>
              </a:spcBef>
            </a:pPr>
            <a:r>
              <a:rPr lang="de-DE" sz="1000" noProof="0">
                <a:solidFill>
                  <a:srgbClr val="000000"/>
                </a:solidFill>
              </a:rPr>
              <a:t>Page </a:t>
            </a:r>
            <a:fld id="{91E7552C-A157-4A4F-8E99-698C0325FC94}" type="slidenum">
              <a:rPr lang="de-DE" sz="1000" noProof="0" smtClean="0">
                <a:solidFill>
                  <a:srgbClr val="000000"/>
                </a:solidFill>
              </a:rPr>
              <a:pPr>
                <a:lnSpc>
                  <a:spcPct val="110000"/>
                </a:lnSpc>
                <a:spcBef>
                  <a:spcPts val="0"/>
                </a:spcBef>
              </a:pPr>
              <a:t>‹#›</a:t>
            </a:fld>
            <a:endParaRPr lang="de-DE" sz="1000" noProof="0">
              <a:solidFill>
                <a:srgbClr val="000000"/>
              </a:solidFill>
            </a:endParaRPr>
          </a:p>
        </p:txBody>
      </p:sp>
      <p:sp>
        <p:nvSpPr>
          <p:cNvPr id="66" name="cdtTextBox 13 Id19"/>
          <p:cNvSpPr txBox="1"/>
          <p:nvPr userDrawn="1">
            <p:custDataLst>
              <p:tags r:id="rId59"/>
            </p:custDataLst>
          </p:nvPr>
        </p:nvSpPr>
        <p:spPr>
          <a:xfrm>
            <a:off x="3787765" y="6597650"/>
            <a:ext cx="8410584" cy="260350"/>
          </a:xfrm>
          <a:prstGeom prst="rect">
            <a:avLst/>
          </a:prstGeom>
          <a:noFill/>
        </p:spPr>
        <p:txBody>
          <a:bodyPr wrap="square" lIns="0" tIns="0" rIns="482400" bIns="115200" rtlCol="0">
            <a:noAutofit/>
          </a:bodyPr>
          <a:lstStyle/>
          <a:p>
            <a:pPr algn="r">
              <a:lnSpc>
                <a:spcPct val="110000"/>
              </a:lnSpc>
              <a:spcBef>
                <a:spcPts val="0"/>
              </a:spcBef>
            </a:pPr>
            <a:r>
              <a:rPr lang="de-DE" sz="1000" noProof="0" dirty="0">
                <a:solidFill>
                  <a:srgbClr val="000000"/>
                </a:solidFill>
              </a:rPr>
              <a:t>Matthias </a:t>
            </a:r>
            <a:r>
              <a:rPr lang="de-DE" sz="1000" noProof="0">
                <a:solidFill>
                  <a:srgbClr val="000000"/>
                </a:solidFill>
              </a:rPr>
              <a:t>Groh, SE </a:t>
            </a:r>
            <a:r>
              <a:rPr lang="de-DE" sz="1000" noProof="0" dirty="0">
                <a:solidFill>
                  <a:srgbClr val="000000"/>
                </a:solidFill>
              </a:rPr>
              <a:t>GP G QPI QM P</a:t>
            </a:r>
          </a:p>
        </p:txBody>
      </p:sp>
      <p:grpSp>
        <p:nvGrpSpPr>
          <p:cNvPr id="67" name="Gruppieren 66"/>
          <p:cNvGrpSpPr/>
          <p:nvPr userDrawn="1"/>
        </p:nvGrpSpPr>
        <p:grpSpPr>
          <a:xfrm>
            <a:off x="-216000" y="-216000"/>
            <a:ext cx="12628800" cy="7290000"/>
            <a:chOff x="-216000" y="-216000"/>
            <a:chExt cx="12628800" cy="7290000"/>
          </a:xfrm>
        </p:grpSpPr>
        <p:cxnSp>
          <p:nvCxnSpPr>
            <p:cNvPr id="68" name="Gerade Verbindung 67"/>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322800" y="945844"/>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322800" y="135145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322800" y="36535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322800" y="380105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8" name="Gerade Verbindung 77"/>
            <p:cNvCxnSpPr/>
            <p:nvPr userDrawn="1"/>
          </p:nvCxnSpPr>
          <p:spPr bwMode="auto">
            <a:xfrm rot="5400000">
              <a:off x="12322800" y="6101999"/>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9" name="Gerade Verbindung 78"/>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0" name="Gerade Verbindung 79"/>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1" name="Gerade Verbindung 80"/>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2" name="Gerade Verbindung 81"/>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3" name="Gerade Verbindung 82"/>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83"/>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5" name="Gerade Verbindung 84"/>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6" name="Gerade Verbindung 85"/>
            <p:cNvCxnSpPr/>
            <p:nvPr userDrawn="1"/>
          </p:nvCxnSpPr>
          <p:spPr bwMode="auto">
            <a:xfrm rot="5400000">
              <a:off x="-126000" y="135145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7" name="Gerade Verbindung 86"/>
            <p:cNvCxnSpPr/>
            <p:nvPr userDrawn="1"/>
          </p:nvCxnSpPr>
          <p:spPr bwMode="auto">
            <a:xfrm rot="5400000">
              <a:off x="-126000" y="36535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 Verbindung 87"/>
            <p:cNvCxnSpPr/>
            <p:nvPr userDrawn="1"/>
          </p:nvCxnSpPr>
          <p:spPr bwMode="auto">
            <a:xfrm rot="5400000">
              <a:off x="-126000" y="380105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 Verbindung 88"/>
            <p:cNvCxnSpPr/>
            <p:nvPr userDrawn="1"/>
          </p:nvCxnSpPr>
          <p:spPr bwMode="auto">
            <a:xfrm rot="5400000">
              <a:off x="-126000" y="6101999"/>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cSld>
  <p:clrMap bg1="lt1" tx1="dk1" bg2="lt2" tx2="dk2" accent1="accent1" accent2="accent2" accent3="accent3" accent4="accent4" accent5="accent5" accent6="accent6" hlink="hlink" folHlink="folHlink"/>
  <p:sldLayoutIdLst>
    <p:sldLayoutId id="2147483700" r:id="rId1"/>
    <p:sldLayoutId id="2147483702" r:id="rId2"/>
    <p:sldLayoutId id="2147483708" r:id="rId3"/>
    <p:sldLayoutId id="2147483709" r:id="rId4"/>
    <p:sldLayoutId id="2147483710" r:id="rId5"/>
    <p:sldLayoutId id="2147483711" r:id="rId6"/>
    <p:sldLayoutId id="2147483703" r:id="rId7"/>
    <p:sldLayoutId id="2147483679" r:id="rId8"/>
    <p:sldLayoutId id="2147483695" r:id="rId9"/>
    <p:sldLayoutId id="2147483705" r:id="rId10"/>
    <p:sldLayoutId id="2147483706" r:id="rId11"/>
    <p:sldLayoutId id="2147483713" r:id="rId12"/>
    <p:sldLayoutId id="2147483712" r:id="rId13"/>
    <p:sldLayoutId id="2147483670" r:id="rId14"/>
    <p:sldLayoutId id="2147483692" r:id="rId15"/>
    <p:sldLayoutId id="2147483696" r:id="rId16"/>
    <p:sldLayoutId id="2147483707" r:id="rId17"/>
    <p:sldLayoutId id="2147483715" r:id="rId18"/>
    <p:sldLayoutId id="2147483683" r:id="rId19"/>
    <p:sldLayoutId id="2147483681" r:id="rId20"/>
    <p:sldLayoutId id="2147483697" r:id="rId21"/>
    <p:sldLayoutId id="2147483691" r:id="rId22"/>
    <p:sldLayoutId id="2147483693" r:id="rId23"/>
    <p:sldLayoutId id="2147483684" r:id="rId24"/>
    <p:sldLayoutId id="2147483685" r:id="rId25"/>
    <p:sldLayoutId id="2147483694" r:id="rId26"/>
    <p:sldLayoutId id="2147483686" r:id="rId27"/>
    <p:sldLayoutId id="2147483688" r:id="rId28"/>
    <p:sldLayoutId id="2147483704" r:id="rId29"/>
  </p:sldLayoutIdLst>
  <p:hf hdr="0"/>
  <p:txStyles>
    <p:title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p:titleStyle>
    <p:bodyStyle>
      <a:lvl1pPr marL="0" indent="0" algn="l" rtl="0" fontAlgn="base">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2pPr>
      <a:lvl3pPr marL="358775"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3pPr>
      <a:lvl4pPr marL="538163"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4pPr>
      <a:lvl5pPr marL="717550" indent="-177800" algn="l" rtl="0" fontAlgn="base">
        <a:lnSpc>
          <a:spcPct val="110000"/>
        </a:lnSpc>
        <a:spcBef>
          <a:spcPct val="0"/>
        </a:spcBef>
        <a:spcAft>
          <a:spcPct val="0"/>
        </a:spcAft>
        <a:buClr>
          <a:schemeClr val="accent1"/>
        </a:buClr>
        <a:buChar char="•"/>
        <a:tabLst/>
        <a:defRPr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F6C5D22-2D05-436C-B3FF-684C0326B5DB}"/>
              </a:ext>
            </a:extLst>
          </p:cNvPr>
          <p:cNvSpPr>
            <a:spLocks noGrp="1"/>
          </p:cNvSpPr>
          <p:nvPr>
            <p:ph type="title"/>
          </p:nvPr>
        </p:nvSpPr>
        <p:spPr>
          <a:xfrm>
            <a:off x="1" y="1"/>
            <a:ext cx="9664969" cy="1414800"/>
          </a:xfrm>
          <a:prstGeom prst="rect">
            <a:avLst/>
          </a:prstGeom>
        </p:spPr>
        <p:txBody>
          <a:bodyPr vert="horz" lIns="626400" tIns="378000" rIns="0" bIns="0" rtlCol="0" anchor="t" anchorCtr="0">
            <a:noAutofit/>
          </a:bodyPr>
          <a:lstStyle/>
          <a:p>
            <a:r>
              <a:rPr lang="en-US" noProof="0"/>
              <a:t>Click to edit Master title style</a:t>
            </a:r>
          </a:p>
        </p:txBody>
      </p:sp>
      <p:sp>
        <p:nvSpPr>
          <p:cNvPr id="3" name="Copy">
            <a:extLst>
              <a:ext uri="{FF2B5EF4-FFF2-40B4-BE49-F238E27FC236}">
                <a16:creationId xmlns:a16="http://schemas.microsoft.com/office/drawing/2014/main" id="{93E46A9A-BF3F-41A6-ABFA-1F80C067E133}"/>
              </a:ext>
            </a:extLst>
          </p:cNvPr>
          <p:cNvSpPr>
            <a:spLocks noGrp="1"/>
          </p:cNvSpPr>
          <p:nvPr>
            <p:ph type="body" idx="1"/>
          </p:nvPr>
        </p:nvSpPr>
        <p:spPr>
          <a:xfrm>
            <a:off x="627390" y="1414801"/>
            <a:ext cx="8211650" cy="4752975"/>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Author | Department">
            <a:extLst>
              <a:ext uri="{FF2B5EF4-FFF2-40B4-BE49-F238E27FC236}">
                <a16:creationId xmlns:a16="http://schemas.microsoft.com/office/drawing/2014/main" id="{47D1BF6C-5F09-4F64-A9AC-A5B1F1AC9DC5}"/>
              </a:ext>
            </a:extLst>
          </p:cNvPr>
          <p:cNvSpPr txBox="1"/>
          <p:nvPr userDrawn="1"/>
        </p:nvSpPr>
        <p:spPr>
          <a:xfrm>
            <a:off x="6245301" y="6166800"/>
            <a:ext cx="5953049" cy="360000"/>
          </a:xfrm>
          <a:prstGeom prst="rect">
            <a:avLst/>
          </a:prstGeom>
          <a:noFill/>
        </p:spPr>
        <p:txBody>
          <a:bodyPr wrap="square" lIns="0" tIns="0" rIns="835200" bIns="36000" rtlCol="0" anchor="b">
            <a:noAutofit/>
          </a:bodyPr>
          <a:lstStyle/>
          <a:p>
            <a:pPr algn="r"/>
            <a:r>
              <a:rPr lang="pt-BR" sz="1000"/>
              <a:t>Matthias Groh </a:t>
            </a:r>
            <a:r>
              <a:rPr lang="en-US" sz="1000" b="0" noProof="0"/>
              <a:t>|</a:t>
            </a:r>
            <a:r>
              <a:rPr lang="pt-BR" sz="1000"/>
              <a:t> SE GP G QPI QM P: </a:t>
            </a:r>
            <a:r>
              <a:rPr lang="en-US" sz="1000" b="0" noProof="0"/>
              <a:t>EAI CodeShare</a:t>
            </a:r>
          </a:p>
        </p:txBody>
      </p:sp>
      <p:sp>
        <p:nvSpPr>
          <p:cNvPr id="14" name="Copyright">
            <a:extLst>
              <a:ext uri="{FF2B5EF4-FFF2-40B4-BE49-F238E27FC236}">
                <a16:creationId xmlns:a16="http://schemas.microsoft.com/office/drawing/2014/main" id="{C256CC5F-2E32-487E-8F3C-5F626C2236B3}"/>
              </a:ext>
            </a:extLst>
          </p:cNvPr>
          <p:cNvSpPr txBox="1"/>
          <p:nvPr userDrawn="1"/>
        </p:nvSpPr>
        <p:spPr>
          <a:xfrm>
            <a:off x="4495964" y="6376672"/>
            <a:ext cx="7702387" cy="331200"/>
          </a:xfrm>
          <a:prstGeom prst="rect">
            <a:avLst/>
          </a:prstGeom>
          <a:noFill/>
        </p:spPr>
        <p:txBody>
          <a:bodyPr wrap="square" lIns="626400" tIns="0" rIns="482400" bIns="0" rtlCol="0" anchor="t">
            <a:noAutofit/>
          </a:bodyPr>
          <a:lstStyle/>
          <a:p>
            <a:pPr algn="r"/>
            <a:r>
              <a:rPr lang="pt-BR" sz="1000"/>
              <a:t> </a:t>
            </a:r>
          </a:p>
          <a:p>
            <a:pPr algn="r"/>
            <a:r>
              <a:rPr lang="de-DE" sz="1000" b="0" noProof="0"/>
              <a:t>Intern © Siemens Energy, 2021</a:t>
            </a:r>
            <a:endParaRPr lang="en-US" sz="1000" b="0" noProof="0"/>
          </a:p>
        </p:txBody>
      </p:sp>
      <p:sp>
        <p:nvSpPr>
          <p:cNvPr id="16" name="Page">
            <a:extLst>
              <a:ext uri="{FF2B5EF4-FFF2-40B4-BE49-F238E27FC236}">
                <a16:creationId xmlns:a16="http://schemas.microsoft.com/office/drawing/2014/main" id="{ADCE6DE1-D72A-4960-AD36-50AAB9FC6372}"/>
              </a:ext>
            </a:extLst>
          </p:cNvPr>
          <p:cNvSpPr txBox="1"/>
          <p:nvPr userDrawn="1"/>
        </p:nvSpPr>
        <p:spPr>
          <a:xfrm>
            <a:off x="11369919" y="6166800"/>
            <a:ext cx="828431" cy="360000"/>
          </a:xfrm>
          <a:prstGeom prst="rect">
            <a:avLst/>
          </a:prstGeom>
          <a:noFill/>
        </p:spPr>
        <p:txBody>
          <a:bodyPr wrap="square" lIns="0" tIns="0" rIns="482400" bIns="36000" rtlCol="0" anchor="b">
            <a:noAutofit/>
          </a:bodyPr>
          <a:lstStyle/>
          <a:p>
            <a:pPr algn="r"/>
            <a:fld id="{6F7EFBA6-8CEB-40F4-B709-F27F7004ACFC}" type="slidenum">
              <a:rPr lang="en-US" sz="1000" b="1" noProof="0" smtClean="0"/>
              <a:t>‹#›</a:t>
            </a:fld>
            <a:endParaRPr lang="en-US" sz="1000" b="1" noProof="0"/>
          </a:p>
        </p:txBody>
      </p:sp>
      <p:sp>
        <p:nvSpPr>
          <p:cNvPr id="7" name="Date">
            <a:extLst>
              <a:ext uri="{FF2B5EF4-FFF2-40B4-BE49-F238E27FC236}">
                <a16:creationId xmlns:a16="http://schemas.microsoft.com/office/drawing/2014/main" id="{B6F4E1A8-E9FD-42FA-973C-8A80387D951D}"/>
              </a:ext>
            </a:extLst>
          </p:cNvPr>
          <p:cNvSpPr txBox="1"/>
          <p:nvPr userDrawn="1"/>
        </p:nvSpPr>
        <p:spPr>
          <a:xfrm>
            <a:off x="-1" y="6526800"/>
            <a:ext cx="1692881" cy="331200"/>
          </a:xfrm>
          <a:prstGeom prst="rect">
            <a:avLst/>
          </a:prstGeom>
          <a:noFill/>
        </p:spPr>
        <p:txBody>
          <a:bodyPr wrap="square" lIns="626400" tIns="0" rIns="0" bIns="0" rtlCol="0" anchor="t">
            <a:noAutofit/>
          </a:bodyPr>
          <a:lstStyle/>
          <a:p>
            <a:pPr algn="l"/>
            <a:r>
              <a:rPr lang="en-US" sz="1000" b="0" noProof="0"/>
              <a:t>2021-03-15</a:t>
            </a:r>
          </a:p>
        </p:txBody>
      </p:sp>
    </p:spTree>
    <p:extLst>
      <p:ext uri="{BB962C8B-B14F-4D97-AF65-F5344CB8AC3E}">
        <p14:creationId xmlns:p14="http://schemas.microsoft.com/office/powerpoint/2010/main" val="51922519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 id="2147483744" r:id="rId28"/>
    <p:sldLayoutId id="2147483745" r:id="rId29"/>
    <p:sldLayoutId id="2147483746" r:id="rId30"/>
    <p:sldLayoutId id="2147483747" r:id="rId31"/>
    <p:sldLayoutId id="2147483748" r:id="rId32"/>
    <p:sldLayoutId id="2147483749" r:id="rId33"/>
    <p:sldLayoutId id="2147483750" r:id="rId34"/>
    <p:sldLayoutId id="2147483751" r:id="rId35"/>
    <p:sldLayoutId id="2147483752" r:id="rId36"/>
    <p:sldLayoutId id="2147483753" r:id="rId37"/>
    <p:sldLayoutId id="2147483754" r:id="rId38"/>
    <p:sldLayoutId id="2147483755" r:id="rId39"/>
    <p:sldLayoutId id="2147483756" r:id="rId40"/>
  </p:sldLayoutIdLst>
  <p:hf sldNum="0" hdr="0" ftr="0"/>
  <p:txStyles>
    <p:titleStyle>
      <a:lvl1pPr algn="l" defTabSz="914400" rtl="0" eaLnBrk="1" latinLnBrk="0" hangingPunct="1">
        <a:lnSpc>
          <a:spcPct val="90000"/>
        </a:lnSpc>
        <a:spcBef>
          <a:spcPct val="0"/>
        </a:spcBef>
        <a:buNone/>
        <a:defRPr sz="2400" b="1" kern="1200">
          <a:solidFill>
            <a:schemeClr val="accent2"/>
          </a:solidFill>
          <a:latin typeface="+mj-lt"/>
          <a:ea typeface="+mj-ea"/>
          <a:cs typeface="+mj-cs"/>
        </a:defRPr>
      </a:lvl1pPr>
    </p:titleStyle>
    <p:bodyStyle>
      <a:lvl1pPr marL="0" indent="0" algn="l" defTabSz="914400" rtl="0" eaLnBrk="1" latinLnBrk="0" hangingPunct="1">
        <a:lnSpc>
          <a:spcPct val="110000"/>
        </a:lnSpc>
        <a:spcBef>
          <a:spcPts val="0"/>
        </a:spcBef>
        <a:buFont typeface="Arial" panose="020B0604020202020204" pitchFamily="34" charset="0"/>
        <a:buNone/>
        <a:defRPr sz="1800" b="0" kern="1200">
          <a:solidFill>
            <a:schemeClr val="tx1"/>
          </a:solidFill>
          <a:latin typeface="+mn-lt"/>
          <a:ea typeface="+mn-ea"/>
          <a:cs typeface="+mn-cs"/>
        </a:defRPr>
      </a:lvl1pPr>
      <a:lvl2pPr marL="18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5">
          <p15:clr>
            <a:srgbClr val="009999"/>
          </p15:clr>
        </p15:guide>
        <p15:guide id="2" pos="2662">
          <p15:clr>
            <a:srgbClr val="009999"/>
          </p15:clr>
        </p15:guide>
        <p15:guide id="3" pos="3842">
          <p15:clr>
            <a:srgbClr val="009999"/>
          </p15:clr>
        </p15:guide>
        <p15:guide id="4" pos="3932">
          <p15:clr>
            <a:srgbClr val="009999"/>
          </p15:clr>
        </p15:guide>
        <p15:guide id="5" pos="5565">
          <p15:clr>
            <a:srgbClr val="009999"/>
          </p15:clr>
        </p15:guide>
        <p15:guide id="6" pos="6087">
          <p15:clr>
            <a:srgbClr val="009999"/>
          </p15:clr>
        </p15:guide>
        <p15:guide id="7" pos="7379">
          <p15:clr>
            <a:srgbClr val="009999"/>
          </p15:clr>
        </p15:guide>
        <p15:guide id="9" orient="horz" pos="891">
          <p15:clr>
            <a:srgbClr val="009999"/>
          </p15:clr>
        </p15:guide>
        <p15:guide id="10" orient="horz" pos="1073">
          <p15:clr>
            <a:srgbClr val="009999"/>
          </p15:clr>
        </p15:guide>
        <p15:guide id="11" orient="horz" pos="2343">
          <p15:clr>
            <a:srgbClr val="009999"/>
          </p15:clr>
        </p15:guide>
        <p15:guide id="12" orient="horz" pos="2433">
          <p15:clr>
            <a:srgbClr val="009999"/>
          </p15:clr>
        </p15:guide>
        <p15:guide id="13" orient="horz" pos="3703">
          <p15:clr>
            <a:srgbClr val="009999"/>
          </p15:clr>
        </p15:guide>
        <p15:guide id="14" orient="horz" pos="3885">
          <p15:clr>
            <a:srgbClr val="009999"/>
          </p15:clr>
        </p15:guide>
        <p15:guide id="15" orient="horz" pos="4110">
          <p15:clr>
            <a:srgbClr val="009999"/>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hyperlink" Target="https://wse10.siemens-energy.com/content/P0002338/SitePages/Data%20Science%20Training%20and%20Multiplier%20Networking.aspx"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hyperlink" Target="https://forms.office.com/Pages/ResponsePage.aspx?id=PqlLJW8f80iQ5uJ2ZmS0d-5LdjYRShZEhN3YmsD7St9UMFZZTFFVQjFSUUxTMzhQNTM3S1hSM0ExVS4u"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9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hyperlink" Target="mailto:groh.matthias@siemens.com" TargetMode="External"/><Relationship Id="rId2" Type="http://schemas.openxmlformats.org/officeDocument/2006/relationships/hyperlink" Target="mailto:datasciencesupport.energy@siemens.com" TargetMode="External"/><Relationship Id="rId1" Type="http://schemas.openxmlformats.org/officeDocument/2006/relationships/slideLayout" Target="../slideLayouts/slideLayout17.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53.xml"/><Relationship Id="rId6" Type="http://schemas.openxmlformats.org/officeDocument/2006/relationships/image" Target="../media/image28.png"/><Relationship Id="rId5" Type="http://schemas.microsoft.com/office/2007/relationships/hdphoto" Target="../media/hdphoto1.wdp"/><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en.wikipedia.org/wiki/Machine_learning" TargetMode="Externa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www.scikit-learn.org/" TargetMode="Externa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5" Type="http://schemas.openxmlformats.org/officeDocument/2006/relationships/image" Target="../media/image42.jpe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45.png"/><Relationship Id="rId2" Type="http://schemas.openxmlformats.org/officeDocument/2006/relationships/slideLayout" Target="../slideLayouts/slideLayout14.xml"/><Relationship Id="rId1" Type="http://schemas.openxmlformats.org/officeDocument/2006/relationships/tags" Target="../tags/tag98.xml"/><Relationship Id="rId6" Type="http://schemas.openxmlformats.org/officeDocument/2006/relationships/image" Target="../media/image44.emf"/><Relationship Id="rId5" Type="http://schemas.openxmlformats.org/officeDocument/2006/relationships/oleObject" Target="../embeddings/oleObject1.bin"/><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47.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image" Target="../media/image44.emf"/><Relationship Id="rId5" Type="http://schemas.openxmlformats.org/officeDocument/2006/relationships/oleObject" Target="../embeddings/oleObject2.bin"/><Relationship Id="rId4"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19.xml"/><Relationship Id="rId5" Type="http://schemas.openxmlformats.org/officeDocument/2006/relationships/image" Target="../media/image54.jpeg"/><Relationship Id="rId4" Type="http://schemas.openxmlformats.org/officeDocument/2006/relationships/image" Target="../media/image53.jpeg"/></Relationships>
</file>

<file path=ppt/slides/_rels/slide31.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54.jpe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hyperlink" Target="https://scikit-learn.org/stable/modules/generated/sklearn.tree.DecisionTreeClassifier.html#sklearn.tree.DecisionTreeClassifier" TargetMode="External"/><Relationship Id="rId2" Type="http://schemas.openxmlformats.org/officeDocument/2006/relationships/image" Target="../media/image64.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68.jpeg"/></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image" Target="../media/image7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74.jpe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hyperlink" Target="https://scikit-learn.org/stable/modules/generated/sklearn.neural_network.MLPClassifier.html#sklearn.neural_network.MLPClassifier" TargetMode="External"/><Relationship Id="rId2" Type="http://schemas.openxmlformats.org/officeDocument/2006/relationships/image" Target="../media/image79.png"/><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3" Type="http://schemas.openxmlformats.org/officeDocument/2006/relationships/hyperlink" Target="https://towardsdatascience.com/the-actual-difference-between-statistics-and-machine-learning-64b49f07ea3#:~:text=%E2%80%9CThe%20major%20difference%20between%20machine,about%20the%20relationships%20between%20variables.%E2%80%9D&amp;text=Statistics%20is%20the%20mathematical%20study%20of%20data" TargetMode="External"/><Relationship Id="rId2" Type="http://schemas.openxmlformats.org/officeDocument/2006/relationships/image" Target="../media/image81.jpeg"/><Relationship Id="rId1" Type="http://schemas.openxmlformats.org/officeDocument/2006/relationships/slideLayout" Target="../slideLayouts/slideLayout16.xml"/><Relationship Id="rId4" Type="http://schemas.openxmlformats.org/officeDocument/2006/relationships/hyperlink" Target="https://www.ibm.com/cloud/blog/ai-vs-machine-learning-vs-deep-learning-vs-neural-networks"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6.xml"/><Relationship Id="rId4" Type="http://schemas.openxmlformats.org/officeDocument/2006/relationships/hyperlink" Target="https://towardsdatascience.com/the-actual-difference-between-statistics-and-machine-learning-64b49f07ea3#:~:text=%E2%80%9CThe%20major%20difference%20between%20machine,about%20the%20relationships%20between%20variables.%E2%80%9D&amp;text=Statistics%20is%20the%20mathematical%20study%20of%20data" TargetMode="Externa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5" Type="http://schemas.openxmlformats.org/officeDocument/2006/relationships/image" Target="../media/image42.jpeg"/><Relationship Id="rId4" Type="http://schemas.openxmlformats.org/officeDocument/2006/relationships/image" Target="../media/image41.png"/></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2.xml.rels><?xml version="1.0" encoding="UTF-8" standalone="yes"?>
<Relationships xmlns="http://schemas.openxmlformats.org/package/2006/relationships"><Relationship Id="rId8" Type="http://schemas.openxmlformats.org/officeDocument/2006/relationships/image" Target="../media/image87.jpeg"/><Relationship Id="rId3" Type="http://schemas.openxmlformats.org/officeDocument/2006/relationships/image" Target="../media/image84.jpeg"/><Relationship Id="rId7" Type="http://schemas.openxmlformats.org/officeDocument/2006/relationships/image" Target="../media/image76.png"/><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hyperlink" Target="https://pub.towardsai.net/differences-between-ai-and-machine-learning-and-why-it-matters-1255b182fc6" TargetMode="External"/><Relationship Id="rId9" Type="http://schemas.openxmlformats.org/officeDocument/2006/relationships/hyperlink" Target="https://www.ibm.com/cloud/blog/ai-vs-machine-learning-vs-deep-learning-vs-neural-networks" TargetMode="External"/></Relationships>
</file>

<file path=ppt/slides/_rels/slide73.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18" Type="http://schemas.openxmlformats.org/officeDocument/2006/relationships/image" Target="../media/image104.png"/><Relationship Id="rId3" Type="http://schemas.openxmlformats.org/officeDocument/2006/relationships/image" Target="../media/image89.png"/><Relationship Id="rId21" Type="http://schemas.openxmlformats.org/officeDocument/2006/relationships/image" Target="../media/image107.png"/><Relationship Id="rId7" Type="http://schemas.openxmlformats.org/officeDocument/2006/relationships/image" Target="../media/image93.png"/><Relationship Id="rId12" Type="http://schemas.openxmlformats.org/officeDocument/2006/relationships/image" Target="../media/image98.png"/><Relationship Id="rId17" Type="http://schemas.openxmlformats.org/officeDocument/2006/relationships/image" Target="../media/image103.png"/><Relationship Id="rId2" Type="http://schemas.openxmlformats.org/officeDocument/2006/relationships/image" Target="../media/image88.png"/><Relationship Id="rId16" Type="http://schemas.openxmlformats.org/officeDocument/2006/relationships/image" Target="../media/image102.png"/><Relationship Id="rId20" Type="http://schemas.openxmlformats.org/officeDocument/2006/relationships/image" Target="../media/image106.png"/><Relationship Id="rId1" Type="http://schemas.openxmlformats.org/officeDocument/2006/relationships/slideLayout" Target="../slideLayouts/slideLayout17.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5" Type="http://schemas.openxmlformats.org/officeDocument/2006/relationships/image" Target="../media/image101.png"/><Relationship Id="rId23" Type="http://schemas.openxmlformats.org/officeDocument/2006/relationships/image" Target="../media/image109.png"/><Relationship Id="rId10" Type="http://schemas.openxmlformats.org/officeDocument/2006/relationships/image" Target="../media/image96.png"/><Relationship Id="rId19" Type="http://schemas.openxmlformats.org/officeDocument/2006/relationships/image" Target="../media/image105.png"/><Relationship Id="rId4" Type="http://schemas.openxmlformats.org/officeDocument/2006/relationships/image" Target="../media/image90.png"/><Relationship Id="rId9" Type="http://schemas.openxmlformats.org/officeDocument/2006/relationships/image" Target="../media/image95.png"/><Relationship Id="rId14" Type="http://schemas.openxmlformats.org/officeDocument/2006/relationships/image" Target="../media/image100.png"/><Relationship Id="rId22" Type="http://schemas.openxmlformats.org/officeDocument/2006/relationships/image" Target="../media/image108.png"/></Relationships>
</file>

<file path=ppt/slides/_rels/slide74.xml.rels><?xml version="1.0" encoding="UTF-8" standalone="yes"?>
<Relationships xmlns="http://schemas.openxmlformats.org/package/2006/relationships"><Relationship Id="rId2" Type="http://schemas.openxmlformats.org/officeDocument/2006/relationships/hyperlink" Target="https://forms.office.com/Pages/ResponsePage.aspx?id=PqlLJW8f80iQ5uJ2ZmS0d-5LdjYRShZEhN3YmsD7St9UMFZZTFFVQjFSUUxTMzhQNTM3S1hSM0ExVS4u"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B26EC9-E1F5-4E8C-898D-ED7C3DDDA2E5}"/>
              </a:ext>
            </a:extLst>
          </p:cNvPr>
          <p:cNvSpPr>
            <a:spLocks noGrp="1"/>
          </p:cNvSpPr>
          <p:nvPr>
            <p:ph type="ctrTitle"/>
          </p:nvPr>
        </p:nvSpPr>
        <p:spPr>
          <a:xfrm>
            <a:off x="627063" y="2846628"/>
            <a:ext cx="6480000" cy="2955867"/>
          </a:xfrm>
        </p:spPr>
        <p:txBody>
          <a:bodyPr/>
          <a:lstStyle/>
          <a:p>
            <a:r>
              <a:rPr lang="en-US"/>
              <a:t>ML1: Introduction to Machine Learning for Everybody</a:t>
            </a:r>
            <a:br>
              <a:rPr lang="en-US"/>
            </a:br>
            <a:br>
              <a:rPr lang="en-US" sz="2000"/>
            </a:br>
            <a:r>
              <a:rPr lang="en-US" sz="2000"/>
              <a:t>SE GP G QPI QM P</a:t>
            </a:r>
          </a:p>
        </p:txBody>
      </p:sp>
      <p:sp>
        <p:nvSpPr>
          <p:cNvPr id="3" name="Textplatzhalter 2">
            <a:extLst>
              <a:ext uri="{FF2B5EF4-FFF2-40B4-BE49-F238E27FC236}">
                <a16:creationId xmlns:a16="http://schemas.microsoft.com/office/drawing/2014/main" id="{D2DCE8D9-8AB9-416E-89B5-BE9D20BDB95D}"/>
              </a:ext>
            </a:extLst>
          </p:cNvPr>
          <p:cNvSpPr>
            <a:spLocks noGrp="1"/>
          </p:cNvSpPr>
          <p:nvPr>
            <p:ph type="body" sz="quarter" idx="12"/>
          </p:nvPr>
        </p:nvSpPr>
        <p:spPr/>
        <p:txBody>
          <a:bodyPr/>
          <a:lstStyle/>
          <a:p>
            <a:endParaRPr lang="de-DE"/>
          </a:p>
        </p:txBody>
      </p:sp>
      <p:sp>
        <p:nvSpPr>
          <p:cNvPr id="4" name="Textplatzhalter 3">
            <a:extLst>
              <a:ext uri="{FF2B5EF4-FFF2-40B4-BE49-F238E27FC236}">
                <a16:creationId xmlns:a16="http://schemas.microsoft.com/office/drawing/2014/main" id="{E42D33F8-AE0C-4FAB-9FA3-0B90974C0B96}"/>
              </a:ext>
            </a:extLst>
          </p:cNvPr>
          <p:cNvSpPr>
            <a:spLocks noGrp="1"/>
          </p:cNvSpPr>
          <p:nvPr>
            <p:ph type="body" sz="quarter" idx="13"/>
          </p:nvPr>
        </p:nvSpPr>
        <p:spPr/>
        <p:txBody>
          <a:bodyPr/>
          <a:lstStyle/>
          <a:p>
            <a:endParaRPr lang="de-DE"/>
          </a:p>
        </p:txBody>
      </p:sp>
    </p:spTree>
    <p:extLst>
      <p:ext uri="{BB962C8B-B14F-4D97-AF65-F5344CB8AC3E}">
        <p14:creationId xmlns:p14="http://schemas.microsoft.com/office/powerpoint/2010/main" val="1151524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35B155-BA44-4ABA-B3C1-6744346B9B7A}"/>
              </a:ext>
            </a:extLst>
          </p:cNvPr>
          <p:cNvSpPr>
            <a:spLocks noGrp="1"/>
          </p:cNvSpPr>
          <p:nvPr>
            <p:ph type="title"/>
          </p:nvPr>
        </p:nvSpPr>
        <p:spPr/>
        <p:txBody>
          <a:bodyPr/>
          <a:lstStyle/>
          <a:p>
            <a:r>
              <a:rPr lang="en-US"/>
              <a:t>Training Objective</a:t>
            </a:r>
          </a:p>
        </p:txBody>
      </p:sp>
      <p:pic>
        <p:nvPicPr>
          <p:cNvPr id="6" name="Picture 25" descr="http://steverothschild.org/images/uploads/purpose.jpg">
            <a:extLst>
              <a:ext uri="{FF2B5EF4-FFF2-40B4-BE49-F238E27FC236}">
                <a16:creationId xmlns:a16="http://schemas.microsoft.com/office/drawing/2014/main" id="{CF2BCF0A-DF88-49E3-B39D-DAB0A5A9AD5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972339" y="1439706"/>
            <a:ext cx="3120984" cy="288058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06229730-7A6F-4EAF-AB90-AB2D4CD194AF}"/>
              </a:ext>
            </a:extLst>
          </p:cNvPr>
          <p:cNvSpPr txBox="1">
            <a:spLocks noChangeArrowheads="1"/>
          </p:cNvSpPr>
          <p:nvPr/>
        </p:nvSpPr>
        <p:spPr bwMode="auto">
          <a:xfrm>
            <a:off x="584728" y="2120126"/>
            <a:ext cx="8574787" cy="1992950"/>
          </a:xfrm>
          <a:prstGeom prst="rect">
            <a:avLst/>
          </a:prstGeom>
          <a:noFill/>
          <a:ln w="9525">
            <a:noFill/>
            <a:miter lim="800000"/>
            <a:headEnd/>
            <a:tailEnd/>
          </a:ln>
        </p:spPr>
        <p:txBody>
          <a:bodyPr vert="horz" wrap="square" lIns="252000" tIns="108000" rIns="108000" bIns="0" numCol="1" anchor="t" anchorCtr="0" compatLnSpc="1">
            <a:prstTxWarp prst="textNoShape">
              <a:avLst/>
            </a:prstTxWarp>
          </a:bodyPr>
          <a:lstStyle>
            <a:lvl1pPr marL="0" indent="0" algn="l" rtl="0" fontAlgn="base">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2pPr>
            <a:lvl3pPr marL="358775"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3pPr>
            <a:lvl4pPr marL="538163"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4pPr>
            <a:lvl5pPr marL="717550" indent="-177800" algn="l" rtl="0" fontAlgn="base">
              <a:lnSpc>
                <a:spcPct val="110000"/>
              </a:lnSpc>
              <a:spcBef>
                <a:spcPct val="0"/>
              </a:spcBef>
              <a:spcAft>
                <a:spcPct val="0"/>
              </a:spcAft>
              <a:buClr>
                <a:schemeClr val="accent1"/>
              </a:buClr>
              <a:buChar char="•"/>
              <a:tabLst/>
              <a:defRPr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pPr marL="642937" lvl="1" indent="-285750" defTabSz="1055688">
              <a:lnSpc>
                <a:spcPct val="100000"/>
              </a:lnSpc>
              <a:spcAft>
                <a:spcPts val="600"/>
              </a:spcAft>
              <a:buClrTx/>
            </a:pPr>
            <a:r>
              <a:rPr lang="en-US" altLang="en-US" sz="1600" kern="0"/>
              <a:t>Have a better understanding of what machine learning is all about</a:t>
            </a:r>
          </a:p>
          <a:p>
            <a:pPr marL="642937" lvl="1" indent="-285750" defTabSz="1055688">
              <a:lnSpc>
                <a:spcPct val="100000"/>
              </a:lnSpc>
              <a:spcAft>
                <a:spcPts val="600"/>
              </a:spcAft>
              <a:buClrTx/>
            </a:pPr>
            <a:r>
              <a:rPr lang="en-US" altLang="en-US" sz="1600" kern="0">
                <a:latin typeface="Arial" charset="0"/>
                <a:cs typeface="Arial" charset="0"/>
              </a:rPr>
              <a:t>Understand some basic principals of machine learning</a:t>
            </a:r>
          </a:p>
          <a:p>
            <a:pPr marL="642937" lvl="1" indent="-285750" defTabSz="1055688">
              <a:lnSpc>
                <a:spcPct val="100000"/>
              </a:lnSpc>
              <a:spcAft>
                <a:spcPts val="600"/>
              </a:spcAft>
              <a:buClrTx/>
            </a:pPr>
            <a:r>
              <a:rPr lang="en-US" altLang="en-US" sz="1600" kern="0">
                <a:latin typeface="Arial" charset="0"/>
                <a:cs typeface="Arial" charset="0"/>
              </a:rPr>
              <a:t>Have made </a:t>
            </a:r>
            <a:r>
              <a:rPr lang="en-US" altLang="en-US" sz="1600" b="1" kern="0">
                <a:latin typeface="Arial" charset="0"/>
                <a:cs typeface="Arial" charset="0"/>
              </a:rPr>
              <a:t>first experiences </a:t>
            </a:r>
            <a:r>
              <a:rPr lang="en-US" altLang="en-US" sz="1600" kern="0">
                <a:latin typeface="Arial" charset="0"/>
                <a:cs typeface="Arial" charset="0"/>
              </a:rPr>
              <a:t>with running machine learning algorithms yourself</a:t>
            </a:r>
          </a:p>
          <a:p>
            <a:pPr marL="642937" lvl="1" indent="-285750" defTabSz="1055688">
              <a:lnSpc>
                <a:spcPct val="100000"/>
              </a:lnSpc>
              <a:spcAft>
                <a:spcPts val="600"/>
              </a:spcAft>
              <a:buClrTx/>
            </a:pPr>
            <a:r>
              <a:rPr lang="en-US" altLang="en-US" sz="1600" kern="0">
                <a:latin typeface="Arial" charset="0"/>
                <a:cs typeface="Arial" charset="0"/>
              </a:rPr>
              <a:t>Discuss application opportunities of Machine Learning in our business</a:t>
            </a:r>
          </a:p>
          <a:p>
            <a:pPr marL="642937" lvl="1" indent="-285750" defTabSz="1055688">
              <a:lnSpc>
                <a:spcPct val="100000"/>
              </a:lnSpc>
              <a:spcAft>
                <a:spcPts val="600"/>
              </a:spcAft>
              <a:buClrTx/>
            </a:pPr>
            <a:r>
              <a:rPr lang="en-US" altLang="en-US" sz="1600" kern="0">
                <a:latin typeface="Arial" charset="0"/>
                <a:cs typeface="Arial" charset="0"/>
              </a:rPr>
              <a:t>Tailoring Knowledge to your needs in our Energy business </a:t>
            </a:r>
          </a:p>
        </p:txBody>
      </p:sp>
      <p:sp>
        <p:nvSpPr>
          <p:cNvPr id="8" name="Rectangle 4">
            <a:extLst>
              <a:ext uri="{FF2B5EF4-FFF2-40B4-BE49-F238E27FC236}">
                <a16:creationId xmlns:a16="http://schemas.microsoft.com/office/drawing/2014/main" id="{064289CA-AD88-4BB1-B6C4-6475FB169BC0}"/>
              </a:ext>
            </a:extLst>
          </p:cNvPr>
          <p:cNvSpPr>
            <a:spLocks noChangeArrowheads="1"/>
          </p:cNvSpPr>
          <p:nvPr/>
        </p:nvSpPr>
        <p:spPr bwMode="auto">
          <a:xfrm>
            <a:off x="672528" y="1439999"/>
            <a:ext cx="11519149" cy="433387"/>
          </a:xfrm>
          <a:prstGeom prst="rect">
            <a:avLst/>
          </a:prstGeom>
          <a:solidFill>
            <a:srgbClr val="D7D7CD"/>
          </a:solidFill>
          <a:ln>
            <a:noFill/>
          </a:ln>
        </p:spPr>
        <p:txBody>
          <a:bodyPr wrap="none" lIns="252000" tIns="0" rIns="432000" bIns="0" anchor="ctr"/>
          <a:lstStyle>
            <a:lvl1pPr algn="l" eaLnBrk="0" hangingPunct="0">
              <a:lnSpc>
                <a:spcPct val="110000"/>
              </a:lnSpc>
              <a:buClr>
                <a:schemeClr val="accent1"/>
              </a:buClr>
              <a:buFont typeface="Arial" charset="0"/>
              <a:defRPr>
                <a:solidFill>
                  <a:srgbClr val="000000"/>
                </a:solidFill>
                <a:latin typeface="Arial" charset="0"/>
                <a:ea typeface="ＭＳ Ｐゴシック" pitchFamily="34" charset="-128"/>
                <a:cs typeface="Arial" charset="0"/>
              </a:defRPr>
            </a:lvl1pPr>
            <a:lvl2pPr marL="742950" indent="-28575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2pPr>
            <a:lvl3pPr marL="11430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3pPr>
            <a:lvl4pPr marL="16002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4pPr>
            <a:lvl5pPr marL="20574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5pPr>
            <a:lvl6pPr marL="25146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6pPr>
            <a:lvl7pPr marL="29718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7pPr>
            <a:lvl8pPr marL="34290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8pPr>
            <a:lvl9pPr marL="38862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9pPr>
          </a:lstStyle>
          <a:p>
            <a:pPr eaLnBrk="1" hangingPunct="1">
              <a:lnSpc>
                <a:spcPct val="100000"/>
              </a:lnSpc>
              <a:buClrTx/>
              <a:buFontTx/>
              <a:buNone/>
            </a:pPr>
            <a:r>
              <a:rPr lang="en-US" altLang="en-US" sz="1800" b="0" i="0">
                <a:solidFill>
                  <a:schemeClr val="tx1"/>
                </a:solidFill>
              </a:rPr>
              <a:t>By the end of this course, you will </a:t>
            </a:r>
            <a:r>
              <a:rPr lang="en-US" altLang="en-US"/>
              <a:t>…</a:t>
            </a:r>
            <a:endParaRPr lang="en-US" altLang="en-US" sz="1800" b="0" i="0">
              <a:solidFill>
                <a:schemeClr val="tx1"/>
              </a:solidFill>
            </a:endParaRPr>
          </a:p>
        </p:txBody>
      </p:sp>
      <p:sp>
        <p:nvSpPr>
          <p:cNvPr id="9" name="Rectangle 4">
            <a:extLst>
              <a:ext uri="{FF2B5EF4-FFF2-40B4-BE49-F238E27FC236}">
                <a16:creationId xmlns:a16="http://schemas.microsoft.com/office/drawing/2014/main" id="{F277882C-DD07-464B-A5F6-1B007601A163}"/>
              </a:ext>
            </a:extLst>
          </p:cNvPr>
          <p:cNvSpPr>
            <a:spLocks noChangeArrowheads="1"/>
          </p:cNvSpPr>
          <p:nvPr/>
        </p:nvSpPr>
        <p:spPr bwMode="auto">
          <a:xfrm>
            <a:off x="557755" y="4077072"/>
            <a:ext cx="11633922" cy="433387"/>
          </a:xfrm>
          <a:prstGeom prst="rect">
            <a:avLst/>
          </a:prstGeom>
          <a:solidFill>
            <a:srgbClr val="D7D7CD"/>
          </a:solidFill>
          <a:ln>
            <a:noFill/>
          </a:ln>
        </p:spPr>
        <p:txBody>
          <a:bodyPr wrap="none" lIns="252000" tIns="0" rIns="432000" bIns="0" anchor="ctr"/>
          <a:lstStyle>
            <a:lvl1pPr algn="l" eaLnBrk="0" hangingPunct="0">
              <a:lnSpc>
                <a:spcPct val="110000"/>
              </a:lnSpc>
              <a:buClr>
                <a:schemeClr val="accent1"/>
              </a:buClr>
              <a:buFont typeface="Arial" charset="0"/>
              <a:defRPr>
                <a:solidFill>
                  <a:srgbClr val="000000"/>
                </a:solidFill>
                <a:latin typeface="Arial" charset="0"/>
                <a:ea typeface="ＭＳ Ｐゴシック" pitchFamily="34" charset="-128"/>
                <a:cs typeface="Arial" charset="0"/>
              </a:defRPr>
            </a:lvl1pPr>
            <a:lvl2pPr marL="742950" indent="-28575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2pPr>
            <a:lvl3pPr marL="11430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3pPr>
            <a:lvl4pPr marL="16002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4pPr>
            <a:lvl5pPr marL="20574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5pPr>
            <a:lvl6pPr marL="25146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6pPr>
            <a:lvl7pPr marL="29718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7pPr>
            <a:lvl8pPr marL="34290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8pPr>
            <a:lvl9pPr marL="38862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9pPr>
          </a:lstStyle>
          <a:p>
            <a:pPr eaLnBrk="1" hangingPunct="1">
              <a:lnSpc>
                <a:spcPct val="100000"/>
              </a:lnSpc>
              <a:buClrTx/>
              <a:buFontTx/>
              <a:buNone/>
            </a:pPr>
            <a:r>
              <a:rPr lang="en-US" altLang="en-US" sz="1800" b="0" i="0">
                <a:solidFill>
                  <a:schemeClr val="tx1"/>
                </a:solidFill>
              </a:rPr>
              <a:t>This training is an experiment</a:t>
            </a:r>
          </a:p>
        </p:txBody>
      </p:sp>
      <p:sp>
        <p:nvSpPr>
          <p:cNvPr id="13" name="Rectangle 3">
            <a:extLst>
              <a:ext uri="{FF2B5EF4-FFF2-40B4-BE49-F238E27FC236}">
                <a16:creationId xmlns:a16="http://schemas.microsoft.com/office/drawing/2014/main" id="{49D5487B-5982-4C30-9D58-C2E6D342516F}"/>
              </a:ext>
            </a:extLst>
          </p:cNvPr>
          <p:cNvSpPr txBox="1">
            <a:spLocks noChangeArrowheads="1"/>
          </p:cNvSpPr>
          <p:nvPr/>
        </p:nvSpPr>
        <p:spPr bwMode="auto">
          <a:xfrm>
            <a:off x="570475" y="4581128"/>
            <a:ext cx="11256371" cy="1992950"/>
          </a:xfrm>
          <a:prstGeom prst="rect">
            <a:avLst/>
          </a:prstGeom>
          <a:noFill/>
          <a:ln w="9525">
            <a:noFill/>
            <a:miter lim="800000"/>
            <a:headEnd/>
            <a:tailEnd/>
          </a:ln>
        </p:spPr>
        <p:txBody>
          <a:bodyPr vert="horz" wrap="square" lIns="252000" tIns="108000" rIns="108000" bIns="0" numCol="1" anchor="t" anchorCtr="0" compatLnSpc="1">
            <a:prstTxWarp prst="textNoShape">
              <a:avLst/>
            </a:prstTxWarp>
          </a:bodyPr>
          <a:lstStyle>
            <a:defPPr>
              <a:defRPr lang="de-DE"/>
            </a:defPPr>
            <a:lvl1pPr marL="0" indent="0">
              <a:lnSpc>
                <a:spcPct val="110000"/>
              </a:lnSpc>
              <a:spcBef>
                <a:spcPct val="0"/>
              </a:spcBef>
              <a:buClr>
                <a:schemeClr val="accent1"/>
              </a:buClr>
              <a:buFont typeface="Arial" pitchFamily="34" charset="0"/>
              <a:buNone/>
              <a:tabLst/>
              <a:defRPr>
                <a:solidFill>
                  <a:schemeClr val="tx1"/>
                </a:solidFill>
                <a:ea typeface="+mn-ea"/>
                <a:cs typeface="Arial" pitchFamily="34" charset="0"/>
              </a:defRPr>
            </a:lvl1pPr>
            <a:lvl2pPr marL="642937" lvl="1" indent="-285750" defTabSz="1055688">
              <a:lnSpc>
                <a:spcPct val="100000"/>
              </a:lnSpc>
              <a:spcBef>
                <a:spcPct val="0"/>
              </a:spcBef>
              <a:spcAft>
                <a:spcPts val="1200"/>
              </a:spcAft>
              <a:buClrTx/>
              <a:buChar char="•"/>
              <a:tabLst/>
              <a:defRPr sz="1600" kern="0">
                <a:solidFill>
                  <a:schemeClr val="tx1"/>
                </a:solidFill>
                <a:ea typeface="+mn-ea"/>
                <a:cs typeface="Arial" pitchFamily="34" charset="0"/>
              </a:defRPr>
            </a:lvl2pPr>
            <a:lvl3pPr marL="358775" indent="-177800">
              <a:lnSpc>
                <a:spcPct val="110000"/>
              </a:lnSpc>
              <a:spcBef>
                <a:spcPct val="0"/>
              </a:spcBef>
              <a:buClr>
                <a:schemeClr val="accent1"/>
              </a:buClr>
              <a:buChar char="•"/>
              <a:tabLst/>
              <a:defRPr>
                <a:solidFill>
                  <a:schemeClr val="tx1"/>
                </a:solidFill>
                <a:ea typeface="+mn-ea"/>
                <a:cs typeface="Arial" pitchFamily="34" charset="0"/>
              </a:defRPr>
            </a:lvl3pPr>
            <a:lvl4pPr marL="538163" indent="-177800">
              <a:lnSpc>
                <a:spcPct val="110000"/>
              </a:lnSpc>
              <a:spcBef>
                <a:spcPct val="0"/>
              </a:spcBef>
              <a:buClr>
                <a:schemeClr val="accent1"/>
              </a:buClr>
              <a:buChar char="•"/>
              <a:tabLst/>
              <a:defRPr>
                <a:solidFill>
                  <a:schemeClr val="tx1"/>
                </a:solidFill>
                <a:ea typeface="+mn-ea"/>
                <a:cs typeface="Arial" pitchFamily="34" charset="0"/>
              </a:defRPr>
            </a:lvl4pPr>
            <a:lvl5pPr marL="717550" indent="-177800">
              <a:lnSpc>
                <a:spcPct val="110000"/>
              </a:lnSpc>
              <a:spcBef>
                <a:spcPct val="0"/>
              </a:spcBef>
              <a:buClr>
                <a:schemeClr val="accent1"/>
              </a:buClr>
              <a:buChar char="•"/>
              <a:tabLst/>
              <a:defRPr baseline="0">
                <a:solidFill>
                  <a:schemeClr val="tx1"/>
                </a:solidFill>
                <a:ea typeface="+mn-ea"/>
                <a:cs typeface="Arial" pitchFamily="34" charset="0"/>
              </a:defRPr>
            </a:lvl5pPr>
            <a:lvl6pPr marL="12207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pPr lvl="1">
              <a:spcAft>
                <a:spcPts val="600"/>
              </a:spcAft>
            </a:pPr>
            <a:r>
              <a:rPr lang="en-US" altLang="en-US"/>
              <a:t>New teaching approach targeting “everybody”</a:t>
            </a:r>
          </a:p>
          <a:p>
            <a:pPr lvl="1">
              <a:spcAft>
                <a:spcPts val="600"/>
              </a:spcAft>
            </a:pPr>
            <a:r>
              <a:rPr lang="en-US" altLang="en-US"/>
              <a:t>New teaching over Circuit/ pure recordings</a:t>
            </a:r>
          </a:p>
          <a:p>
            <a:pPr lvl="1">
              <a:spcAft>
                <a:spcPts val="600"/>
              </a:spcAft>
            </a:pPr>
            <a:r>
              <a:rPr lang="en-US">
                <a:ea typeface="Arial Unicode MS" panose="020B0604020202020204" pitchFamily="34" charset="-128"/>
                <a:cs typeface="Arial Unicode MS" panose="020B0604020202020204" pitchFamily="34" charset="-128"/>
              </a:rPr>
              <a:t>We are using EnergyAI, Python and Jupiter Notebooks in this course. We explain more about these in our Data Science trainings.</a:t>
            </a:r>
            <a:r>
              <a:rPr lang="de-DE"/>
              <a:t> </a:t>
            </a:r>
            <a:r>
              <a:rPr lang="de-DE" sz="1100">
                <a:hlinkClick r:id="rId4"/>
              </a:rPr>
              <a:t>https://wse10.siemens-energy.com/content/P0002338/SitePages/Data%20Science%20Training%20and%20Multiplier%20Networking.aspx</a:t>
            </a:r>
            <a:r>
              <a:rPr lang="de-DE" sz="1100"/>
              <a:t> </a:t>
            </a:r>
            <a:endParaRPr lang="de-DE" sz="700"/>
          </a:p>
          <a:p>
            <a:pPr lvl="1">
              <a:spcAft>
                <a:spcPts val="600"/>
              </a:spcAft>
            </a:pPr>
            <a:r>
              <a:rPr lang="en-US">
                <a:ea typeface="Arial Unicode MS" panose="020B0604020202020204" pitchFamily="34" charset="-128"/>
                <a:cs typeface="Arial Unicode MS" panose="020B0604020202020204" pitchFamily="34" charset="-128"/>
              </a:rPr>
              <a:t>However, we don’t want to make them a prerequisite, so that everybody can attend. </a:t>
            </a:r>
            <a:endParaRPr lang="en-US" altLang="en-US"/>
          </a:p>
          <a:p>
            <a:pPr lvl="1">
              <a:spcAft>
                <a:spcPts val="600"/>
              </a:spcAft>
            </a:pPr>
            <a:endParaRPr lang="en-US" altLang="en-US"/>
          </a:p>
        </p:txBody>
      </p:sp>
    </p:spTree>
    <p:extLst>
      <p:ext uri="{BB962C8B-B14F-4D97-AF65-F5344CB8AC3E}">
        <p14:creationId xmlns:p14="http://schemas.microsoft.com/office/powerpoint/2010/main" val="2349694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F2898E-9D0A-4F9E-B273-6673704FAD4F}"/>
              </a:ext>
            </a:extLst>
          </p:cNvPr>
          <p:cNvSpPr>
            <a:spLocks noGrp="1"/>
          </p:cNvSpPr>
          <p:nvPr>
            <p:ph type="title"/>
          </p:nvPr>
        </p:nvSpPr>
        <p:spPr/>
        <p:txBody>
          <a:bodyPr/>
          <a:lstStyle/>
          <a:p>
            <a:r>
              <a:rPr lang="en-US"/>
              <a:t>How this Training Works</a:t>
            </a:r>
          </a:p>
        </p:txBody>
      </p:sp>
      <p:sp>
        <p:nvSpPr>
          <p:cNvPr id="3" name="Inhaltsplatzhalter 2">
            <a:extLst>
              <a:ext uri="{FF2B5EF4-FFF2-40B4-BE49-F238E27FC236}">
                <a16:creationId xmlns:a16="http://schemas.microsoft.com/office/drawing/2014/main" id="{24CE9D69-D6B0-4824-A6E4-E95FE89F0A0C}"/>
              </a:ext>
            </a:extLst>
          </p:cNvPr>
          <p:cNvSpPr>
            <a:spLocks noGrp="1"/>
          </p:cNvSpPr>
          <p:nvPr>
            <p:ph sz="half" idx="1"/>
          </p:nvPr>
        </p:nvSpPr>
        <p:spPr/>
        <p:txBody>
          <a:bodyPr/>
          <a:lstStyle/>
          <a:p>
            <a:pPr marL="285750" indent="-285750">
              <a:lnSpc>
                <a:spcPct val="200000"/>
              </a:lnSpc>
              <a:buFont typeface="Arial" panose="020B0604020202020204" pitchFamily="34" charset="0"/>
              <a:buChar char="•"/>
            </a:pPr>
            <a:r>
              <a:rPr lang="en-US"/>
              <a:t>Experiment, we are all learning</a:t>
            </a:r>
          </a:p>
          <a:p>
            <a:pPr marL="285750" indent="-285750">
              <a:lnSpc>
                <a:spcPct val="200000"/>
              </a:lnSpc>
              <a:buFont typeface="Arial" panose="020B0604020202020204" pitchFamily="34" charset="0"/>
              <a:buChar char="•"/>
            </a:pPr>
            <a:r>
              <a:rPr lang="en-US" altLang="en-US"/>
              <a:t>2x10 Min Break</a:t>
            </a:r>
          </a:p>
          <a:p>
            <a:pPr marL="285750" indent="-285750">
              <a:lnSpc>
                <a:spcPct val="200000"/>
              </a:lnSpc>
              <a:buFont typeface="Arial" panose="020B0604020202020204" pitchFamily="34" charset="0"/>
              <a:buChar char="•"/>
            </a:pPr>
            <a:r>
              <a:rPr lang="en-US"/>
              <a:t>Recording: high demand, few training seats</a:t>
            </a:r>
          </a:p>
          <a:p>
            <a:pPr marL="285750" indent="-285750">
              <a:lnSpc>
                <a:spcPct val="200000"/>
              </a:lnSpc>
              <a:buFont typeface="Arial" panose="020B0604020202020204" pitchFamily="34" charset="0"/>
              <a:buChar char="•"/>
            </a:pPr>
            <a:r>
              <a:rPr lang="en-US"/>
              <a:t>Based on interaction</a:t>
            </a:r>
          </a:p>
          <a:p>
            <a:pPr marL="644525" lvl="2" indent="-285750">
              <a:lnSpc>
                <a:spcPct val="200000"/>
              </a:lnSpc>
              <a:buFont typeface="Courier New" panose="02070309020205020404" pitchFamily="49" charset="0"/>
              <a:buChar char="o"/>
            </a:pPr>
            <a:r>
              <a:rPr lang="en-US"/>
              <a:t>Discussions, Exercises + Debriefs</a:t>
            </a:r>
          </a:p>
          <a:p>
            <a:pPr marL="644525" lvl="2" indent="-285750">
              <a:lnSpc>
                <a:spcPct val="200000"/>
              </a:lnSpc>
              <a:buFont typeface="Courier New" panose="02070309020205020404" pitchFamily="49" charset="0"/>
              <a:buChar char="o"/>
            </a:pPr>
            <a:r>
              <a:rPr lang="en-US"/>
              <a:t>Harder in Circuit</a:t>
            </a:r>
          </a:p>
          <a:p>
            <a:pPr marL="644525" lvl="2" indent="-285750">
              <a:lnSpc>
                <a:spcPct val="200000"/>
              </a:lnSpc>
              <a:buFont typeface="Courier New" panose="02070309020205020404" pitchFamily="49" charset="0"/>
              <a:buChar char="o"/>
            </a:pPr>
            <a:r>
              <a:rPr lang="en-US"/>
              <a:t>If I should not call on you, please tell us now</a:t>
            </a:r>
          </a:p>
          <a:p>
            <a:endParaRPr lang="en-US"/>
          </a:p>
        </p:txBody>
      </p:sp>
      <p:pic>
        <p:nvPicPr>
          <p:cNvPr id="6" name="Picture 8" descr="17947_dpi150">
            <a:extLst>
              <a:ext uri="{FF2B5EF4-FFF2-40B4-BE49-F238E27FC236}">
                <a16:creationId xmlns:a16="http://schemas.microsoft.com/office/drawing/2014/main" id="{4DEC0B93-4D94-4398-84D2-E081E03745F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379530" y="1435026"/>
            <a:ext cx="4336107" cy="356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2603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B793D4-EC53-45EA-8D6A-9C397530E29D}"/>
              </a:ext>
            </a:extLst>
          </p:cNvPr>
          <p:cNvSpPr>
            <a:spLocks noGrp="1"/>
          </p:cNvSpPr>
          <p:nvPr>
            <p:ph type="title"/>
          </p:nvPr>
        </p:nvSpPr>
        <p:spPr/>
        <p:txBody>
          <a:bodyPr/>
          <a:lstStyle/>
          <a:p>
            <a:r>
              <a:rPr lang="en-US"/>
              <a:t>Please Give Us Feedback!</a:t>
            </a:r>
          </a:p>
        </p:txBody>
      </p:sp>
      <p:sp>
        <p:nvSpPr>
          <p:cNvPr id="3" name="Textfeld 2">
            <a:extLst>
              <a:ext uri="{FF2B5EF4-FFF2-40B4-BE49-F238E27FC236}">
                <a16:creationId xmlns:a16="http://schemas.microsoft.com/office/drawing/2014/main" id="{140ABB90-1C37-4037-BEEB-EA0B417705F2}"/>
              </a:ext>
            </a:extLst>
          </p:cNvPr>
          <p:cNvSpPr txBox="1"/>
          <p:nvPr/>
        </p:nvSpPr>
        <p:spPr>
          <a:xfrm>
            <a:off x="627062" y="1461922"/>
            <a:ext cx="11088687" cy="4775366"/>
          </a:xfrm>
          <a:prstGeom prst="rect">
            <a:avLst/>
          </a:prstGeom>
          <a:noFill/>
        </p:spPr>
        <p:txBody>
          <a:bodyPr wrap="square" lIns="0" tIns="0" rIns="0" bIns="0" rtlCol="0">
            <a:noAutofit/>
          </a:bodyPr>
          <a:lstStyle/>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Feedback is very important for us. This course is free, but we need to know if this is beneficial for you. </a:t>
            </a:r>
          </a:p>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Based on your feedback, we will continue to offer this, develop additional courses – or not.</a:t>
            </a:r>
          </a:p>
          <a:p>
            <a:pPr marL="171450" indent="-171450">
              <a:lnSpc>
                <a:spcPct val="110000"/>
              </a:lnSpc>
              <a:spcBef>
                <a:spcPts val="0"/>
              </a:spcBef>
              <a:buFont typeface="Arial" panose="020B0604020202020204" pitchFamily="34" charset="0"/>
              <a:buChar char="•"/>
            </a:pPr>
            <a:endParaRPr lang="en-US" dirty="0">
              <a:solidFill>
                <a:schemeClr val="tx1"/>
              </a:solidFill>
              <a:latin typeface="+mn-lt"/>
              <a:ea typeface="Arial Unicode MS" panose="020B0604020202020204" pitchFamily="34" charset="-128"/>
              <a:cs typeface="Arial Unicode MS" panose="020B0604020202020204" pitchFamily="34" charset="-128"/>
            </a:endParaRPr>
          </a:p>
          <a:p>
            <a:r>
              <a:rPr lang="en-US" sz="1600" dirty="0">
                <a:solidFill>
                  <a:schemeClr val="tx1"/>
                </a:solidFill>
                <a:latin typeface="+mn-lt"/>
                <a:ea typeface="Arial Unicode MS" panose="020B0604020202020204" pitchFamily="34" charset="-128"/>
                <a:cs typeface="Arial Unicode MS" panose="020B0604020202020204" pitchFamily="34" charset="-128"/>
              </a:rPr>
              <a:t>Please visit at the end of this course the following website: </a:t>
            </a:r>
            <a:r>
              <a:rPr lang="en-US" u="sng" dirty="0">
                <a:hlinkClick r:id="rId2"/>
              </a:rPr>
              <a:t>https://forms.office.com/Pages/ResponsePage.aspx?id=PqlLJW8f80iQ5uJ2ZmS0d-5LdjYRShZEhN3YmsD7St9UMFZZTFFVQjFSUUxTMzhQNTM3S1hSM0ExVS4u</a:t>
            </a:r>
            <a:r>
              <a:rPr lang="en-US" u="sng" dirty="0"/>
              <a:t> </a:t>
            </a:r>
            <a:endParaRPr lang="en-US" sz="1600" dirty="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132309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43399" y="1520788"/>
            <a:ext cx="7654952"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4330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2CD42DE-4722-4276-87D2-33A4B1A57398}"/>
              </a:ext>
            </a:extLst>
          </p:cNvPr>
          <p:cNvSpPr>
            <a:spLocks noGrp="1"/>
          </p:cNvSpPr>
          <p:nvPr>
            <p:ph type="title"/>
          </p:nvPr>
        </p:nvSpPr>
        <p:spPr/>
        <p:txBody>
          <a:bodyPr/>
          <a:lstStyle/>
          <a:p>
            <a:r>
              <a:rPr lang="en-US"/>
              <a:t>We are Using EnergyAI as a Tool to Run Machine Learning Algorithms</a:t>
            </a:r>
          </a:p>
        </p:txBody>
      </p:sp>
      <p:sp>
        <p:nvSpPr>
          <p:cNvPr id="6" name="Inhaltsplatzhalter 5">
            <a:extLst>
              <a:ext uri="{FF2B5EF4-FFF2-40B4-BE49-F238E27FC236}">
                <a16:creationId xmlns:a16="http://schemas.microsoft.com/office/drawing/2014/main" id="{0E8E9817-4963-42BF-BC45-C79C280B393E}"/>
              </a:ext>
            </a:extLst>
          </p:cNvPr>
          <p:cNvSpPr>
            <a:spLocks noGrp="1"/>
          </p:cNvSpPr>
          <p:nvPr>
            <p:ph idx="1"/>
          </p:nvPr>
        </p:nvSpPr>
        <p:spPr>
          <a:xfrm>
            <a:off x="627063" y="1440000"/>
            <a:ext cx="11088736" cy="4752000"/>
          </a:xfrm>
        </p:spPr>
        <p:txBody>
          <a:bodyPr/>
          <a:lstStyle/>
          <a:p>
            <a:pPr marL="285750" indent="-285750">
              <a:buFont typeface="Arial" panose="020B0604020202020204" pitchFamily="34" charset="0"/>
              <a:buChar char="•"/>
            </a:pPr>
            <a:r>
              <a:rPr lang="en-US" sz="1400"/>
              <a:t>Please register on EnergyAI before starting the training:(https://</a:t>
            </a:r>
            <a:r>
              <a:rPr lang="en-US" sz="1400" b="1"/>
              <a:t>energyai.siemens.cloud</a:t>
            </a:r>
            <a:r>
              <a:rPr lang="en-US" sz="1400"/>
              <a:t>/)</a:t>
            </a:r>
          </a:p>
          <a:p>
            <a:pPr marL="285750" indent="-285750">
              <a:buFont typeface="Arial" panose="020B0604020202020204" pitchFamily="34" charset="0"/>
              <a:buChar char="•"/>
            </a:pPr>
            <a:r>
              <a:rPr lang="en-US" sz="1400"/>
              <a:t>Request access to “Analyse” </a:t>
            </a:r>
          </a:p>
          <a:p>
            <a:pPr marL="285750" indent="-285750">
              <a:buFont typeface="Arial" panose="020B0604020202020204" pitchFamily="34" charset="0"/>
              <a:buChar char="•"/>
            </a:pPr>
            <a:r>
              <a:rPr lang="en-US" sz="1400"/>
              <a:t>You will find the files in EnergyAI in the folder shared&gt;users&gt;kay.toepfer@siemens.com&gt;Data Science Workshop.</a:t>
            </a:r>
          </a:p>
          <a:p>
            <a:pPr marL="285750" indent="-285750">
              <a:buFont typeface="Arial" panose="020B0604020202020204" pitchFamily="34" charset="0"/>
              <a:buChar char="•"/>
            </a:pPr>
            <a:r>
              <a:rPr lang="en-US" sz="1400"/>
              <a:t>More details how to get to Kay’s folder in the following slides</a:t>
            </a:r>
          </a:p>
          <a:p>
            <a:endParaRPr lang="en-US"/>
          </a:p>
        </p:txBody>
      </p:sp>
      <p:pic>
        <p:nvPicPr>
          <p:cNvPr id="7" name="Grafik 6">
            <a:extLst>
              <a:ext uri="{FF2B5EF4-FFF2-40B4-BE49-F238E27FC236}">
                <a16:creationId xmlns:a16="http://schemas.microsoft.com/office/drawing/2014/main" id="{F1EFAAE9-A294-4408-A3EE-8B4FCA5D963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9586" y="2956550"/>
            <a:ext cx="4317462" cy="3234836"/>
          </a:xfrm>
          <a:prstGeom prst="rect">
            <a:avLst/>
          </a:prstGeom>
        </p:spPr>
      </p:pic>
      <p:sp>
        <p:nvSpPr>
          <p:cNvPr id="11" name="Pfeil: nach links 10">
            <a:extLst>
              <a:ext uri="{FF2B5EF4-FFF2-40B4-BE49-F238E27FC236}">
                <a16:creationId xmlns:a16="http://schemas.microsoft.com/office/drawing/2014/main" id="{DAE4F3B6-136D-43A3-9502-935E00131B11}"/>
              </a:ext>
            </a:extLst>
          </p:cNvPr>
          <p:cNvSpPr/>
          <p:nvPr/>
        </p:nvSpPr>
        <p:spPr bwMode="auto">
          <a:xfrm>
            <a:off x="4722706" y="4517900"/>
            <a:ext cx="2340260" cy="900100"/>
          </a:xfrm>
          <a:prstGeom prst="lef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Request Access</a:t>
            </a:r>
          </a:p>
        </p:txBody>
      </p:sp>
    </p:spTree>
    <p:extLst>
      <p:ext uri="{BB962C8B-B14F-4D97-AF65-F5344CB8AC3E}">
        <p14:creationId xmlns:p14="http://schemas.microsoft.com/office/powerpoint/2010/main" val="1105208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B0DEEF4-ACE2-48AE-B843-D6A731FE0C3B}"/>
              </a:ext>
            </a:extLst>
          </p:cNvPr>
          <p:cNvPicPr>
            <a:picLocks noChangeAspect="1"/>
          </p:cNvPicPr>
          <p:nvPr/>
        </p:nvPicPr>
        <p:blipFill>
          <a:blip r:embed="rId4"/>
          <a:stretch>
            <a:fillRect/>
          </a:stretch>
        </p:blipFill>
        <p:spPr>
          <a:xfrm>
            <a:off x="643614" y="1412875"/>
            <a:ext cx="9607979" cy="4734102"/>
          </a:xfrm>
          <a:prstGeom prst="rect">
            <a:avLst/>
          </a:prstGeom>
        </p:spPr>
      </p:pic>
      <p:sp>
        <p:nvSpPr>
          <p:cNvPr id="114690" name="cdtRectangle 2 Id114690"/>
          <p:cNvSpPr>
            <a:spLocks noGrp="1" noChangeArrowheads="1"/>
          </p:cNvSpPr>
          <p:nvPr>
            <p:ph type="title"/>
          </p:nvPr>
        </p:nvSpPr>
        <p:spPr/>
        <p:txBody>
          <a:bodyPr/>
          <a:lstStyle/>
          <a:p>
            <a:r>
              <a:rPr lang="en-US">
                <a:latin typeface="Arial" pitchFamily="34" charset="0"/>
              </a:rPr>
              <a:t>Go to Analyse</a:t>
            </a:r>
          </a:p>
        </p:txBody>
      </p:sp>
      <p:sp>
        <p:nvSpPr>
          <p:cNvPr id="2" name="Textfeld 1"/>
          <p:cNvSpPr txBox="1"/>
          <p:nvPr/>
        </p:nvSpPr>
        <p:spPr>
          <a:xfrm>
            <a:off x="4875039" y="1439999"/>
            <a:ext cx="914400" cy="914400"/>
          </a:xfrm>
          <a:prstGeom prst="rect">
            <a:avLst/>
          </a:prstGeom>
          <a:noFill/>
        </p:spPr>
        <p:txBody>
          <a:bodyPr wrap="none" lIns="0" tIns="0" rIns="0" bIns="0" rtlCol="0">
            <a:noAutofit/>
          </a:bodyPr>
          <a:lstStyle/>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 name="cdtRectangle 3 Id114691"/>
          <p:cNvSpPr>
            <a:spLocks noGrp="1" noChangeArrowheads="1"/>
          </p:cNvSpPr>
          <p:nvPr>
            <p:ph idx="1"/>
          </p:nvPr>
        </p:nvSpPr>
        <p:spPr>
          <a:xfrm>
            <a:off x="592411" y="1376772"/>
            <a:ext cx="10512672" cy="4941328"/>
          </a:xfrm>
        </p:spPr>
        <p:txBody>
          <a:bodyPr/>
          <a:lstStyle/>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sym typeface="Wingdings" panose="05000000000000000000" pitchFamily="2" charset="2"/>
            </a:endParaRPr>
          </a:p>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endParaRPr>
          </a:p>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endParaRPr>
          </a:p>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endParaRPr>
          </a:p>
          <a:p>
            <a:pPr marL="285750" indent="-285750">
              <a:spcBef>
                <a:spcPts val="0"/>
              </a:spcBef>
              <a:buFont typeface="Arial" panose="020B0604020202020204" pitchFamily="34" charset="0"/>
              <a:buChar char="•"/>
            </a:pPr>
            <a:endParaRPr lang="en-US" sz="1600">
              <a:ea typeface="Arial Unicode MS" panose="020B0604020202020204" pitchFamily="34" charset="-128"/>
              <a:cs typeface="Arial Unicode MS" panose="020B0604020202020204" pitchFamily="34" charset="-128"/>
            </a:endParaRPr>
          </a:p>
        </p:txBody>
      </p:sp>
      <p:sp>
        <p:nvSpPr>
          <p:cNvPr id="3" name="Pfeil: nach rechts 2">
            <a:extLst>
              <a:ext uri="{FF2B5EF4-FFF2-40B4-BE49-F238E27FC236}">
                <a16:creationId xmlns:a16="http://schemas.microsoft.com/office/drawing/2014/main" id="{17F6723F-3710-44EB-91F3-E307CA3F29C3}"/>
              </a:ext>
            </a:extLst>
          </p:cNvPr>
          <p:cNvSpPr/>
          <p:nvPr/>
        </p:nvSpPr>
        <p:spPr bwMode="auto">
          <a:xfrm rot="8049205">
            <a:off x="2528937" y="2243653"/>
            <a:ext cx="1512168" cy="575370"/>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custDataLst>
      <p:tags r:id="rId1"/>
    </p:custDataLst>
    <p:extLst>
      <p:ext uri="{BB962C8B-B14F-4D97-AF65-F5344CB8AC3E}">
        <p14:creationId xmlns:p14="http://schemas.microsoft.com/office/powerpoint/2010/main" val="489624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8986122-3C58-4014-8611-B12CC1DFBCAC}"/>
              </a:ext>
            </a:extLst>
          </p:cNvPr>
          <p:cNvSpPr>
            <a:spLocks noGrp="1"/>
          </p:cNvSpPr>
          <p:nvPr>
            <p:ph type="title"/>
          </p:nvPr>
        </p:nvSpPr>
        <p:spPr/>
        <p:txBody>
          <a:bodyPr/>
          <a:lstStyle/>
          <a:p>
            <a:r>
              <a:rPr lang="en-US"/>
              <a:t>Click on Shared</a:t>
            </a:r>
          </a:p>
        </p:txBody>
      </p:sp>
      <p:pic>
        <p:nvPicPr>
          <p:cNvPr id="5" name="Grafik 4">
            <a:extLst>
              <a:ext uri="{FF2B5EF4-FFF2-40B4-BE49-F238E27FC236}">
                <a16:creationId xmlns:a16="http://schemas.microsoft.com/office/drawing/2014/main" id="{1A007582-A232-4854-96E4-27E32E53252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3537" y="1424769"/>
            <a:ext cx="10259856" cy="4769041"/>
          </a:xfrm>
          <a:prstGeom prst="rect">
            <a:avLst/>
          </a:prstGeom>
        </p:spPr>
      </p:pic>
      <p:sp>
        <p:nvSpPr>
          <p:cNvPr id="7" name="Rechteck 6">
            <a:extLst>
              <a:ext uri="{FF2B5EF4-FFF2-40B4-BE49-F238E27FC236}">
                <a16:creationId xmlns:a16="http://schemas.microsoft.com/office/drawing/2014/main" id="{05FED367-D93A-49FF-A269-CAD13DB473DE}"/>
              </a:ext>
            </a:extLst>
          </p:cNvPr>
          <p:cNvSpPr/>
          <p:nvPr/>
        </p:nvSpPr>
        <p:spPr bwMode="auto">
          <a:xfrm>
            <a:off x="878595" y="2816932"/>
            <a:ext cx="2196244" cy="79208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 name="Rechteck 7">
            <a:extLst>
              <a:ext uri="{FF2B5EF4-FFF2-40B4-BE49-F238E27FC236}">
                <a16:creationId xmlns:a16="http://schemas.microsoft.com/office/drawing/2014/main" id="{2465E7BD-CFD2-4404-B80E-8178F2471E00}"/>
              </a:ext>
            </a:extLst>
          </p:cNvPr>
          <p:cNvSpPr/>
          <p:nvPr/>
        </p:nvSpPr>
        <p:spPr bwMode="auto">
          <a:xfrm>
            <a:off x="878595" y="2096852"/>
            <a:ext cx="2196244" cy="43204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 name="Pfeil: nach rechts 8">
            <a:extLst>
              <a:ext uri="{FF2B5EF4-FFF2-40B4-BE49-F238E27FC236}">
                <a16:creationId xmlns:a16="http://schemas.microsoft.com/office/drawing/2014/main" id="{88D6C1D7-88F5-4CDB-AE36-76009906A24C}"/>
              </a:ext>
            </a:extLst>
          </p:cNvPr>
          <p:cNvSpPr/>
          <p:nvPr/>
        </p:nvSpPr>
        <p:spPr bwMode="auto">
          <a:xfrm rot="10800000">
            <a:off x="1452242" y="2564903"/>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56056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E6CF88-77B7-433D-96C6-5043907FD570}"/>
              </a:ext>
            </a:extLst>
          </p:cNvPr>
          <p:cNvSpPr>
            <a:spLocks noGrp="1"/>
          </p:cNvSpPr>
          <p:nvPr>
            <p:ph type="title"/>
          </p:nvPr>
        </p:nvSpPr>
        <p:spPr/>
        <p:txBody>
          <a:bodyPr/>
          <a:lstStyle/>
          <a:p>
            <a:r>
              <a:rPr lang="en-US"/>
              <a:t>Click on Users</a:t>
            </a:r>
          </a:p>
        </p:txBody>
      </p:sp>
      <p:pic>
        <p:nvPicPr>
          <p:cNvPr id="3" name="Grafik 2">
            <a:extLst>
              <a:ext uri="{FF2B5EF4-FFF2-40B4-BE49-F238E27FC236}">
                <a16:creationId xmlns:a16="http://schemas.microsoft.com/office/drawing/2014/main" id="{D376FBA2-E7B2-48F9-8BD4-D43DD64B0EA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7064" y="1412875"/>
            <a:ext cx="8424440" cy="4800788"/>
          </a:xfrm>
          <a:prstGeom prst="rect">
            <a:avLst/>
          </a:prstGeom>
        </p:spPr>
      </p:pic>
      <p:sp>
        <p:nvSpPr>
          <p:cNvPr id="4" name="Pfeil: nach rechts 3">
            <a:extLst>
              <a:ext uri="{FF2B5EF4-FFF2-40B4-BE49-F238E27FC236}">
                <a16:creationId xmlns:a16="http://schemas.microsoft.com/office/drawing/2014/main" id="{F2780CFE-59F1-4483-9DA6-91F5AEB30A1E}"/>
              </a:ext>
            </a:extLst>
          </p:cNvPr>
          <p:cNvSpPr/>
          <p:nvPr/>
        </p:nvSpPr>
        <p:spPr bwMode="auto">
          <a:xfrm rot="10800000">
            <a:off x="1238635" y="2060848"/>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762618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C5BD80-0FB3-4E42-9C5B-B2161037B469}"/>
              </a:ext>
            </a:extLst>
          </p:cNvPr>
          <p:cNvSpPr>
            <a:spLocks noGrp="1"/>
          </p:cNvSpPr>
          <p:nvPr>
            <p:ph type="title"/>
          </p:nvPr>
        </p:nvSpPr>
        <p:spPr/>
        <p:txBody>
          <a:bodyPr/>
          <a:lstStyle/>
          <a:p>
            <a:r>
              <a:rPr lang="en-US"/>
              <a:t>Search for kay.toepfer@siemens.com</a:t>
            </a:r>
          </a:p>
        </p:txBody>
      </p:sp>
      <p:pic>
        <p:nvPicPr>
          <p:cNvPr id="3" name="Grafik 2">
            <a:extLst>
              <a:ext uri="{FF2B5EF4-FFF2-40B4-BE49-F238E27FC236}">
                <a16:creationId xmlns:a16="http://schemas.microsoft.com/office/drawing/2014/main" id="{AC851AD8-E07F-4A23-94EC-27CAD540AFF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7063" y="1443038"/>
            <a:ext cx="8721877" cy="4716375"/>
          </a:xfrm>
          <a:prstGeom prst="rect">
            <a:avLst/>
          </a:prstGeom>
        </p:spPr>
      </p:pic>
      <p:sp>
        <p:nvSpPr>
          <p:cNvPr id="4" name="Pfeil: nach rechts 3">
            <a:extLst>
              <a:ext uri="{FF2B5EF4-FFF2-40B4-BE49-F238E27FC236}">
                <a16:creationId xmlns:a16="http://schemas.microsoft.com/office/drawing/2014/main" id="{BAB904CD-BFBC-4AEA-85A9-DCE7BB523564}"/>
              </a:ext>
            </a:extLst>
          </p:cNvPr>
          <p:cNvSpPr/>
          <p:nvPr/>
        </p:nvSpPr>
        <p:spPr bwMode="auto">
          <a:xfrm rot="10800000">
            <a:off x="2093326" y="4221088"/>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300779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B1680E23-E997-4C68-9244-5B6884BF9BEE}"/>
              </a:ext>
            </a:extLst>
          </p:cNvPr>
          <p:cNvPicPr>
            <a:picLocks noChangeAspect="1"/>
          </p:cNvPicPr>
          <p:nvPr/>
        </p:nvPicPr>
        <p:blipFill>
          <a:blip r:embed="rId2"/>
          <a:stretch>
            <a:fillRect/>
          </a:stretch>
        </p:blipFill>
        <p:spPr>
          <a:xfrm>
            <a:off x="627062" y="1443038"/>
            <a:ext cx="8208963" cy="4722812"/>
          </a:xfrm>
          <a:prstGeom prst="rect">
            <a:avLst/>
          </a:prstGeom>
        </p:spPr>
      </p:pic>
      <p:sp>
        <p:nvSpPr>
          <p:cNvPr id="2" name="Titel 1">
            <a:extLst>
              <a:ext uri="{FF2B5EF4-FFF2-40B4-BE49-F238E27FC236}">
                <a16:creationId xmlns:a16="http://schemas.microsoft.com/office/drawing/2014/main" id="{C1C5BD80-0FB3-4E42-9C5B-B2161037B469}"/>
              </a:ext>
            </a:extLst>
          </p:cNvPr>
          <p:cNvSpPr>
            <a:spLocks noGrp="1"/>
          </p:cNvSpPr>
          <p:nvPr>
            <p:ph type="title"/>
          </p:nvPr>
        </p:nvSpPr>
        <p:spPr/>
        <p:txBody>
          <a:bodyPr/>
          <a:lstStyle/>
          <a:p>
            <a:r>
              <a:rPr lang="en-US"/>
              <a:t>Click on Machine Learning Workshop</a:t>
            </a:r>
          </a:p>
        </p:txBody>
      </p:sp>
      <p:sp>
        <p:nvSpPr>
          <p:cNvPr id="4" name="Pfeil: nach rechts 3">
            <a:extLst>
              <a:ext uri="{FF2B5EF4-FFF2-40B4-BE49-F238E27FC236}">
                <a16:creationId xmlns:a16="http://schemas.microsoft.com/office/drawing/2014/main" id="{BAB904CD-BFBC-4AEA-85A9-DCE7BB523564}"/>
              </a:ext>
            </a:extLst>
          </p:cNvPr>
          <p:cNvSpPr/>
          <p:nvPr/>
        </p:nvSpPr>
        <p:spPr bwMode="auto">
          <a:xfrm rot="10800000">
            <a:off x="2318755" y="2636912"/>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88032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C5BD80-0FB3-4E42-9C5B-B2161037B469}"/>
              </a:ext>
            </a:extLst>
          </p:cNvPr>
          <p:cNvSpPr>
            <a:spLocks noGrp="1"/>
          </p:cNvSpPr>
          <p:nvPr>
            <p:ph type="title"/>
          </p:nvPr>
        </p:nvSpPr>
        <p:spPr/>
        <p:txBody>
          <a:bodyPr/>
          <a:lstStyle/>
          <a:p>
            <a:r>
              <a:rPr lang="en-US"/>
              <a:t>Copy All Files in Your Own Folder</a:t>
            </a:r>
          </a:p>
        </p:txBody>
      </p:sp>
      <p:pic>
        <p:nvPicPr>
          <p:cNvPr id="3" name="Grafik 2">
            <a:extLst>
              <a:ext uri="{FF2B5EF4-FFF2-40B4-BE49-F238E27FC236}">
                <a16:creationId xmlns:a16="http://schemas.microsoft.com/office/drawing/2014/main" id="{03910E8D-252D-481B-AB83-629BE6DF1DC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41138" y="1412875"/>
            <a:ext cx="3369805" cy="2794190"/>
          </a:xfrm>
          <a:prstGeom prst="rect">
            <a:avLst/>
          </a:prstGeom>
        </p:spPr>
      </p:pic>
      <p:pic>
        <p:nvPicPr>
          <p:cNvPr id="5" name="Grafik 4">
            <a:extLst>
              <a:ext uri="{FF2B5EF4-FFF2-40B4-BE49-F238E27FC236}">
                <a16:creationId xmlns:a16="http://schemas.microsoft.com/office/drawing/2014/main" id="{0C87BCB1-33E5-431E-A322-14CA635B4D6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199075" y="1556792"/>
            <a:ext cx="2484276" cy="3492388"/>
          </a:xfrm>
          <a:prstGeom prst="rect">
            <a:avLst/>
          </a:prstGeom>
        </p:spPr>
      </p:pic>
      <p:sp>
        <p:nvSpPr>
          <p:cNvPr id="6" name="Pfeil: nach rechts 5">
            <a:extLst>
              <a:ext uri="{FF2B5EF4-FFF2-40B4-BE49-F238E27FC236}">
                <a16:creationId xmlns:a16="http://schemas.microsoft.com/office/drawing/2014/main" id="{5C7C92EE-50AB-46A4-AB52-2C86D02A3D84}"/>
              </a:ext>
            </a:extLst>
          </p:cNvPr>
          <p:cNvSpPr/>
          <p:nvPr/>
        </p:nvSpPr>
        <p:spPr bwMode="auto">
          <a:xfrm rot="196364">
            <a:off x="4795918" y="2806181"/>
            <a:ext cx="1609074" cy="1324405"/>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1. Right Click on Files -&gt; Copy</a:t>
            </a:r>
          </a:p>
        </p:txBody>
      </p:sp>
      <p:pic>
        <p:nvPicPr>
          <p:cNvPr id="8" name="Grafik 7">
            <a:extLst>
              <a:ext uri="{FF2B5EF4-FFF2-40B4-BE49-F238E27FC236}">
                <a16:creationId xmlns:a16="http://schemas.microsoft.com/office/drawing/2014/main" id="{1B08FB6A-7E2B-429E-859F-F1C04BB69AC3}"/>
              </a:ext>
            </a:extLst>
          </p:cNvPr>
          <p:cNvPicPr>
            <a:picLocks noChangeAspect="1"/>
          </p:cNvPicPr>
          <p:nvPr/>
        </p:nvPicPr>
        <p:blipFill>
          <a:blip r:embed="rId4"/>
          <a:stretch>
            <a:fillRect/>
          </a:stretch>
        </p:blipFill>
        <p:spPr>
          <a:xfrm>
            <a:off x="8123001" y="1622562"/>
            <a:ext cx="3434211" cy="3298812"/>
          </a:xfrm>
          <a:prstGeom prst="rect">
            <a:avLst/>
          </a:prstGeom>
        </p:spPr>
      </p:pic>
      <p:sp>
        <p:nvSpPr>
          <p:cNvPr id="10" name="Pfeil: nach rechts 9">
            <a:extLst>
              <a:ext uri="{FF2B5EF4-FFF2-40B4-BE49-F238E27FC236}">
                <a16:creationId xmlns:a16="http://schemas.microsoft.com/office/drawing/2014/main" id="{7D2362E0-8B49-4A4E-A764-A4228DD14E88}"/>
              </a:ext>
            </a:extLst>
          </p:cNvPr>
          <p:cNvSpPr/>
          <p:nvPr/>
        </p:nvSpPr>
        <p:spPr bwMode="auto">
          <a:xfrm rot="196364">
            <a:off x="6711731" y="1097585"/>
            <a:ext cx="1609074" cy="1324405"/>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2. Left Click on your folder</a:t>
            </a:r>
          </a:p>
        </p:txBody>
      </p:sp>
      <p:sp>
        <p:nvSpPr>
          <p:cNvPr id="11" name="Pfeil: nach rechts 10">
            <a:extLst>
              <a:ext uri="{FF2B5EF4-FFF2-40B4-BE49-F238E27FC236}">
                <a16:creationId xmlns:a16="http://schemas.microsoft.com/office/drawing/2014/main" id="{E456EBFA-105A-4535-A958-3A60F86B5E30}"/>
              </a:ext>
            </a:extLst>
          </p:cNvPr>
          <p:cNvSpPr/>
          <p:nvPr/>
        </p:nvSpPr>
        <p:spPr bwMode="auto">
          <a:xfrm rot="196364">
            <a:off x="7726139" y="2985756"/>
            <a:ext cx="1609074" cy="1324405"/>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3. Right Click -&gt; Paste</a:t>
            </a:r>
          </a:p>
        </p:txBody>
      </p:sp>
    </p:spTree>
    <p:extLst>
      <p:ext uri="{BB962C8B-B14F-4D97-AF65-F5344CB8AC3E}">
        <p14:creationId xmlns:p14="http://schemas.microsoft.com/office/powerpoint/2010/main" val="1172002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A668A4-B447-449D-A470-58FDFEA35C2E}"/>
              </a:ext>
            </a:extLst>
          </p:cNvPr>
          <p:cNvSpPr>
            <a:spLocks noGrp="1"/>
          </p:cNvSpPr>
          <p:nvPr>
            <p:ph type="title"/>
          </p:nvPr>
        </p:nvSpPr>
        <p:spPr/>
        <p:txBody>
          <a:bodyPr/>
          <a:lstStyle/>
          <a:p>
            <a:r>
              <a:rPr lang="en-US"/>
              <a:t>Matthias Groh, Your Instructor</a:t>
            </a:r>
          </a:p>
        </p:txBody>
      </p:sp>
      <p:sp>
        <p:nvSpPr>
          <p:cNvPr id="3" name="Inhaltsplatzhalter 2">
            <a:extLst>
              <a:ext uri="{FF2B5EF4-FFF2-40B4-BE49-F238E27FC236}">
                <a16:creationId xmlns:a16="http://schemas.microsoft.com/office/drawing/2014/main" id="{EE087F08-43EF-4FDE-85CD-50AA49F3E281}"/>
              </a:ext>
            </a:extLst>
          </p:cNvPr>
          <p:cNvSpPr>
            <a:spLocks noGrp="1"/>
          </p:cNvSpPr>
          <p:nvPr>
            <p:ph sz="half" idx="1"/>
          </p:nvPr>
        </p:nvSpPr>
        <p:spPr>
          <a:xfrm>
            <a:off x="627063" y="1451928"/>
            <a:ext cx="7740364" cy="4752000"/>
          </a:xfrm>
        </p:spPr>
        <p:txBody>
          <a:bodyPr/>
          <a:lstStyle/>
          <a:p>
            <a:pPr marL="285750" indent="-285750">
              <a:spcBef>
                <a:spcPts val="0"/>
              </a:spcBef>
              <a:spcAft>
                <a:spcPts val="600"/>
              </a:spcAft>
              <a:buFont typeface="Arial" panose="020B0604020202020204" pitchFamily="34" charset="0"/>
              <a:buChar char="•"/>
            </a:pPr>
            <a:r>
              <a:rPr lang="en-US" sz="1400" dirty="0"/>
              <a:t>Department “Improvement Projects” of SE Generation Quality </a:t>
            </a:r>
          </a:p>
          <a:p>
            <a:pPr marL="285750" indent="-285750">
              <a:spcBef>
                <a:spcPts val="0"/>
              </a:spcBef>
              <a:spcAft>
                <a:spcPts val="600"/>
              </a:spcAft>
              <a:buFont typeface="Arial" panose="020B0604020202020204" pitchFamily="34" charset="0"/>
              <a:buChar char="•"/>
            </a:pPr>
            <a:r>
              <a:rPr lang="en-US" sz="1400" dirty="0"/>
              <a:t>Data Science consultant </a:t>
            </a:r>
          </a:p>
          <a:p>
            <a:pPr marL="285750" indent="-285750">
              <a:spcBef>
                <a:spcPts val="0"/>
              </a:spcBef>
              <a:spcAft>
                <a:spcPts val="600"/>
              </a:spcAft>
              <a:buFont typeface="Arial" panose="020B0604020202020204" pitchFamily="34" charset="0"/>
              <a:buChar char="•"/>
            </a:pPr>
            <a:r>
              <a:rPr lang="en-US" sz="1400" dirty="0"/>
              <a:t>Six Sigma Master Black Belt</a:t>
            </a:r>
          </a:p>
          <a:p>
            <a:pPr>
              <a:spcBef>
                <a:spcPts val="0"/>
              </a:spcBef>
              <a:spcAft>
                <a:spcPts val="600"/>
              </a:spcAft>
            </a:pPr>
            <a:r>
              <a:rPr lang="en-US" sz="1400" b="1" dirty="0"/>
              <a:t>Previous engagements:</a:t>
            </a:r>
          </a:p>
          <a:p>
            <a:pPr marL="285750" indent="-285750">
              <a:spcBef>
                <a:spcPts val="0"/>
              </a:spcBef>
              <a:spcAft>
                <a:spcPts val="600"/>
              </a:spcAft>
              <a:buFont typeface="Arial" panose="020B0604020202020204" pitchFamily="34" charset="0"/>
              <a:buChar char="•"/>
            </a:pPr>
            <a:r>
              <a:rPr lang="en-US" sz="1400" dirty="0"/>
              <a:t>Senior Lean Expert focusing on administration processes </a:t>
            </a:r>
            <a:br>
              <a:rPr lang="en-US" sz="1400" dirty="0"/>
            </a:br>
            <a:r>
              <a:rPr lang="en-US" sz="1400" dirty="0"/>
              <a:t>@ Siemens Energy Fossil Products, Berlin, Germany</a:t>
            </a:r>
          </a:p>
          <a:p>
            <a:pPr marL="285750" indent="-285750">
              <a:spcBef>
                <a:spcPts val="0"/>
              </a:spcBef>
              <a:spcAft>
                <a:spcPts val="600"/>
              </a:spcAft>
              <a:buFont typeface="Arial" panose="020B0604020202020204" pitchFamily="34" charset="0"/>
              <a:buChar char="•"/>
            </a:pPr>
            <a:r>
              <a:rPr lang="en-US" sz="1400" dirty="0"/>
              <a:t>Director Six Sigma @ IIL, New York, NY</a:t>
            </a:r>
          </a:p>
          <a:p>
            <a:pPr marL="285750" indent="-285750">
              <a:spcBef>
                <a:spcPts val="0"/>
              </a:spcBef>
              <a:spcAft>
                <a:spcPts val="600"/>
              </a:spcAft>
              <a:buFont typeface="Arial" panose="020B0604020202020204" pitchFamily="34" charset="0"/>
              <a:buChar char="•"/>
            </a:pPr>
            <a:r>
              <a:rPr lang="en-US" sz="1400" dirty="0"/>
              <a:t>Six Sigma Black Belt @ Deutsche Bahn, Frankfurt, Germany</a:t>
            </a:r>
          </a:p>
          <a:p>
            <a:pPr marL="285750" indent="-285750">
              <a:spcBef>
                <a:spcPts val="0"/>
              </a:spcBef>
              <a:spcAft>
                <a:spcPts val="600"/>
              </a:spcAft>
              <a:buFont typeface="Arial" panose="020B0604020202020204" pitchFamily="34" charset="0"/>
              <a:buChar char="•"/>
            </a:pPr>
            <a:endParaRPr lang="en-US" sz="1400" dirty="0"/>
          </a:p>
          <a:p>
            <a:pPr>
              <a:spcBef>
                <a:spcPts val="0"/>
              </a:spcBef>
              <a:spcAft>
                <a:spcPts val="600"/>
              </a:spcAft>
            </a:pPr>
            <a:r>
              <a:rPr lang="en-US" sz="1400" b="1" dirty="0"/>
              <a:t>Professional degrees in:</a:t>
            </a:r>
          </a:p>
          <a:p>
            <a:pPr marL="285750" indent="-285750">
              <a:spcBef>
                <a:spcPts val="0"/>
              </a:spcBef>
              <a:spcAft>
                <a:spcPts val="600"/>
              </a:spcAft>
              <a:buFont typeface="Arial" panose="020B0604020202020204" pitchFamily="34" charset="0"/>
              <a:buChar char="•"/>
            </a:pPr>
            <a:r>
              <a:rPr lang="en-US" sz="1400" dirty="0"/>
              <a:t>Precision Mechanics</a:t>
            </a:r>
          </a:p>
          <a:p>
            <a:pPr marL="285750" indent="-285750">
              <a:spcBef>
                <a:spcPts val="0"/>
              </a:spcBef>
              <a:spcAft>
                <a:spcPts val="600"/>
              </a:spcAft>
              <a:buFont typeface="Arial" panose="020B0604020202020204" pitchFamily="34" charset="0"/>
              <a:buChar char="•"/>
            </a:pPr>
            <a:r>
              <a:rPr lang="en-US" sz="1400" dirty="0"/>
              <a:t>Mathematics</a:t>
            </a:r>
          </a:p>
          <a:p>
            <a:pPr marL="285750" indent="-285750">
              <a:spcBef>
                <a:spcPts val="0"/>
              </a:spcBef>
              <a:spcAft>
                <a:spcPts val="600"/>
              </a:spcAft>
              <a:buFont typeface="Arial" panose="020B0604020202020204" pitchFamily="34" charset="0"/>
              <a:buChar char="•"/>
            </a:pPr>
            <a:r>
              <a:rPr lang="en-US" sz="1400" dirty="0"/>
              <a:t>Psychology</a:t>
            </a:r>
          </a:p>
          <a:p>
            <a:endParaRPr lang="en-US" sz="1400" dirty="0"/>
          </a:p>
          <a:p>
            <a:endParaRPr lang="en-US" sz="1400" dirty="0"/>
          </a:p>
          <a:p>
            <a:r>
              <a:rPr lang="en-US" sz="1400" dirty="0"/>
              <a:t>If you need help, please contact our support mail box: </a:t>
            </a:r>
            <a:r>
              <a:rPr lang="en-US" sz="1400" u="sng" dirty="0">
                <a:hlinkClick r:id="rId2"/>
              </a:rPr>
              <a:t>dataScienceSupport.energy@siemens.com</a:t>
            </a:r>
            <a:endParaRPr lang="en-US" sz="1400" dirty="0"/>
          </a:p>
          <a:p>
            <a:r>
              <a:rPr lang="en-US" sz="1400" dirty="0"/>
              <a:t>To contact me personally, email me at </a:t>
            </a:r>
            <a:r>
              <a:rPr lang="en-US" sz="1400" dirty="0">
                <a:hlinkClick r:id="rId3"/>
              </a:rPr>
              <a:t>groh.matthias@siemens-energy.com</a:t>
            </a:r>
            <a:r>
              <a:rPr lang="en-US" sz="1400" dirty="0"/>
              <a:t> </a:t>
            </a:r>
          </a:p>
        </p:txBody>
      </p:sp>
      <p:pic>
        <p:nvPicPr>
          <p:cNvPr id="7" name="Bildplatzhalter 6">
            <a:extLst>
              <a:ext uri="{FF2B5EF4-FFF2-40B4-BE49-F238E27FC236}">
                <a16:creationId xmlns:a16="http://schemas.microsoft.com/office/drawing/2014/main" id="{144F3A7C-60A7-4A38-B547-F4F898292BF5}"/>
              </a:ext>
            </a:extLst>
          </p:cNvPr>
          <p:cNvPicPr>
            <a:picLocks noGrp="1" noChangeAspect="1"/>
          </p:cNvPicPr>
          <p:nvPr>
            <p:ph type="pic" sz="quarter" idx="10"/>
          </p:nvPr>
        </p:nvPicPr>
        <p:blipFill rotWithShape="1">
          <a:blip r:embed="rId4" cstate="screen">
            <a:extLst>
              <a:ext uri="{28A0092B-C50C-407E-A947-70E740481C1C}">
                <a14:useLocalDpi xmlns:a14="http://schemas.microsoft.com/office/drawing/2010/main"/>
              </a:ext>
            </a:extLst>
          </a:blip>
          <a:srcRect/>
          <a:stretch/>
        </p:blipFill>
        <p:spPr>
          <a:xfrm>
            <a:off x="8615165" y="1439999"/>
            <a:ext cx="3102014" cy="4041230"/>
          </a:xfrm>
          <a:ln>
            <a:solidFill>
              <a:schemeClr val="tx1"/>
            </a:solidFill>
          </a:ln>
        </p:spPr>
      </p:pic>
      <p:sp>
        <p:nvSpPr>
          <p:cNvPr id="6" name="Textfeld 5">
            <a:extLst>
              <a:ext uri="{FF2B5EF4-FFF2-40B4-BE49-F238E27FC236}">
                <a16:creationId xmlns:a16="http://schemas.microsoft.com/office/drawing/2014/main" id="{EFFC09AA-1E02-4FDE-A38E-BBEE71F843CE}"/>
              </a:ext>
            </a:extLst>
          </p:cNvPr>
          <p:cNvSpPr txBox="1"/>
          <p:nvPr/>
        </p:nvSpPr>
        <p:spPr>
          <a:xfrm>
            <a:off x="3650903" y="4149080"/>
            <a:ext cx="6321828" cy="1600438"/>
          </a:xfrm>
          <a:prstGeom prst="rect">
            <a:avLst/>
          </a:prstGeom>
          <a:noFill/>
        </p:spPr>
        <p:txBody>
          <a:bodyPr wrap="square">
            <a:spAutoFit/>
          </a:bodyPr>
          <a:lstStyle/>
          <a:p>
            <a:r>
              <a:rPr lang="en-US" sz="1400" b="1" dirty="0">
                <a:solidFill>
                  <a:schemeClr val="tx1"/>
                </a:solidFill>
              </a:rPr>
              <a:t>Additional qualifications:</a:t>
            </a:r>
          </a:p>
          <a:p>
            <a:pPr marL="285750" indent="-285750">
              <a:buFont typeface="Arial" panose="020B0604020202020204" pitchFamily="34" charset="0"/>
              <a:buChar char="•"/>
            </a:pPr>
            <a:r>
              <a:rPr lang="en-US" sz="1400" dirty="0">
                <a:solidFill>
                  <a:schemeClr val="tx1"/>
                </a:solidFill>
              </a:rPr>
              <a:t>Certified Group Facilitator and Trainer (ABF)</a:t>
            </a:r>
          </a:p>
          <a:p>
            <a:pPr marL="285750" indent="-285750">
              <a:buFont typeface="Arial" panose="020B0604020202020204" pitchFamily="34" charset="0"/>
              <a:buChar char="•"/>
            </a:pPr>
            <a:r>
              <a:rPr lang="en-US" sz="1400" dirty="0">
                <a:solidFill>
                  <a:schemeClr val="tx1"/>
                </a:solidFill>
              </a:rPr>
              <a:t>Certified Six Sigma Master Black Belt (IIL)</a:t>
            </a:r>
          </a:p>
          <a:p>
            <a:pPr marL="285750" indent="-285750">
              <a:buFont typeface="Arial" panose="020B0604020202020204" pitchFamily="34" charset="0"/>
              <a:buChar char="•"/>
            </a:pPr>
            <a:r>
              <a:rPr lang="en-US" sz="1400" dirty="0">
                <a:solidFill>
                  <a:schemeClr val="tx1"/>
                </a:solidFill>
              </a:rPr>
              <a:t>Certified Project Management Professional (PMI)</a:t>
            </a:r>
          </a:p>
          <a:p>
            <a:pPr marL="285750" indent="-285750">
              <a:buFont typeface="Arial" panose="020B0604020202020204" pitchFamily="34" charset="0"/>
              <a:buChar char="•"/>
            </a:pPr>
            <a:r>
              <a:rPr lang="en-US" sz="1400" dirty="0">
                <a:solidFill>
                  <a:schemeClr val="tx1"/>
                </a:solidFill>
              </a:rPr>
              <a:t>Certified Senior Lean Expert (LMI)</a:t>
            </a:r>
          </a:p>
        </p:txBody>
      </p:sp>
    </p:spTree>
    <p:extLst>
      <p:ext uri="{BB962C8B-B14F-4D97-AF65-F5344CB8AC3E}">
        <p14:creationId xmlns:p14="http://schemas.microsoft.com/office/powerpoint/2010/main" val="758945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536143-FFB5-4C5C-8AA9-BB34BFBE6474}"/>
              </a:ext>
            </a:extLst>
          </p:cNvPr>
          <p:cNvSpPr>
            <a:spLocks noGrp="1"/>
          </p:cNvSpPr>
          <p:nvPr>
            <p:ph type="title"/>
          </p:nvPr>
        </p:nvSpPr>
        <p:spPr>
          <a:noFill/>
        </p:spPr>
        <p:txBody>
          <a:bodyPr/>
          <a:lstStyle/>
          <a:p>
            <a:r>
              <a:rPr lang="en-US"/>
              <a:t>Introduction: Data Science</a:t>
            </a:r>
            <a:br>
              <a:rPr lang="en-US"/>
            </a:br>
            <a:r>
              <a:rPr lang="en-US"/>
              <a:t>@ </a:t>
            </a:r>
            <a:r>
              <a:rPr lang="pt-BR"/>
              <a:t>SE GP G QPI QM P </a:t>
            </a:r>
            <a:r>
              <a:rPr lang="en-US"/>
              <a:t>Improvement Projects</a:t>
            </a:r>
          </a:p>
        </p:txBody>
      </p:sp>
      <p:sp>
        <p:nvSpPr>
          <p:cNvPr id="3" name="Inhaltsplatzhalter 2">
            <a:extLst>
              <a:ext uri="{FF2B5EF4-FFF2-40B4-BE49-F238E27FC236}">
                <a16:creationId xmlns:a16="http://schemas.microsoft.com/office/drawing/2014/main" id="{0063950F-84E4-494D-A975-91DD1B18FE34}"/>
              </a:ext>
            </a:extLst>
          </p:cNvPr>
          <p:cNvSpPr>
            <a:spLocks noGrp="1"/>
          </p:cNvSpPr>
          <p:nvPr>
            <p:ph idx="1"/>
          </p:nvPr>
        </p:nvSpPr>
        <p:spPr>
          <a:xfrm>
            <a:off x="630239" y="1414801"/>
            <a:ext cx="7257453" cy="4752975"/>
          </a:xfrm>
        </p:spPr>
        <p:txBody>
          <a:bodyPr/>
          <a:lstStyle/>
          <a:p>
            <a:pPr>
              <a:lnSpc>
                <a:spcPct val="130000"/>
              </a:lnSpc>
              <a:tabLst>
                <a:tab pos="982663" algn="l"/>
              </a:tabLst>
            </a:pPr>
            <a:r>
              <a:rPr lang="en-US" sz="1600" b="1" dirty="0">
                <a:latin typeface="+mj-lt"/>
              </a:rPr>
              <a:t>We help your employees getting the skills for the digital future</a:t>
            </a:r>
            <a:r>
              <a:rPr lang="en-US" sz="1400" b="1" dirty="0">
                <a:latin typeface="+mj-lt"/>
              </a:rPr>
              <a:t>:</a:t>
            </a:r>
          </a:p>
          <a:p>
            <a:pPr lvl="1" fontAlgn="base">
              <a:lnSpc>
                <a:spcPct val="130000"/>
              </a:lnSpc>
            </a:pPr>
            <a:r>
              <a:rPr lang="en-US" sz="1400" dirty="0">
                <a:solidFill>
                  <a:srgbClr val="1B1534"/>
                </a:solidFill>
                <a:latin typeface="+mj-lt"/>
              </a:rPr>
              <a:t>Global Data Science Skill Network (with Matt Bryan, LGT R&amp;D)</a:t>
            </a:r>
          </a:p>
          <a:p>
            <a:pPr lvl="1" fontAlgn="base">
              <a:lnSpc>
                <a:spcPct val="130000"/>
              </a:lnSpc>
            </a:pPr>
            <a:r>
              <a:rPr lang="en-US" sz="1400" dirty="0">
                <a:solidFill>
                  <a:srgbClr val="1B1534"/>
                </a:solidFill>
                <a:latin typeface="+mj-lt"/>
              </a:rPr>
              <a:t>Data Science and Machine Learning trainings (with several partners):</a:t>
            </a:r>
          </a:p>
          <a:p>
            <a:pPr lvl="4" fontAlgn="base">
              <a:lnSpc>
                <a:spcPct val="130000"/>
              </a:lnSpc>
              <a:buFont typeface="Courier New" panose="02070309020205020404" pitchFamily="49" charset="0"/>
              <a:buChar char="o"/>
            </a:pPr>
            <a:r>
              <a:rPr lang="en-US" sz="1400" dirty="0">
                <a:solidFill>
                  <a:srgbClr val="1B1534"/>
                </a:solidFill>
                <a:latin typeface="+mj-lt"/>
              </a:rPr>
              <a:t>Currently 11 trainings developed and executed</a:t>
            </a:r>
          </a:p>
          <a:p>
            <a:pPr lvl="4" fontAlgn="base">
              <a:lnSpc>
                <a:spcPct val="130000"/>
              </a:lnSpc>
              <a:buFont typeface="Courier New" panose="02070309020205020404" pitchFamily="49" charset="0"/>
              <a:buChar char="o"/>
            </a:pPr>
            <a:r>
              <a:rPr lang="en-US" sz="1400" dirty="0">
                <a:solidFill>
                  <a:srgbClr val="1B1534"/>
                </a:solidFill>
                <a:latin typeface="+mj-lt"/>
              </a:rPr>
              <a:t>Attended by &gt;500 participants mostly from R&amp;D</a:t>
            </a:r>
          </a:p>
          <a:p>
            <a:pPr lvl="1" fontAlgn="base">
              <a:lnSpc>
                <a:spcPct val="130000"/>
              </a:lnSpc>
            </a:pPr>
            <a:r>
              <a:rPr lang="en-US" sz="1400" dirty="0">
                <a:solidFill>
                  <a:srgbClr val="1B1534"/>
                </a:solidFill>
                <a:latin typeface="+mj-lt"/>
              </a:rPr>
              <a:t>Analytic services in specific improvement projects</a:t>
            </a:r>
          </a:p>
          <a:p>
            <a:pPr lvl="1" fontAlgn="base">
              <a:lnSpc>
                <a:spcPct val="130000"/>
              </a:lnSpc>
            </a:pPr>
            <a:r>
              <a:rPr lang="en-US" sz="1400" dirty="0">
                <a:solidFill>
                  <a:srgbClr val="1B1534"/>
                </a:solidFill>
                <a:latin typeface="+mj-lt"/>
              </a:rPr>
              <a:t>EAI CodeShare (with Thomas Buller, LGN R&amp;D)</a:t>
            </a:r>
          </a:p>
          <a:p>
            <a:pPr algn="l" rtl="0" fontAlgn="base"/>
            <a:endParaRPr lang="en-US" sz="1400" dirty="0">
              <a:solidFill>
                <a:srgbClr val="1B1534"/>
              </a:solidFill>
              <a:latin typeface="+mj-lt"/>
            </a:endParaRPr>
          </a:p>
        </p:txBody>
      </p:sp>
      <p:cxnSp>
        <p:nvCxnSpPr>
          <p:cNvPr id="18" name="Gerader Verbinder 17">
            <a:extLst>
              <a:ext uri="{FF2B5EF4-FFF2-40B4-BE49-F238E27FC236}">
                <a16:creationId xmlns:a16="http://schemas.microsoft.com/office/drawing/2014/main" id="{AFCCE862-ADBD-45AA-AA4B-28833831406E}"/>
              </a:ext>
            </a:extLst>
          </p:cNvPr>
          <p:cNvCxnSpPr>
            <a:cxnSpLocks/>
          </p:cNvCxnSpPr>
          <p:nvPr/>
        </p:nvCxnSpPr>
        <p:spPr>
          <a:xfrm flipV="1">
            <a:off x="5361238" y="1973180"/>
            <a:ext cx="2213810" cy="1620253"/>
          </a:xfrm>
          <a:prstGeom prst="line">
            <a:avLst/>
          </a:prstGeom>
          <a:ln w="19050">
            <a:solidFill>
              <a:schemeClr val="accent2"/>
            </a:solidFill>
          </a:ln>
        </p:spPr>
        <p:style>
          <a:lnRef idx="1">
            <a:schemeClr val="dk1"/>
          </a:lnRef>
          <a:fillRef idx="0">
            <a:schemeClr val="dk1"/>
          </a:fillRef>
          <a:effectRef idx="0">
            <a:schemeClr val="dk1"/>
          </a:effectRef>
          <a:fontRef idx="minor">
            <a:schemeClr val="tx1"/>
          </a:fontRef>
        </p:style>
      </p:cxnSp>
      <p:cxnSp>
        <p:nvCxnSpPr>
          <p:cNvPr id="41" name="Gerader Verbinder 40">
            <a:extLst>
              <a:ext uri="{FF2B5EF4-FFF2-40B4-BE49-F238E27FC236}">
                <a16:creationId xmlns:a16="http://schemas.microsoft.com/office/drawing/2014/main" id="{85716A3A-F6BC-4765-A4E7-5FDF727423B6}"/>
              </a:ext>
            </a:extLst>
          </p:cNvPr>
          <p:cNvCxnSpPr>
            <a:cxnSpLocks/>
          </p:cNvCxnSpPr>
          <p:nvPr/>
        </p:nvCxnSpPr>
        <p:spPr>
          <a:xfrm>
            <a:off x="5361238" y="5454239"/>
            <a:ext cx="2213810" cy="117637"/>
          </a:xfrm>
          <a:prstGeom prst="line">
            <a:avLst/>
          </a:prstGeom>
          <a:ln w="19050">
            <a:solidFill>
              <a:schemeClr val="accent2"/>
            </a:solidFill>
          </a:ln>
        </p:spPr>
        <p:style>
          <a:lnRef idx="1">
            <a:schemeClr val="dk1"/>
          </a:lnRef>
          <a:fillRef idx="0">
            <a:schemeClr val="dk1"/>
          </a:fillRef>
          <a:effectRef idx="0">
            <a:schemeClr val="dk1"/>
          </a:effectRef>
          <a:fontRef idx="minor">
            <a:schemeClr val="tx1"/>
          </a:fontRef>
        </p:style>
      </p:cxnSp>
      <p:grpSp>
        <p:nvGrpSpPr>
          <p:cNvPr id="66" name="Gruppieren 65">
            <a:extLst>
              <a:ext uri="{FF2B5EF4-FFF2-40B4-BE49-F238E27FC236}">
                <a16:creationId xmlns:a16="http://schemas.microsoft.com/office/drawing/2014/main" id="{5B9FD80D-D2F5-4E4B-AEAB-7B4691664612}"/>
              </a:ext>
            </a:extLst>
          </p:cNvPr>
          <p:cNvGrpSpPr/>
          <p:nvPr/>
        </p:nvGrpSpPr>
        <p:grpSpPr>
          <a:xfrm>
            <a:off x="603991" y="3724550"/>
            <a:ext cx="3905680" cy="1729688"/>
            <a:chOff x="627434" y="4140883"/>
            <a:chExt cx="4866414" cy="2147896"/>
          </a:xfrm>
        </p:grpSpPr>
        <p:sp>
          <p:nvSpPr>
            <p:cNvPr id="15" name="Rechteck 14">
              <a:extLst>
                <a:ext uri="{FF2B5EF4-FFF2-40B4-BE49-F238E27FC236}">
                  <a16:creationId xmlns:a16="http://schemas.microsoft.com/office/drawing/2014/main" id="{96852413-5167-4D6A-90DB-678BF1242108}"/>
                </a:ext>
              </a:extLst>
            </p:cNvPr>
            <p:cNvSpPr/>
            <p:nvPr/>
          </p:nvSpPr>
          <p:spPr>
            <a:xfrm>
              <a:off x="627434" y="4140883"/>
              <a:ext cx="4866414" cy="214789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fontAlgn="auto">
                <a:spcBef>
                  <a:spcPts val="0"/>
                </a:spcBef>
                <a:spcAft>
                  <a:spcPts val="0"/>
                </a:spcAft>
              </a:pPr>
              <a:endParaRPr lang="en-US">
                <a:solidFill>
                  <a:srgbClr val="1B1534"/>
                </a:solidFill>
                <a:latin typeface="Arial"/>
              </a:endParaRPr>
            </a:p>
          </p:txBody>
        </p:sp>
        <p:sp>
          <p:nvSpPr>
            <p:cNvPr id="11" name="Rechteck 10">
              <a:extLst>
                <a:ext uri="{FF2B5EF4-FFF2-40B4-BE49-F238E27FC236}">
                  <a16:creationId xmlns:a16="http://schemas.microsoft.com/office/drawing/2014/main" id="{DB7C11EB-BAAC-4140-8C89-FC891AA3E844}"/>
                </a:ext>
              </a:extLst>
            </p:cNvPr>
            <p:cNvSpPr/>
            <p:nvPr/>
          </p:nvSpPr>
          <p:spPr>
            <a:xfrm>
              <a:off x="746843" y="4237486"/>
              <a:ext cx="4603210" cy="274946"/>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fontAlgn="auto">
                <a:spcBef>
                  <a:spcPts val="0"/>
                </a:spcBef>
                <a:spcAft>
                  <a:spcPts val="0"/>
                </a:spcAft>
              </a:pPr>
              <a:r>
                <a:rPr lang="en-US" sz="1200">
                  <a:solidFill>
                    <a:prstClr val="white"/>
                  </a:solidFill>
                  <a:latin typeface="Arial"/>
                </a:rPr>
                <a:t>Data Science @ QPI QM P:</a:t>
              </a:r>
            </a:p>
          </p:txBody>
        </p:sp>
        <p:grpSp>
          <p:nvGrpSpPr>
            <p:cNvPr id="49" name="Gruppieren 48">
              <a:extLst>
                <a:ext uri="{FF2B5EF4-FFF2-40B4-BE49-F238E27FC236}">
                  <a16:creationId xmlns:a16="http://schemas.microsoft.com/office/drawing/2014/main" id="{F7538848-CF07-4ACB-82F7-EB92A94A6681}"/>
                </a:ext>
              </a:extLst>
            </p:cNvPr>
            <p:cNvGrpSpPr/>
            <p:nvPr/>
          </p:nvGrpSpPr>
          <p:grpSpPr>
            <a:xfrm>
              <a:off x="746843" y="4634754"/>
              <a:ext cx="2463941" cy="694781"/>
              <a:chOff x="844336" y="4568734"/>
              <a:chExt cx="2463941" cy="694781"/>
            </a:xfrm>
          </p:grpSpPr>
          <p:sp>
            <p:nvSpPr>
              <p:cNvPr id="58" name="Rectangle 21">
                <a:extLst>
                  <a:ext uri="{FF2B5EF4-FFF2-40B4-BE49-F238E27FC236}">
                    <a16:creationId xmlns:a16="http://schemas.microsoft.com/office/drawing/2014/main" id="{0799D796-0251-43D7-B0D9-1363DCA1941D}"/>
                  </a:ext>
                </a:extLst>
              </p:cNvPr>
              <p:cNvSpPr>
                <a:spLocks noChangeArrowheads="1"/>
              </p:cNvSpPr>
              <p:nvPr/>
            </p:nvSpPr>
            <p:spPr bwMode="auto">
              <a:xfrm>
                <a:off x="844336" y="4568734"/>
                <a:ext cx="2102733" cy="694781"/>
              </a:xfrm>
              <a:prstGeom prst="rect">
                <a:avLst/>
              </a:prstGeom>
              <a:solidFill>
                <a:schemeClr val="bg1"/>
              </a:solidFill>
              <a:ln>
                <a:noFill/>
              </a:ln>
              <a:effectLst>
                <a:outerShdw blurRad="50800" dist="38100" dir="2700000" algn="tl" rotWithShape="0">
                  <a:prstClr val="black">
                    <a:alpha val="40000"/>
                  </a:prstClr>
                </a:outerShdw>
              </a:effectLst>
            </p:spPr>
            <p:txBody>
              <a:bodyPr tIns="71963" bIns="71963" anchor="ctr">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en-US" altLang="de-DE" sz="1199" b="1">
                  <a:solidFill>
                    <a:srgbClr val="1B1534"/>
                  </a:solidFill>
                  <a:latin typeface="Arial"/>
                </a:endParaRPr>
              </a:p>
            </p:txBody>
          </p:sp>
          <p:sp>
            <p:nvSpPr>
              <p:cNvPr id="26" name="Rectangle 21">
                <a:extLst>
                  <a:ext uri="{FF2B5EF4-FFF2-40B4-BE49-F238E27FC236}">
                    <a16:creationId xmlns:a16="http://schemas.microsoft.com/office/drawing/2014/main" id="{6A648F65-CDC6-42F4-BB61-7F60F7A2FFD6}"/>
                  </a:ext>
                </a:extLst>
              </p:cNvPr>
              <p:cNvSpPr>
                <a:spLocks noChangeArrowheads="1"/>
              </p:cNvSpPr>
              <p:nvPr/>
            </p:nvSpPr>
            <p:spPr bwMode="auto">
              <a:xfrm>
                <a:off x="1429981" y="4663963"/>
                <a:ext cx="1878296" cy="553613"/>
              </a:xfrm>
              <a:prstGeom prst="rect">
                <a:avLst/>
              </a:prstGeom>
              <a:noFill/>
              <a:ln>
                <a:noFill/>
              </a:ln>
            </p:spPr>
            <p:txBody>
              <a:bodyPr wrap="square" lIns="0" tIns="0" rIns="0" bIns="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de-DE" sz="1000" b="1">
                    <a:solidFill>
                      <a:srgbClr val="1B1534"/>
                    </a:solidFill>
                    <a:latin typeface="Arial"/>
                  </a:rPr>
                  <a:t>Matthias Groh</a:t>
                </a:r>
                <a:br>
                  <a:rPr lang="en-US" altLang="de-DE" sz="1000" b="1">
                    <a:solidFill>
                      <a:srgbClr val="1B1534"/>
                    </a:solidFill>
                    <a:latin typeface="Arial"/>
                  </a:rPr>
                </a:br>
                <a:r>
                  <a:rPr lang="en-US" altLang="de-DE" sz="1000">
                    <a:solidFill>
                      <a:srgbClr val="1B1534"/>
                    </a:solidFill>
                    <a:latin typeface="Arial"/>
                  </a:rPr>
                  <a:t>Master Black Belt</a:t>
                </a:r>
              </a:p>
              <a:p>
                <a:pPr fontAlgn="auto">
                  <a:spcBef>
                    <a:spcPts val="0"/>
                  </a:spcBef>
                  <a:spcAft>
                    <a:spcPts val="0"/>
                  </a:spcAft>
                </a:pPr>
                <a:r>
                  <a:rPr lang="de-DE" altLang="de-DE" sz="1000">
                    <a:solidFill>
                      <a:srgbClr val="1B1534"/>
                    </a:solidFill>
                    <a:latin typeface="Arial"/>
                  </a:rPr>
                  <a:t>Data Science Expert</a:t>
                </a:r>
                <a:endParaRPr lang="en-US" altLang="de-DE" sz="1000">
                  <a:solidFill>
                    <a:srgbClr val="1B1534"/>
                  </a:solidFill>
                  <a:latin typeface="Arial"/>
                </a:endParaRPr>
              </a:p>
            </p:txBody>
          </p:sp>
          <p:pic>
            <p:nvPicPr>
              <p:cNvPr id="28" name="Grafik 27">
                <a:extLst>
                  <a:ext uri="{FF2B5EF4-FFF2-40B4-BE49-F238E27FC236}">
                    <a16:creationId xmlns:a16="http://schemas.microsoft.com/office/drawing/2014/main" id="{9766FA50-ED48-4EB9-A8E7-0F7F9770B75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26129" y="4658191"/>
                <a:ext cx="413758" cy="534799"/>
              </a:xfrm>
              <a:prstGeom prst="rect">
                <a:avLst/>
              </a:prstGeom>
            </p:spPr>
          </p:pic>
        </p:grpSp>
        <p:sp>
          <p:nvSpPr>
            <p:cNvPr id="36" name="Rectangle 21">
              <a:extLst>
                <a:ext uri="{FF2B5EF4-FFF2-40B4-BE49-F238E27FC236}">
                  <a16:creationId xmlns:a16="http://schemas.microsoft.com/office/drawing/2014/main" id="{C59E9C68-3475-444B-A1B3-19994D674D65}"/>
                </a:ext>
              </a:extLst>
            </p:cNvPr>
            <p:cNvSpPr>
              <a:spLocks noChangeArrowheads="1"/>
            </p:cNvSpPr>
            <p:nvPr/>
          </p:nvSpPr>
          <p:spPr bwMode="auto">
            <a:xfrm>
              <a:off x="3250128" y="5457928"/>
              <a:ext cx="2099925" cy="694781"/>
            </a:xfrm>
            <a:prstGeom prst="rect">
              <a:avLst/>
            </a:prstGeom>
            <a:solidFill>
              <a:schemeClr val="bg1"/>
            </a:solidFill>
            <a:ln>
              <a:noFill/>
            </a:ln>
            <a:effectLst>
              <a:outerShdw blurRad="50800" dist="38100" dir="2700000" algn="tl" rotWithShape="0">
                <a:prstClr val="black">
                  <a:alpha val="40000"/>
                </a:prstClr>
              </a:outerShdw>
            </a:effectLst>
          </p:spPr>
          <p:txBody>
            <a:bodyPr tIns="71963" bIns="71963" anchor="ctr">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de-DE" sz="1000" b="1">
                  <a:solidFill>
                    <a:srgbClr val="1B1534"/>
                  </a:solidFill>
                  <a:latin typeface="Arial"/>
                </a:rPr>
                <a:t>Kay Toepfer</a:t>
              </a:r>
            </a:p>
            <a:p>
              <a:pPr fontAlgn="auto">
                <a:spcBef>
                  <a:spcPts val="0"/>
                </a:spcBef>
                <a:spcAft>
                  <a:spcPts val="0"/>
                </a:spcAft>
              </a:pPr>
              <a:r>
                <a:rPr lang="de-DE" altLang="de-DE" sz="1000">
                  <a:solidFill>
                    <a:srgbClr val="1B1534"/>
                  </a:solidFill>
                  <a:latin typeface="Arial"/>
                </a:rPr>
                <a:t>Master Student</a:t>
              </a:r>
              <a:endParaRPr lang="en-US" altLang="de-DE" sz="1000" b="1">
                <a:solidFill>
                  <a:srgbClr val="1B1534"/>
                </a:solidFill>
                <a:latin typeface="Arial"/>
              </a:endParaRPr>
            </a:p>
          </p:txBody>
        </p:sp>
        <p:sp>
          <p:nvSpPr>
            <p:cNvPr id="56" name="Rectangle 21">
              <a:extLst>
                <a:ext uri="{FF2B5EF4-FFF2-40B4-BE49-F238E27FC236}">
                  <a16:creationId xmlns:a16="http://schemas.microsoft.com/office/drawing/2014/main" id="{64080D14-767E-4E91-8D33-560A7142A4BD}"/>
                </a:ext>
              </a:extLst>
            </p:cNvPr>
            <p:cNvSpPr>
              <a:spLocks noChangeArrowheads="1"/>
            </p:cNvSpPr>
            <p:nvPr/>
          </p:nvSpPr>
          <p:spPr bwMode="auto">
            <a:xfrm>
              <a:off x="746843" y="5481996"/>
              <a:ext cx="2102733" cy="694781"/>
            </a:xfrm>
            <a:prstGeom prst="rect">
              <a:avLst/>
            </a:prstGeom>
            <a:solidFill>
              <a:schemeClr val="bg1"/>
            </a:solidFill>
            <a:ln>
              <a:noFill/>
            </a:ln>
            <a:effectLst>
              <a:outerShdw blurRad="50800" dist="38100" dir="2700000" algn="tl" rotWithShape="0">
                <a:prstClr val="black">
                  <a:alpha val="40000"/>
                </a:prstClr>
              </a:outerShdw>
            </a:effectLst>
          </p:spPr>
          <p:txBody>
            <a:bodyPr tIns="71963" bIns="71963" anchor="ctr">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de-DE" sz="1000" b="1">
                  <a:solidFill>
                    <a:srgbClr val="1B1534"/>
                  </a:solidFill>
                  <a:latin typeface="Arial"/>
                </a:rPr>
                <a:t>Nicolas Schneider</a:t>
              </a:r>
            </a:p>
            <a:p>
              <a:pPr fontAlgn="auto">
                <a:spcBef>
                  <a:spcPts val="0"/>
                </a:spcBef>
                <a:spcAft>
                  <a:spcPts val="0"/>
                </a:spcAft>
              </a:pPr>
              <a:r>
                <a:rPr lang="de-DE" altLang="de-DE" sz="1000">
                  <a:solidFill>
                    <a:srgbClr val="1B1534"/>
                  </a:solidFill>
                  <a:latin typeface="Arial"/>
                </a:rPr>
                <a:t>Coop Master Student</a:t>
              </a:r>
              <a:endParaRPr lang="en-US" altLang="de-DE" sz="1000" b="1">
                <a:solidFill>
                  <a:srgbClr val="1B1534"/>
                </a:solidFill>
                <a:latin typeface="Arial"/>
              </a:endParaRPr>
            </a:p>
          </p:txBody>
        </p:sp>
        <p:grpSp>
          <p:nvGrpSpPr>
            <p:cNvPr id="50" name="Gruppieren 49">
              <a:extLst>
                <a:ext uri="{FF2B5EF4-FFF2-40B4-BE49-F238E27FC236}">
                  <a16:creationId xmlns:a16="http://schemas.microsoft.com/office/drawing/2014/main" id="{E8F2FC75-61D0-4B80-8BFF-D7D98B20C3FC}"/>
                </a:ext>
              </a:extLst>
            </p:cNvPr>
            <p:cNvGrpSpPr/>
            <p:nvPr/>
          </p:nvGrpSpPr>
          <p:grpSpPr>
            <a:xfrm>
              <a:off x="3250128" y="4644219"/>
              <a:ext cx="2209718" cy="694781"/>
              <a:chOff x="3157270" y="4578201"/>
              <a:chExt cx="2209718" cy="694781"/>
            </a:xfrm>
          </p:grpSpPr>
          <p:sp>
            <p:nvSpPr>
              <p:cNvPr id="57" name="Rectangle 21">
                <a:extLst>
                  <a:ext uri="{FF2B5EF4-FFF2-40B4-BE49-F238E27FC236}">
                    <a16:creationId xmlns:a16="http://schemas.microsoft.com/office/drawing/2014/main" id="{E328D9E2-5C7C-45D0-8472-4487B02EBD21}"/>
                  </a:ext>
                </a:extLst>
              </p:cNvPr>
              <p:cNvSpPr>
                <a:spLocks noChangeArrowheads="1"/>
              </p:cNvSpPr>
              <p:nvPr/>
            </p:nvSpPr>
            <p:spPr bwMode="auto">
              <a:xfrm>
                <a:off x="3157270" y="4578201"/>
                <a:ext cx="2099925" cy="694781"/>
              </a:xfrm>
              <a:prstGeom prst="rect">
                <a:avLst/>
              </a:prstGeom>
              <a:solidFill>
                <a:schemeClr val="bg1"/>
              </a:solidFill>
              <a:ln>
                <a:noFill/>
              </a:ln>
              <a:effectLst>
                <a:outerShdw blurRad="50800" dist="38100" dir="2700000" algn="tl" rotWithShape="0">
                  <a:prstClr val="black">
                    <a:alpha val="40000"/>
                  </a:prstClr>
                </a:outerShdw>
              </a:effectLst>
            </p:spPr>
            <p:txBody>
              <a:bodyPr tIns="71963" bIns="71963" anchor="ctr">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endParaRPr lang="en-US" altLang="de-DE" sz="1199" b="1">
                  <a:solidFill>
                    <a:srgbClr val="1B1534"/>
                  </a:solidFill>
                  <a:latin typeface="Arial"/>
                </a:endParaRPr>
              </a:p>
            </p:txBody>
          </p:sp>
          <p:pic>
            <p:nvPicPr>
              <p:cNvPr id="34" name="Grafik 33">
                <a:extLst>
                  <a:ext uri="{FF2B5EF4-FFF2-40B4-BE49-F238E27FC236}">
                    <a16:creationId xmlns:a16="http://schemas.microsoft.com/office/drawing/2014/main" id="{A0718BE3-7457-4844-9AE5-8410B47D4D0B}"/>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9793" b="99435" l="252" r="99748">
                            <a14:foregroundMark x1="36020" y1="11111" x2="57683" y2="10358"/>
                            <a14:foregroundMark x1="8564" y1="72505" x2="38287" y2="70245"/>
                            <a14:foregroundMark x1="252" y1="74576" x2="19395" y2="73635"/>
                            <a14:foregroundMark x1="64987" y1="66667" x2="72292" y2="72881"/>
                            <a14:foregroundMark x1="46851" y1="89077" x2="44081" y2="99623"/>
                            <a14:foregroundMark x1="71033" y1="73823" x2="99748" y2="89077"/>
                            <a14:backgroundMark x1="70529" y1="64595" x2="70529" y2="64595"/>
                            <a14:backgroundMark x1="72040" y1="64595" x2="72040" y2="64595"/>
                            <a14:backgroundMark x1="83123" y1="61582" x2="83123" y2="61582"/>
                            <a14:backgroundMark x1="72292" y1="54614" x2="72292" y2="54614"/>
                            <a14:backgroundMark x1="24937" y1="65537" x2="24937" y2="65537"/>
                            <a14:backgroundMark x1="27204" y1="65913" x2="27204" y2="65913"/>
                          </a14:backgroundRemoval>
                        </a14:imgEffect>
                      </a14:imgLayer>
                    </a14:imgProps>
                  </a:ext>
                  <a:ext uri="{28A0092B-C50C-407E-A947-70E740481C1C}">
                    <a14:useLocalDpi xmlns:a14="http://schemas.microsoft.com/office/drawing/2010/main"/>
                  </a:ext>
                </a:extLst>
              </a:blip>
              <a:stretch>
                <a:fillRect/>
              </a:stretch>
            </p:blipFill>
            <p:spPr>
              <a:xfrm>
                <a:off x="3223606" y="4621099"/>
                <a:ext cx="418112" cy="549773"/>
              </a:xfrm>
              <a:prstGeom prst="rect">
                <a:avLst/>
              </a:prstGeom>
            </p:spPr>
          </p:pic>
          <p:sp>
            <p:nvSpPr>
              <p:cNvPr id="33" name="Rectangle 21">
                <a:extLst>
                  <a:ext uri="{FF2B5EF4-FFF2-40B4-BE49-F238E27FC236}">
                    <a16:creationId xmlns:a16="http://schemas.microsoft.com/office/drawing/2014/main" id="{C1B6AE3B-6257-4C68-8FD9-C686BD7FC8BE}"/>
                  </a:ext>
                </a:extLst>
              </p:cNvPr>
              <p:cNvSpPr>
                <a:spLocks noChangeArrowheads="1"/>
              </p:cNvSpPr>
              <p:nvPr/>
            </p:nvSpPr>
            <p:spPr bwMode="auto">
              <a:xfrm>
                <a:off x="3708055" y="4658193"/>
                <a:ext cx="1658933" cy="589965"/>
              </a:xfrm>
              <a:prstGeom prst="rect">
                <a:avLst/>
              </a:prstGeom>
              <a:noFill/>
              <a:ln>
                <a:noFill/>
              </a:ln>
            </p:spPr>
            <p:txBody>
              <a:bodyPr wrap="square" lIns="0" tIns="0" rIns="0" bIns="36000" anchor="t" anchorCtr="0">
                <a:noAutofit/>
              </a:bodyP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fontAlgn="auto">
                  <a:lnSpc>
                    <a:spcPct val="100000"/>
                  </a:lnSpc>
                  <a:spcBef>
                    <a:spcPts val="0"/>
                  </a:spcBef>
                  <a:spcAft>
                    <a:spcPts val="0"/>
                  </a:spcAft>
                </a:pPr>
                <a:r>
                  <a:rPr lang="en-US" altLang="de-DE" sz="1000" b="1">
                    <a:solidFill>
                      <a:srgbClr val="1B1534"/>
                    </a:solidFill>
                    <a:ea typeface="+mn-ea"/>
                  </a:rPr>
                  <a:t>Tim Mazzotta</a:t>
                </a:r>
                <a:br>
                  <a:rPr lang="en-US" altLang="de-DE" sz="1000" b="1">
                    <a:solidFill>
                      <a:srgbClr val="1B1534"/>
                    </a:solidFill>
                    <a:ea typeface="+mn-ea"/>
                  </a:rPr>
                </a:br>
                <a:r>
                  <a:rPr lang="en-US" altLang="de-DE" sz="1000">
                    <a:solidFill>
                      <a:srgbClr val="1B1534"/>
                    </a:solidFill>
                    <a:ea typeface="+mn-ea"/>
                  </a:rPr>
                  <a:t>Advisory Expert</a:t>
                </a:r>
                <a:br>
                  <a:rPr lang="en-US" altLang="de-DE" sz="1000">
                    <a:solidFill>
                      <a:srgbClr val="1B1534"/>
                    </a:solidFill>
                    <a:ea typeface="+mn-ea"/>
                  </a:rPr>
                </a:br>
                <a:r>
                  <a:rPr lang="de-DE" altLang="de-DE" sz="1000">
                    <a:solidFill>
                      <a:srgbClr val="1B1534"/>
                    </a:solidFill>
                    <a:ea typeface="+mn-ea"/>
                  </a:rPr>
                  <a:t>Data Science Expert</a:t>
                </a:r>
                <a:endParaRPr lang="en-US" altLang="de-DE" sz="1000">
                  <a:solidFill>
                    <a:srgbClr val="1B1534"/>
                  </a:solidFill>
                  <a:ea typeface="+mn-ea"/>
                </a:endParaRPr>
              </a:p>
            </p:txBody>
          </p:sp>
        </p:grpSp>
      </p:grpSp>
      <p:pic>
        <p:nvPicPr>
          <p:cNvPr id="14" name="Grafik 13">
            <a:extLst>
              <a:ext uri="{FF2B5EF4-FFF2-40B4-BE49-F238E27FC236}">
                <a16:creationId xmlns:a16="http://schemas.microsoft.com/office/drawing/2014/main" id="{25905CB5-9181-419B-A6F5-1F91E606362A}"/>
              </a:ext>
            </a:extLst>
          </p:cNvPr>
          <p:cNvPicPr>
            <a:picLocks noChangeAspect="1"/>
          </p:cNvPicPr>
          <p:nvPr/>
        </p:nvPicPr>
        <p:blipFill>
          <a:blip r:embed="rId6"/>
          <a:stretch>
            <a:fillRect/>
          </a:stretch>
        </p:blipFill>
        <p:spPr>
          <a:xfrm>
            <a:off x="8614780" y="1368971"/>
            <a:ext cx="3154953" cy="3416188"/>
          </a:xfrm>
          <a:prstGeom prst="rect">
            <a:avLst/>
          </a:prstGeom>
        </p:spPr>
      </p:pic>
      <p:sp>
        <p:nvSpPr>
          <p:cNvPr id="38" name="Rechteck 37">
            <a:extLst>
              <a:ext uri="{FF2B5EF4-FFF2-40B4-BE49-F238E27FC236}">
                <a16:creationId xmlns:a16="http://schemas.microsoft.com/office/drawing/2014/main" id="{6E2EDE2A-EB6B-4F7A-9AAF-2935413D037A}"/>
              </a:ext>
            </a:extLst>
          </p:cNvPr>
          <p:cNvSpPr/>
          <p:nvPr/>
        </p:nvSpPr>
        <p:spPr>
          <a:xfrm>
            <a:off x="8566654" y="1414463"/>
            <a:ext cx="3138911" cy="427274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a:solidFill>
                <a:srgbClr val="1B1534"/>
              </a:solidFill>
              <a:latin typeface="Arial"/>
            </a:endParaRPr>
          </a:p>
        </p:txBody>
      </p:sp>
      <p:pic>
        <p:nvPicPr>
          <p:cNvPr id="52" name="Grafik 51">
            <a:extLst>
              <a:ext uri="{FF2B5EF4-FFF2-40B4-BE49-F238E27FC236}">
                <a16:creationId xmlns:a16="http://schemas.microsoft.com/office/drawing/2014/main" id="{1DFAF13D-A661-452F-966D-6E1C381DF1FD}"/>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769000" y="4558573"/>
            <a:ext cx="2649314" cy="1013303"/>
          </a:xfrm>
          <a:prstGeom prst="rect">
            <a:avLst/>
          </a:prstGeom>
        </p:spPr>
      </p:pic>
      <p:sp>
        <p:nvSpPr>
          <p:cNvPr id="72" name="Textfeld 71">
            <a:extLst>
              <a:ext uri="{FF2B5EF4-FFF2-40B4-BE49-F238E27FC236}">
                <a16:creationId xmlns:a16="http://schemas.microsoft.com/office/drawing/2014/main" id="{4B49CF37-D738-45E7-B3F0-F6BA22408519}"/>
              </a:ext>
            </a:extLst>
          </p:cNvPr>
          <p:cNvSpPr txBox="1"/>
          <p:nvPr/>
        </p:nvSpPr>
        <p:spPr>
          <a:xfrm>
            <a:off x="630239" y="5817871"/>
            <a:ext cx="11091369" cy="468833"/>
          </a:xfrm>
          <a:prstGeom prst="rect">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de-DE"/>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fontAlgn="auto">
              <a:spcBef>
                <a:spcPts val="0"/>
              </a:spcBef>
              <a:spcAft>
                <a:spcPts val="0"/>
              </a:spcAft>
            </a:pPr>
            <a:r>
              <a:rPr lang="en-US">
                <a:solidFill>
                  <a:srgbClr val="1B1534"/>
                </a:solidFill>
                <a:latin typeface="Arial"/>
              </a:rPr>
              <a:t>We help building the bridge between Data Science and daily engineering business.</a:t>
            </a:r>
          </a:p>
        </p:txBody>
      </p:sp>
    </p:spTree>
    <p:extLst>
      <p:ext uri="{BB962C8B-B14F-4D97-AF65-F5344CB8AC3E}">
        <p14:creationId xmlns:p14="http://schemas.microsoft.com/office/powerpoint/2010/main" val="77612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189250-6EDD-40A5-B6A2-41386235CE94}"/>
              </a:ext>
            </a:extLst>
          </p:cNvPr>
          <p:cNvSpPr>
            <a:spLocks noGrp="1"/>
          </p:cNvSpPr>
          <p:nvPr>
            <p:ph type="title"/>
          </p:nvPr>
        </p:nvSpPr>
        <p:spPr/>
        <p:txBody>
          <a:bodyPr/>
          <a:lstStyle/>
          <a:p>
            <a:r>
              <a:rPr lang="en-US" altLang="en-US">
                <a:latin typeface="Arial" charset="0"/>
                <a:cs typeface="Arial" charset="0"/>
              </a:rPr>
              <a:t>Please Quickly Introduce Yourself</a:t>
            </a:r>
          </a:p>
        </p:txBody>
      </p:sp>
      <p:sp>
        <p:nvSpPr>
          <p:cNvPr id="6" name="Rectangle 3">
            <a:extLst>
              <a:ext uri="{FF2B5EF4-FFF2-40B4-BE49-F238E27FC236}">
                <a16:creationId xmlns:a16="http://schemas.microsoft.com/office/drawing/2014/main" id="{E8AD73F1-1C9F-4061-AE53-6B2821EFE35B}"/>
              </a:ext>
            </a:extLst>
          </p:cNvPr>
          <p:cNvSpPr>
            <a:spLocks noGrp="1" noChangeArrowheads="1"/>
          </p:cNvSpPr>
          <p:nvPr>
            <p:ph idx="1"/>
          </p:nvPr>
        </p:nvSpPr>
        <p:spPr>
          <a:xfrm>
            <a:off x="4478995" y="1522189"/>
            <a:ext cx="6157111" cy="4283075"/>
          </a:xfrm>
          <a:ln/>
        </p:spPr>
        <p:txBody>
          <a:bodyPr/>
          <a:lstStyle/>
          <a:p>
            <a:pPr marL="642937" lvl="1" indent="-285750" defTabSz="1055688">
              <a:lnSpc>
                <a:spcPct val="130000"/>
              </a:lnSpc>
              <a:buClrTx/>
              <a:buFont typeface="Arial" panose="020B0604020202020204" pitchFamily="34" charset="0"/>
              <a:buChar char="•"/>
            </a:pPr>
            <a:r>
              <a:rPr lang="en-US" altLang="en-US" sz="2000">
                <a:latin typeface="Arial" charset="0"/>
                <a:cs typeface="Arial" charset="0"/>
              </a:rPr>
              <a:t>Your name and function / organization</a:t>
            </a:r>
          </a:p>
          <a:p>
            <a:pPr marL="642937" lvl="1" indent="-285750" defTabSz="1055688">
              <a:lnSpc>
                <a:spcPct val="130000"/>
              </a:lnSpc>
              <a:buClrTx/>
            </a:pPr>
            <a:r>
              <a:rPr lang="en-US" altLang="en-US" sz="2000">
                <a:latin typeface="Arial" charset="0"/>
                <a:cs typeface="Arial" charset="0"/>
              </a:rPr>
              <a:t>Your background regarding Machine Learning</a:t>
            </a:r>
          </a:p>
          <a:p>
            <a:pPr marL="642937" lvl="1" indent="-285750" defTabSz="1055688">
              <a:lnSpc>
                <a:spcPct val="130000"/>
              </a:lnSpc>
              <a:buClrTx/>
            </a:pPr>
            <a:r>
              <a:rPr lang="en-US" altLang="en-US" sz="2000">
                <a:latin typeface="Arial" charset="0"/>
                <a:cs typeface="Arial" charset="0"/>
              </a:rPr>
              <a:t>Which site</a:t>
            </a:r>
          </a:p>
        </p:txBody>
      </p:sp>
      <p:pic>
        <p:nvPicPr>
          <p:cNvPr id="8196" name="Picture 4" descr="Bildergebnis fÃ¼r machine learning cartoon">
            <a:extLst>
              <a:ext uri="{FF2B5EF4-FFF2-40B4-BE49-F238E27FC236}">
                <a16:creationId xmlns:a16="http://schemas.microsoft.com/office/drawing/2014/main" id="{7FD011B0-3143-4346-9EC9-BAEFF205A73A}"/>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90563" y="1330586"/>
            <a:ext cx="3686708" cy="4761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573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43399" y="2024844"/>
            <a:ext cx="7654952"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856674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BAE3A1-CD80-4CB0-B1C6-B79F615360EB}"/>
              </a:ext>
            </a:extLst>
          </p:cNvPr>
          <p:cNvSpPr>
            <a:spLocks noGrp="1"/>
          </p:cNvSpPr>
          <p:nvPr>
            <p:ph type="title"/>
          </p:nvPr>
        </p:nvSpPr>
        <p:spPr/>
        <p:txBody>
          <a:bodyPr/>
          <a:lstStyle/>
          <a:p>
            <a:r>
              <a:rPr lang="en-US"/>
              <a:t>What is Machine Learning?</a:t>
            </a:r>
            <a:br>
              <a:rPr lang="en-US"/>
            </a:br>
            <a:r>
              <a:rPr lang="en-US"/>
              <a:t>The First Sentences from Wikipedia …</a:t>
            </a:r>
          </a:p>
        </p:txBody>
      </p:sp>
      <p:sp>
        <p:nvSpPr>
          <p:cNvPr id="6" name="Textfeld 5">
            <a:extLst>
              <a:ext uri="{FF2B5EF4-FFF2-40B4-BE49-F238E27FC236}">
                <a16:creationId xmlns:a16="http://schemas.microsoft.com/office/drawing/2014/main" id="{D5899CEE-019E-4067-8605-978DCB94F4B1}"/>
              </a:ext>
            </a:extLst>
          </p:cNvPr>
          <p:cNvSpPr txBox="1"/>
          <p:nvPr/>
        </p:nvSpPr>
        <p:spPr>
          <a:xfrm>
            <a:off x="626567" y="1772816"/>
            <a:ext cx="10117124" cy="3060340"/>
          </a:xfrm>
          <a:prstGeom prst="rect">
            <a:avLst/>
          </a:prstGeom>
          <a:noFill/>
        </p:spPr>
        <p:txBody>
          <a:bodyPr wrap="square" lIns="0" tIns="0" rIns="0" bIns="0" rtlCol="0">
            <a:noAutofit/>
          </a:bodyPr>
          <a:lstStyle/>
          <a:p>
            <a:pPr>
              <a:lnSpc>
                <a:spcPct val="15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Machine learning (ML) is the scientific study of </a:t>
            </a:r>
            <a:r>
              <a:rPr lang="en-US" b="1">
                <a:solidFill>
                  <a:schemeClr val="tx1"/>
                </a:solidFill>
                <a:latin typeface="+mn-lt"/>
                <a:ea typeface="Arial Unicode MS" panose="020B0604020202020204" pitchFamily="34" charset="-128"/>
                <a:cs typeface="Arial Unicode MS" panose="020B0604020202020204" pitchFamily="34" charset="-128"/>
              </a:rPr>
              <a:t>algorithms and statistical models </a:t>
            </a:r>
            <a:r>
              <a:rPr lang="en-US">
                <a:solidFill>
                  <a:schemeClr val="tx1"/>
                </a:solidFill>
                <a:latin typeface="+mn-lt"/>
                <a:ea typeface="Arial Unicode MS" panose="020B0604020202020204" pitchFamily="34" charset="-128"/>
                <a:cs typeface="Arial Unicode MS" panose="020B0604020202020204" pitchFamily="34" charset="-128"/>
              </a:rPr>
              <a:t>that computer systems use to effectively perform </a:t>
            </a:r>
            <a:r>
              <a:rPr lang="en-US" b="1">
                <a:solidFill>
                  <a:schemeClr val="tx1"/>
                </a:solidFill>
                <a:latin typeface="+mn-lt"/>
                <a:ea typeface="Arial Unicode MS" panose="020B0604020202020204" pitchFamily="34" charset="-128"/>
                <a:cs typeface="Arial Unicode MS" panose="020B0604020202020204" pitchFamily="34" charset="-128"/>
              </a:rPr>
              <a:t>a specific task without using explicit instructions</a:t>
            </a:r>
            <a:r>
              <a:rPr lang="en-US">
                <a:solidFill>
                  <a:schemeClr val="tx1"/>
                </a:solidFill>
                <a:latin typeface="+mn-lt"/>
                <a:ea typeface="Arial Unicode MS" panose="020B0604020202020204" pitchFamily="34" charset="-128"/>
                <a:cs typeface="Arial Unicode MS" panose="020B0604020202020204" pitchFamily="34" charset="-128"/>
              </a:rPr>
              <a:t>, relying on patterns and inference instead. It is seen as a subset of artificial intelligence. Machine learning algorithms </a:t>
            </a:r>
            <a:r>
              <a:rPr lang="en-US" b="1">
                <a:solidFill>
                  <a:schemeClr val="tx1"/>
                </a:solidFill>
                <a:latin typeface="+mn-lt"/>
                <a:ea typeface="Arial Unicode MS" panose="020B0604020202020204" pitchFamily="34" charset="-128"/>
                <a:cs typeface="Arial Unicode MS" panose="020B0604020202020204" pitchFamily="34" charset="-128"/>
              </a:rPr>
              <a:t>build a mathematical model based on sample data, known as "training data", </a:t>
            </a:r>
            <a:r>
              <a:rPr lang="en-US">
                <a:solidFill>
                  <a:schemeClr val="tx1"/>
                </a:solidFill>
                <a:latin typeface="+mn-lt"/>
                <a:ea typeface="Arial Unicode MS" panose="020B0604020202020204" pitchFamily="34" charset="-128"/>
                <a:cs typeface="Arial Unicode MS" panose="020B0604020202020204" pitchFamily="34" charset="-128"/>
              </a:rPr>
              <a:t>in order to </a:t>
            </a:r>
            <a:r>
              <a:rPr lang="en-US" b="1">
                <a:solidFill>
                  <a:schemeClr val="tx1"/>
                </a:solidFill>
                <a:latin typeface="+mn-lt"/>
                <a:ea typeface="Arial Unicode MS" panose="020B0604020202020204" pitchFamily="34" charset="-128"/>
                <a:cs typeface="Arial Unicode MS" panose="020B0604020202020204" pitchFamily="34" charset="-128"/>
              </a:rPr>
              <a:t>make predictions or decisions </a:t>
            </a:r>
            <a:r>
              <a:rPr lang="en-US">
                <a:solidFill>
                  <a:schemeClr val="tx1"/>
                </a:solidFill>
                <a:latin typeface="+mn-lt"/>
                <a:ea typeface="Arial Unicode MS" panose="020B0604020202020204" pitchFamily="34" charset="-128"/>
                <a:cs typeface="Arial Unicode MS" panose="020B0604020202020204" pitchFamily="34" charset="-128"/>
              </a:rPr>
              <a:t>without being explicitly programmed to perform the task.</a:t>
            </a:r>
          </a:p>
          <a:p>
            <a:pPr>
              <a:lnSpc>
                <a:spcPct val="110000"/>
              </a:lnSpc>
              <a:spcBef>
                <a:spcPts val="0"/>
              </a:spcBef>
            </a:pPr>
            <a:r>
              <a:rPr lang="de-DE">
                <a:hlinkClick r:id="rId2"/>
              </a:rPr>
              <a:t>https://en.wikipedia.org/wiki/Machine_learning</a:t>
            </a:r>
            <a:endParaRPr lang="de-DE">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0"/>
              </a:spcBef>
            </a:pPr>
            <a:endParaRPr lang="de-DE">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0"/>
              </a:spcBef>
            </a:pPr>
            <a:endParaRPr lang="de-DE">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417361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FC1DE3-BE25-4C80-8BFB-5E02BB9A7DE2}"/>
              </a:ext>
            </a:extLst>
          </p:cNvPr>
          <p:cNvSpPr>
            <a:spLocks noGrp="1"/>
          </p:cNvSpPr>
          <p:nvPr>
            <p:ph type="title"/>
          </p:nvPr>
        </p:nvSpPr>
        <p:spPr/>
        <p:txBody>
          <a:bodyPr/>
          <a:lstStyle/>
          <a:p>
            <a:r>
              <a:rPr lang="en-US"/>
              <a:t>A Trial to Distinguish a bit between Some Key Fields</a:t>
            </a:r>
          </a:p>
        </p:txBody>
      </p:sp>
      <p:pic>
        <p:nvPicPr>
          <p:cNvPr id="10242" name="Grafik 2" descr="Bildergebnis fÃ¼r human versus machine learning">
            <a:extLst>
              <a:ext uri="{FF2B5EF4-FFF2-40B4-BE49-F238E27FC236}">
                <a16:creationId xmlns:a16="http://schemas.microsoft.com/office/drawing/2014/main" id="{8889D3A3-7E50-44A0-90FA-E8EC94C72AD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86707" y="1440000"/>
            <a:ext cx="8100900" cy="49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Pfeil: nach oben 2">
            <a:extLst>
              <a:ext uri="{FF2B5EF4-FFF2-40B4-BE49-F238E27FC236}">
                <a16:creationId xmlns:a16="http://schemas.microsoft.com/office/drawing/2014/main" id="{34F5CC54-2D2F-4912-A646-03F531A854C4}"/>
              </a:ext>
            </a:extLst>
          </p:cNvPr>
          <p:cNvSpPr/>
          <p:nvPr/>
        </p:nvSpPr>
        <p:spPr bwMode="auto">
          <a:xfrm>
            <a:off x="4154959" y="5229200"/>
            <a:ext cx="4176464" cy="1203215"/>
          </a:xfrm>
          <a:prstGeom prst="upArrow">
            <a:avLst/>
          </a:prstGeom>
          <a:solidFill>
            <a:schemeClr val="bg1"/>
          </a:solidFill>
          <a:ln w="38100">
            <a:solidFill>
              <a:srgbClr val="41AAAA"/>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Our Focus</a:t>
            </a:r>
          </a:p>
        </p:txBody>
      </p:sp>
    </p:spTree>
    <p:extLst>
      <p:ext uri="{BB962C8B-B14F-4D97-AF65-F5344CB8AC3E}">
        <p14:creationId xmlns:p14="http://schemas.microsoft.com/office/powerpoint/2010/main" val="768982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85C188-9FC6-4DDF-8656-05EDB74D39FC}"/>
              </a:ext>
            </a:extLst>
          </p:cNvPr>
          <p:cNvSpPr>
            <a:spLocks noGrp="1"/>
          </p:cNvSpPr>
          <p:nvPr>
            <p:ph type="title"/>
          </p:nvPr>
        </p:nvSpPr>
        <p:spPr/>
        <p:txBody>
          <a:bodyPr/>
          <a:lstStyle/>
          <a:p>
            <a:r>
              <a:rPr lang="en-US"/>
              <a:t>In this Workshop We Will Use a Tool Based on</a:t>
            </a:r>
            <a:br>
              <a:rPr lang="en-US"/>
            </a:br>
            <a:r>
              <a:rPr lang="en-US"/>
              <a:t>Python and Scikit-learn</a:t>
            </a:r>
          </a:p>
        </p:txBody>
      </p:sp>
      <p:pic>
        <p:nvPicPr>
          <p:cNvPr id="11266" name="Picture 2" descr="Bildergebnis fÃ¼r sklearn logo transparent">
            <a:extLst>
              <a:ext uri="{FF2B5EF4-FFF2-40B4-BE49-F238E27FC236}">
                <a16:creationId xmlns:a16="http://schemas.microsoft.com/office/drawing/2014/main" id="{A4618C95-0A43-4C6B-AEDE-48821FBF599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86709" y="2060848"/>
            <a:ext cx="4160320" cy="2240422"/>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Bildergebnis fÃ¼r python logo transparent">
            <a:extLst>
              <a:ext uri="{FF2B5EF4-FFF2-40B4-BE49-F238E27FC236}">
                <a16:creationId xmlns:a16="http://schemas.microsoft.com/office/drawing/2014/main" id="{A9EF16A0-B911-4393-BF88-437E1D2CEA0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34679" y="1700808"/>
            <a:ext cx="3348372" cy="3348372"/>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a:extLst>
              <a:ext uri="{FF2B5EF4-FFF2-40B4-BE49-F238E27FC236}">
                <a16:creationId xmlns:a16="http://schemas.microsoft.com/office/drawing/2014/main" id="{38589A3C-4263-45BF-A77D-2E911E6560D5}"/>
              </a:ext>
            </a:extLst>
          </p:cNvPr>
          <p:cNvSpPr txBox="1"/>
          <p:nvPr/>
        </p:nvSpPr>
        <p:spPr>
          <a:xfrm>
            <a:off x="1490663" y="4818571"/>
            <a:ext cx="4176464" cy="982833"/>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a:t>Python is an interpreted, high-level, general-purpose programming language, leading in data science.</a:t>
            </a:r>
            <a:endParaRPr lang="de-DE"/>
          </a:p>
        </p:txBody>
      </p:sp>
      <p:sp>
        <p:nvSpPr>
          <p:cNvPr id="5" name="Rechteck 4">
            <a:extLst>
              <a:ext uri="{FF2B5EF4-FFF2-40B4-BE49-F238E27FC236}">
                <a16:creationId xmlns:a16="http://schemas.microsoft.com/office/drawing/2014/main" id="{04D38914-AE80-489C-8879-E1954443142A}"/>
              </a:ext>
            </a:extLst>
          </p:cNvPr>
          <p:cNvSpPr/>
          <p:nvPr/>
        </p:nvSpPr>
        <p:spPr>
          <a:xfrm>
            <a:off x="6171184" y="4818571"/>
            <a:ext cx="5148571" cy="1287532"/>
          </a:xfrm>
          <a:prstGeom prst="rect">
            <a:avLst/>
          </a:prstGeom>
        </p:spPr>
        <p:txBody>
          <a:bodyPr wrap="square">
            <a:spAutoFit/>
          </a:bodyPr>
          <a:lstStyle/>
          <a:p>
            <a:pPr>
              <a:lnSpc>
                <a:spcPct val="110000"/>
              </a:lnSpc>
              <a:spcBef>
                <a:spcPts val="0"/>
              </a:spcBef>
            </a:pPr>
            <a:r>
              <a:rPr lang="en-US">
                <a:solidFill>
                  <a:schemeClr val="tx1"/>
                </a:solidFill>
                <a:ea typeface="Arial Unicode MS" panose="020B0604020202020204" pitchFamily="34" charset="-128"/>
                <a:cs typeface="Arial Unicode MS" panose="020B0604020202020204" pitchFamily="34" charset="-128"/>
              </a:rPr>
              <a:t>Scikit-learn is a free and powerful software machine learning library for Python. It is featuring various classification, regression and clustering algorithms</a:t>
            </a:r>
          </a:p>
        </p:txBody>
      </p:sp>
    </p:spTree>
    <p:extLst>
      <p:ext uri="{BB962C8B-B14F-4D97-AF65-F5344CB8AC3E}">
        <p14:creationId xmlns:p14="http://schemas.microsoft.com/office/powerpoint/2010/main" val="3707042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8A4AEC-888E-44C7-85B6-2283FAE9E0FC}"/>
              </a:ext>
            </a:extLst>
          </p:cNvPr>
          <p:cNvSpPr>
            <a:spLocks noGrp="1"/>
          </p:cNvSpPr>
          <p:nvPr>
            <p:ph type="title"/>
          </p:nvPr>
        </p:nvSpPr>
        <p:spPr/>
        <p:txBody>
          <a:bodyPr/>
          <a:lstStyle/>
          <a:p>
            <a:r>
              <a:rPr lang="en-US"/>
              <a:t>On </a:t>
            </a:r>
            <a:r>
              <a:rPr lang="en-US">
                <a:hlinkClick r:id="rId2"/>
              </a:rPr>
              <a:t>www.scikit-learn.org</a:t>
            </a:r>
            <a:r>
              <a:rPr lang="en-US"/>
              <a:t> There Is Abundant Information on the Complete Library</a:t>
            </a:r>
          </a:p>
        </p:txBody>
      </p:sp>
      <p:pic>
        <p:nvPicPr>
          <p:cNvPr id="17410" name="Picture 2" descr="Bildergebnis fÃ¼r scikit learn model selection">
            <a:extLst>
              <a:ext uri="{FF2B5EF4-FFF2-40B4-BE49-F238E27FC236}">
                <a16:creationId xmlns:a16="http://schemas.microsoft.com/office/drawing/2014/main" id="{A34ACD35-F2F5-4885-BA58-5EE1E089F01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86707" y="1448948"/>
            <a:ext cx="7481986" cy="4693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238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1"/>
            <a:ext cx="12198350" cy="1440000"/>
          </a:xfrm>
        </p:spPr>
        <p:txBody>
          <a:bodyPr/>
          <a:lstStyle/>
          <a:p>
            <a:r>
              <a:rPr lang="en-US"/>
              <a:t>2 – Learning Types</a:t>
            </a:r>
          </a:p>
        </p:txBody>
      </p:sp>
      <p:sp>
        <p:nvSpPr>
          <p:cNvPr id="7" name="Rechteck 6">
            <a:extLst>
              <a:ext uri="{FF2B5EF4-FFF2-40B4-BE49-F238E27FC236}">
                <a16:creationId xmlns:a16="http://schemas.microsoft.com/office/drawing/2014/main" id="{A860E207-445B-4C26-AEF6-34A730ED78D0}"/>
              </a:ext>
            </a:extLst>
          </p:cNvPr>
          <p:cNvSpPr/>
          <p:nvPr/>
        </p:nvSpPr>
        <p:spPr>
          <a:xfrm>
            <a:off x="627063" y="5805264"/>
            <a:ext cx="11088687" cy="396139"/>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p>
            <a:pPr algn="ctr">
              <a:spcBef>
                <a:spcPct val="0"/>
              </a:spcBef>
            </a:pPr>
            <a:r>
              <a:rPr lang="en-US" b="1">
                <a:solidFill>
                  <a:srgbClr val="00646E"/>
                </a:solidFill>
                <a:ea typeface="+mj-ea"/>
                <a:cs typeface="Arial" pitchFamily="34" charset="0"/>
              </a:rPr>
              <a:t>For our business „supervised learning“ is probably the most frequent relevant learning type</a:t>
            </a:r>
          </a:p>
        </p:txBody>
      </p:sp>
      <p:grpSp>
        <p:nvGrpSpPr>
          <p:cNvPr id="41" name="Gruppieren 40">
            <a:extLst>
              <a:ext uri="{FF2B5EF4-FFF2-40B4-BE49-F238E27FC236}">
                <a16:creationId xmlns:a16="http://schemas.microsoft.com/office/drawing/2014/main" id="{43745BE8-A784-4110-9A17-4A6F656E699E}"/>
              </a:ext>
            </a:extLst>
          </p:cNvPr>
          <p:cNvGrpSpPr/>
          <p:nvPr/>
        </p:nvGrpSpPr>
        <p:grpSpPr>
          <a:xfrm>
            <a:off x="1124104" y="2966006"/>
            <a:ext cx="2951014" cy="1985185"/>
            <a:chOff x="1382652" y="3275968"/>
            <a:chExt cx="2901711" cy="2457288"/>
          </a:xfrm>
        </p:grpSpPr>
        <p:cxnSp>
          <p:nvCxnSpPr>
            <p:cNvPr id="8" name="Gerade Verbindung mit Pfeil 7">
              <a:extLst>
                <a:ext uri="{FF2B5EF4-FFF2-40B4-BE49-F238E27FC236}">
                  <a16:creationId xmlns:a16="http://schemas.microsoft.com/office/drawing/2014/main" id="{061B91E6-EAEC-4A87-9C14-EE844A56AFEB}"/>
                </a:ext>
              </a:extLst>
            </p:cNvPr>
            <p:cNvCxnSpPr/>
            <p:nvPr/>
          </p:nvCxnSpPr>
          <p:spPr bwMode="auto">
            <a:xfrm flipV="1">
              <a:off x="1692387" y="3275968"/>
              <a:ext cx="0" cy="2340000"/>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mit Pfeil 13">
              <a:extLst>
                <a:ext uri="{FF2B5EF4-FFF2-40B4-BE49-F238E27FC236}">
                  <a16:creationId xmlns:a16="http://schemas.microsoft.com/office/drawing/2014/main" id="{EA327A5B-B04E-4D0E-AE1D-3F88D42C010B}"/>
                </a:ext>
              </a:extLst>
            </p:cNvPr>
            <p:cNvCxnSpPr/>
            <p:nvPr/>
          </p:nvCxnSpPr>
          <p:spPr bwMode="auto">
            <a:xfrm>
              <a:off x="1476363" y="5449972"/>
              <a:ext cx="2808000" cy="0"/>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 name="Textfeld 15">
              <a:extLst>
                <a:ext uri="{FF2B5EF4-FFF2-40B4-BE49-F238E27FC236}">
                  <a16:creationId xmlns:a16="http://schemas.microsoft.com/office/drawing/2014/main" id="{D5950199-997E-4D16-80B9-3BA105DEBF4B}"/>
                </a:ext>
              </a:extLst>
            </p:cNvPr>
            <p:cNvSpPr txBox="1"/>
            <p:nvPr/>
          </p:nvSpPr>
          <p:spPr>
            <a:xfrm rot="16200000">
              <a:off x="959395" y="4273895"/>
              <a:ext cx="1033937"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P-Stage [mbar]</a:t>
              </a:r>
            </a:p>
          </p:txBody>
        </p:sp>
        <p:sp>
          <p:nvSpPr>
            <p:cNvPr id="17" name="Textfeld 16">
              <a:extLst>
                <a:ext uri="{FF2B5EF4-FFF2-40B4-BE49-F238E27FC236}">
                  <a16:creationId xmlns:a16="http://schemas.microsoft.com/office/drawing/2014/main" id="{C721B7C1-ECE6-4ED6-9D92-97B5A239CA9E}"/>
                </a:ext>
              </a:extLst>
            </p:cNvPr>
            <p:cNvSpPr txBox="1"/>
            <p:nvPr/>
          </p:nvSpPr>
          <p:spPr>
            <a:xfrm>
              <a:off x="2461756" y="5545832"/>
              <a:ext cx="1033937"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D-Stage [mbar]</a:t>
              </a:r>
            </a:p>
          </p:txBody>
        </p:sp>
        <p:pic>
          <p:nvPicPr>
            <p:cNvPr id="19" name="Grafik 18" descr="Schließen">
              <a:extLst>
                <a:ext uri="{FF2B5EF4-FFF2-40B4-BE49-F238E27FC236}">
                  <a16:creationId xmlns:a16="http://schemas.microsoft.com/office/drawing/2014/main" id="{BD1218E1-3CB5-4C02-A802-0C1C526FF8B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6607" y="4577894"/>
              <a:ext cx="288000" cy="288000"/>
            </a:xfrm>
            <a:prstGeom prst="rect">
              <a:avLst/>
            </a:prstGeom>
          </p:spPr>
        </p:pic>
        <p:pic>
          <p:nvPicPr>
            <p:cNvPr id="20" name="Grafik 19" descr="Schließen">
              <a:extLst>
                <a:ext uri="{FF2B5EF4-FFF2-40B4-BE49-F238E27FC236}">
                  <a16:creationId xmlns:a16="http://schemas.microsoft.com/office/drawing/2014/main" id="{65CF6974-7507-4FF6-A69F-CEEA287844B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83582" y="4910713"/>
              <a:ext cx="288000" cy="288000"/>
            </a:xfrm>
            <a:prstGeom prst="rect">
              <a:avLst/>
            </a:prstGeom>
          </p:spPr>
        </p:pic>
        <p:pic>
          <p:nvPicPr>
            <p:cNvPr id="21" name="Grafik 20" descr="Schließen">
              <a:extLst>
                <a:ext uri="{FF2B5EF4-FFF2-40B4-BE49-F238E27FC236}">
                  <a16:creationId xmlns:a16="http://schemas.microsoft.com/office/drawing/2014/main" id="{69837630-0322-491C-BB87-295812768C2D}"/>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08412" y="4973153"/>
              <a:ext cx="288000" cy="288000"/>
            </a:xfrm>
            <a:prstGeom prst="rect">
              <a:avLst/>
            </a:prstGeom>
          </p:spPr>
        </p:pic>
        <p:pic>
          <p:nvPicPr>
            <p:cNvPr id="22" name="Grafik 21" descr="Schließen">
              <a:extLst>
                <a:ext uri="{FF2B5EF4-FFF2-40B4-BE49-F238E27FC236}">
                  <a16:creationId xmlns:a16="http://schemas.microsoft.com/office/drawing/2014/main" id="{951FBE0A-326D-4464-883E-5665B184911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507030" y="4997213"/>
              <a:ext cx="288000" cy="288000"/>
            </a:xfrm>
            <a:prstGeom prst="rect">
              <a:avLst/>
            </a:prstGeom>
          </p:spPr>
        </p:pic>
        <p:pic>
          <p:nvPicPr>
            <p:cNvPr id="23" name="Grafik 22" descr="Schließen">
              <a:extLst>
                <a:ext uri="{FF2B5EF4-FFF2-40B4-BE49-F238E27FC236}">
                  <a16:creationId xmlns:a16="http://schemas.microsoft.com/office/drawing/2014/main" id="{3EB09282-6B36-4DA6-9F2C-AC2A12E1918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841681" y="3930970"/>
              <a:ext cx="288000" cy="288000"/>
            </a:xfrm>
            <a:prstGeom prst="rect">
              <a:avLst/>
            </a:prstGeom>
          </p:spPr>
        </p:pic>
        <p:pic>
          <p:nvPicPr>
            <p:cNvPr id="24" name="Grafik 23" descr="Schließen">
              <a:extLst>
                <a:ext uri="{FF2B5EF4-FFF2-40B4-BE49-F238E27FC236}">
                  <a16:creationId xmlns:a16="http://schemas.microsoft.com/office/drawing/2014/main" id="{90B56455-FC10-4895-8959-8F1FDB3A2DE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39582" y="3674393"/>
              <a:ext cx="288000" cy="288000"/>
            </a:xfrm>
            <a:prstGeom prst="rect">
              <a:avLst/>
            </a:prstGeom>
          </p:spPr>
        </p:pic>
        <p:pic>
          <p:nvPicPr>
            <p:cNvPr id="25" name="Grafik 24" descr="Schließen">
              <a:extLst>
                <a:ext uri="{FF2B5EF4-FFF2-40B4-BE49-F238E27FC236}">
                  <a16:creationId xmlns:a16="http://schemas.microsoft.com/office/drawing/2014/main" id="{90B04231-8B59-4BDE-AFA4-774D04FC2BA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945306" y="4723388"/>
              <a:ext cx="288000" cy="288000"/>
            </a:xfrm>
            <a:prstGeom prst="rect">
              <a:avLst/>
            </a:prstGeom>
          </p:spPr>
        </p:pic>
        <p:pic>
          <p:nvPicPr>
            <p:cNvPr id="28" name="Grafik 27" descr="Häkchen">
              <a:extLst>
                <a:ext uri="{FF2B5EF4-FFF2-40B4-BE49-F238E27FC236}">
                  <a16:creationId xmlns:a16="http://schemas.microsoft.com/office/drawing/2014/main" id="{4511FB98-2585-45D1-9645-0170C3B5DE9C}"/>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01126" y="3594008"/>
              <a:ext cx="288000" cy="288000"/>
            </a:xfrm>
            <a:prstGeom prst="rect">
              <a:avLst/>
            </a:prstGeom>
          </p:spPr>
        </p:pic>
        <p:pic>
          <p:nvPicPr>
            <p:cNvPr id="29" name="Grafik 28" descr="Häkchen">
              <a:extLst>
                <a:ext uri="{FF2B5EF4-FFF2-40B4-BE49-F238E27FC236}">
                  <a16:creationId xmlns:a16="http://schemas.microsoft.com/office/drawing/2014/main" id="{E42232D4-000F-4F3A-9933-35101AA7593A}"/>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567688" y="3505904"/>
              <a:ext cx="288000" cy="288000"/>
            </a:xfrm>
            <a:prstGeom prst="rect">
              <a:avLst/>
            </a:prstGeom>
          </p:spPr>
        </p:pic>
        <p:pic>
          <p:nvPicPr>
            <p:cNvPr id="30" name="Grafik 29" descr="Häkchen">
              <a:extLst>
                <a:ext uri="{FF2B5EF4-FFF2-40B4-BE49-F238E27FC236}">
                  <a16:creationId xmlns:a16="http://schemas.microsoft.com/office/drawing/2014/main" id="{2B6E120D-8180-4FD2-B219-10C05C87BDD3}"/>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33190" y="4203434"/>
              <a:ext cx="288000" cy="288000"/>
            </a:xfrm>
            <a:prstGeom prst="rect">
              <a:avLst/>
            </a:prstGeom>
          </p:spPr>
        </p:pic>
        <p:pic>
          <p:nvPicPr>
            <p:cNvPr id="31" name="Grafik 30" descr="Häkchen">
              <a:extLst>
                <a:ext uri="{FF2B5EF4-FFF2-40B4-BE49-F238E27FC236}">
                  <a16:creationId xmlns:a16="http://schemas.microsoft.com/office/drawing/2014/main" id="{4ADEB68B-706B-4ACA-BD10-49D05613258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731058" y="3886461"/>
              <a:ext cx="288000" cy="288000"/>
            </a:xfrm>
            <a:prstGeom prst="rect">
              <a:avLst/>
            </a:prstGeom>
          </p:spPr>
        </p:pic>
        <p:pic>
          <p:nvPicPr>
            <p:cNvPr id="32" name="Grafik 31" descr="Häkchen">
              <a:extLst>
                <a:ext uri="{FF2B5EF4-FFF2-40B4-BE49-F238E27FC236}">
                  <a16:creationId xmlns:a16="http://schemas.microsoft.com/office/drawing/2014/main" id="{ABB5D8BD-8D86-45A3-BDFD-BCB11704D3FA}"/>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228560" y="3870698"/>
              <a:ext cx="288000" cy="288000"/>
            </a:xfrm>
            <a:prstGeom prst="rect">
              <a:avLst/>
            </a:prstGeom>
          </p:spPr>
        </p:pic>
        <p:pic>
          <p:nvPicPr>
            <p:cNvPr id="33" name="Grafik 32" descr="Häkchen">
              <a:extLst>
                <a:ext uri="{FF2B5EF4-FFF2-40B4-BE49-F238E27FC236}">
                  <a16:creationId xmlns:a16="http://schemas.microsoft.com/office/drawing/2014/main" id="{B357D8ED-E002-4CEF-BDC0-E2A6ECBBDA3D}"/>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843837" y="4101392"/>
              <a:ext cx="288000" cy="288000"/>
            </a:xfrm>
            <a:prstGeom prst="rect">
              <a:avLst/>
            </a:prstGeom>
          </p:spPr>
        </p:pic>
      </p:grpSp>
      <p:sp>
        <p:nvSpPr>
          <p:cNvPr id="34" name="Rechteck 33">
            <a:extLst>
              <a:ext uri="{FF2B5EF4-FFF2-40B4-BE49-F238E27FC236}">
                <a16:creationId xmlns:a16="http://schemas.microsoft.com/office/drawing/2014/main" id="{F349FEF8-9CBE-454C-8CB0-F3036DEE2037}"/>
              </a:ext>
            </a:extLst>
          </p:cNvPr>
          <p:cNvSpPr/>
          <p:nvPr/>
        </p:nvSpPr>
        <p:spPr bwMode="auto">
          <a:xfrm>
            <a:off x="878595" y="1340768"/>
            <a:ext cx="3262064" cy="357851"/>
          </a:xfrm>
          <a:prstGeom prst="rect">
            <a:avLst/>
          </a:prstGeom>
          <a:solidFill>
            <a:srgbClr val="92D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dirty="0">
                <a:solidFill>
                  <a:schemeClr val="bg1"/>
                </a:solidFill>
                <a:latin typeface="+mn-lt"/>
                <a:ea typeface="Arial Unicode MS" panose="020B0604020202020204" pitchFamily="34" charset="-128"/>
                <a:cs typeface="Arial Unicode MS" panose="020B0604020202020204" pitchFamily="34" charset="-128"/>
              </a:rPr>
              <a:t>Supervised Learning</a:t>
            </a:r>
          </a:p>
        </p:txBody>
      </p:sp>
      <p:sp>
        <p:nvSpPr>
          <p:cNvPr id="35" name="Rechteck 34">
            <a:extLst>
              <a:ext uri="{FF2B5EF4-FFF2-40B4-BE49-F238E27FC236}">
                <a16:creationId xmlns:a16="http://schemas.microsoft.com/office/drawing/2014/main" id="{7377BD36-A4A5-4043-9F5C-6F70AA173EF7}"/>
              </a:ext>
            </a:extLst>
          </p:cNvPr>
          <p:cNvSpPr/>
          <p:nvPr/>
        </p:nvSpPr>
        <p:spPr bwMode="auto">
          <a:xfrm>
            <a:off x="7974550" y="1340768"/>
            <a:ext cx="3262064" cy="357851"/>
          </a:xfrm>
          <a:prstGeom prst="rect">
            <a:avLst/>
          </a:prstGeom>
          <a:solidFill>
            <a:srgbClr val="0070C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dirty="0">
                <a:solidFill>
                  <a:schemeClr val="bg1"/>
                </a:solidFill>
                <a:latin typeface="+mn-lt"/>
                <a:ea typeface="Arial Unicode MS" panose="020B0604020202020204" pitchFamily="34" charset="-128"/>
                <a:cs typeface="Arial Unicode MS" panose="020B0604020202020204" pitchFamily="34" charset="-128"/>
              </a:rPr>
              <a:t>Unsupervised Learning</a:t>
            </a:r>
          </a:p>
        </p:txBody>
      </p:sp>
      <p:sp>
        <p:nvSpPr>
          <p:cNvPr id="36" name="Textfeld 35">
            <a:extLst>
              <a:ext uri="{FF2B5EF4-FFF2-40B4-BE49-F238E27FC236}">
                <a16:creationId xmlns:a16="http://schemas.microsoft.com/office/drawing/2014/main" id="{9EF7C626-C142-4AFD-BA26-42A95640EBC8}"/>
              </a:ext>
            </a:extLst>
          </p:cNvPr>
          <p:cNvSpPr txBox="1"/>
          <p:nvPr/>
        </p:nvSpPr>
        <p:spPr>
          <a:xfrm>
            <a:off x="898582" y="1816594"/>
            <a:ext cx="3418466" cy="1000338"/>
          </a:xfrm>
          <a:prstGeom prst="rect">
            <a:avLst/>
          </a:prstGeom>
          <a:noFill/>
        </p:spPr>
        <p:txBody>
          <a:bodyPr wrap="square" lIns="0" tIns="0" rIns="0" bIns="0" rtlCol="0">
            <a:spAutoFit/>
          </a:bodyPr>
          <a:lstStyle/>
          <a:p>
            <a:pPr>
              <a:lnSpc>
                <a:spcPct val="110000"/>
              </a:lnSpc>
              <a:spcBef>
                <a:spcPts val="600"/>
              </a:spcBef>
              <a:spcAft>
                <a:spcPts val="600"/>
              </a:spcAft>
            </a:pPr>
            <a:r>
              <a:rPr lang="en-US" sz="1400" dirty="0">
                <a:solidFill>
                  <a:schemeClr val="tx1"/>
                </a:solidFill>
                <a:latin typeface="+mn-lt"/>
                <a:ea typeface="Arial Unicode MS" panose="020B0604020202020204" pitchFamily="34" charset="-128"/>
                <a:cs typeface="Arial Unicode MS" panose="020B0604020202020204" pitchFamily="34" charset="-128"/>
              </a:rPr>
              <a:t>“Features” (</a:t>
            </a:r>
            <a:r>
              <a:rPr lang="en-US" sz="1400" dirty="0" err="1">
                <a:solidFill>
                  <a:schemeClr val="tx1"/>
                </a:solidFill>
                <a:latin typeface="+mn-lt"/>
                <a:ea typeface="Arial Unicode MS" panose="020B0604020202020204" pitchFamily="34" charset="-128"/>
                <a:cs typeface="Arial Unicode MS" panose="020B0604020202020204" pitchFamily="34" charset="-128"/>
              </a:rPr>
              <a:t>Xs</a:t>
            </a:r>
            <a:r>
              <a:rPr lang="en-US" sz="1400" dirty="0">
                <a:solidFill>
                  <a:schemeClr val="tx1"/>
                </a:solidFill>
                <a:latin typeface="+mn-lt"/>
                <a:ea typeface="Arial Unicode MS" panose="020B0604020202020204" pitchFamily="34" charset="-128"/>
                <a:cs typeface="Arial Unicode MS" panose="020B0604020202020204" pitchFamily="34" charset="-128"/>
              </a:rPr>
              <a:t>) and “Targets” (Ys)</a:t>
            </a:r>
          </a:p>
          <a:p>
            <a:pPr>
              <a:lnSpc>
                <a:spcPct val="110000"/>
              </a:lnSpc>
              <a:spcBef>
                <a:spcPts val="600"/>
              </a:spcBef>
              <a:spcAft>
                <a:spcPts val="600"/>
              </a:spcAft>
            </a:pPr>
            <a:r>
              <a:rPr lang="en-US" sz="1400" dirty="0">
                <a:solidFill>
                  <a:schemeClr val="tx1"/>
                </a:solidFill>
                <a:latin typeface="+mn-lt"/>
                <a:ea typeface="Arial Unicode MS" panose="020B0604020202020204" pitchFamily="34" charset="-128"/>
                <a:cs typeface="Arial Unicode MS" panose="020B0604020202020204" pitchFamily="34" charset="-128"/>
              </a:rPr>
              <a:t>Example: Start Reliability </a:t>
            </a:r>
          </a:p>
          <a:p>
            <a:pPr>
              <a:lnSpc>
                <a:spcPct val="110000"/>
              </a:lnSpc>
              <a:spcBef>
                <a:spcPts val="600"/>
              </a:spcBef>
              <a:spcAft>
                <a:spcPts val="600"/>
              </a:spcAft>
            </a:pPr>
            <a:r>
              <a:rPr lang="en-US" sz="1400" dirty="0">
                <a:solidFill>
                  <a:schemeClr val="tx1"/>
                </a:solidFill>
                <a:latin typeface="+mn-lt"/>
                <a:ea typeface="Arial Unicode MS" panose="020B0604020202020204" pitchFamily="34" charset="-128"/>
                <a:cs typeface="Arial Unicode MS" panose="020B0604020202020204" pitchFamily="34" charset="-128"/>
              </a:rPr>
              <a:t>Y: Successful ignition         / Failure ignition</a:t>
            </a:r>
          </a:p>
        </p:txBody>
      </p:sp>
      <p:pic>
        <p:nvPicPr>
          <p:cNvPr id="37" name="Grafik 36" descr="Häkchen">
            <a:extLst>
              <a:ext uri="{FF2B5EF4-FFF2-40B4-BE49-F238E27FC236}">
                <a16:creationId xmlns:a16="http://schemas.microsoft.com/office/drawing/2014/main" id="{6F4B3A35-BA21-4244-958F-F5CA7B629080}"/>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79125" y="2547753"/>
            <a:ext cx="288000" cy="288000"/>
          </a:xfrm>
          <a:prstGeom prst="rect">
            <a:avLst/>
          </a:prstGeom>
        </p:spPr>
      </p:pic>
      <p:pic>
        <p:nvPicPr>
          <p:cNvPr id="38" name="Grafik 37" descr="Schließen">
            <a:extLst>
              <a:ext uri="{FF2B5EF4-FFF2-40B4-BE49-F238E27FC236}">
                <a16:creationId xmlns:a16="http://schemas.microsoft.com/office/drawing/2014/main" id="{F908064B-E8D1-4C71-8113-5A86DD5C51D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06707" y="2564920"/>
            <a:ext cx="288000" cy="288000"/>
          </a:xfrm>
          <a:prstGeom prst="rect">
            <a:avLst/>
          </a:prstGeom>
        </p:spPr>
      </p:pic>
      <p:sp>
        <p:nvSpPr>
          <p:cNvPr id="40" name="Textfeld 39">
            <a:extLst>
              <a:ext uri="{FF2B5EF4-FFF2-40B4-BE49-F238E27FC236}">
                <a16:creationId xmlns:a16="http://schemas.microsoft.com/office/drawing/2014/main" id="{FA1F368D-5D55-4677-8AFA-339DCE561DF2}"/>
              </a:ext>
            </a:extLst>
          </p:cNvPr>
          <p:cNvSpPr txBox="1"/>
          <p:nvPr/>
        </p:nvSpPr>
        <p:spPr>
          <a:xfrm>
            <a:off x="7974550" y="1775422"/>
            <a:ext cx="4349695" cy="609462"/>
          </a:xfrm>
          <a:prstGeom prst="rect">
            <a:avLst/>
          </a:prstGeom>
          <a:noFill/>
        </p:spPr>
        <p:txBody>
          <a:bodyPr wrap="square" lIns="0" tIns="0" rIns="0" bIns="0" rtlCol="0">
            <a:spAutoFit/>
          </a:bodyPr>
          <a:lstStyle/>
          <a:p>
            <a:pPr>
              <a:lnSpc>
                <a:spcPct val="110000"/>
              </a:lnSpc>
              <a:spcBef>
                <a:spcPts val="600"/>
              </a:spcBef>
              <a:spcAft>
                <a:spcPts val="600"/>
              </a:spcAft>
            </a:pPr>
            <a:r>
              <a:rPr lang="en-US" sz="1400" dirty="0">
                <a:solidFill>
                  <a:schemeClr val="tx1"/>
                </a:solidFill>
                <a:latin typeface="+mn-lt"/>
                <a:ea typeface="Arial Unicode MS" panose="020B0604020202020204" pitchFamily="34" charset="-128"/>
                <a:cs typeface="Arial Unicode MS" panose="020B0604020202020204" pitchFamily="34" charset="-128"/>
              </a:rPr>
              <a:t>Only “</a:t>
            </a:r>
            <a:r>
              <a:rPr lang="en-US" sz="1400" dirty="0">
                <a:solidFill>
                  <a:schemeClr val="tx1"/>
                </a:solidFill>
                <a:ea typeface="Arial Unicode MS" panose="020B0604020202020204" pitchFamily="34" charset="-128"/>
                <a:cs typeface="Arial Unicode MS" panose="020B0604020202020204" pitchFamily="34" charset="-128"/>
              </a:rPr>
              <a:t>Features” (</a:t>
            </a:r>
            <a:r>
              <a:rPr lang="en-US" sz="1400" dirty="0" err="1">
                <a:solidFill>
                  <a:schemeClr val="tx1"/>
                </a:solidFill>
                <a:ea typeface="Arial Unicode MS" panose="020B0604020202020204" pitchFamily="34" charset="-128"/>
                <a:cs typeface="Arial Unicode MS" panose="020B0604020202020204" pitchFamily="34" charset="-128"/>
              </a:rPr>
              <a:t>Xs</a:t>
            </a:r>
            <a:r>
              <a:rPr lang="en-US" sz="1400" dirty="0">
                <a:solidFill>
                  <a:schemeClr val="tx1"/>
                </a:solidFill>
                <a:ea typeface="Arial Unicode MS" panose="020B0604020202020204" pitchFamily="34" charset="-128"/>
                <a:cs typeface="Arial Unicode MS" panose="020B0604020202020204" pitchFamily="34" charset="-128"/>
              </a:rPr>
              <a:t>) </a:t>
            </a:r>
            <a:endParaRPr lang="en-US" sz="1400" dirty="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400" dirty="0">
                <a:solidFill>
                  <a:schemeClr val="tx1"/>
                </a:solidFill>
                <a:latin typeface="+mn-lt"/>
                <a:ea typeface="Arial Unicode MS" panose="020B0604020202020204" pitchFamily="34" charset="-128"/>
                <a:cs typeface="Arial Unicode MS" panose="020B0604020202020204" pitchFamily="34" charset="-128"/>
              </a:rPr>
              <a:t>Example: Amazon Customer analysis</a:t>
            </a:r>
          </a:p>
        </p:txBody>
      </p:sp>
      <p:sp>
        <p:nvSpPr>
          <p:cNvPr id="75" name="Pfeil: nach rechts 74">
            <a:extLst>
              <a:ext uri="{FF2B5EF4-FFF2-40B4-BE49-F238E27FC236}">
                <a16:creationId xmlns:a16="http://schemas.microsoft.com/office/drawing/2014/main" id="{2DF66FB2-83F4-4F72-8A20-F4610DF96C80}"/>
              </a:ext>
            </a:extLst>
          </p:cNvPr>
          <p:cNvSpPr/>
          <p:nvPr/>
        </p:nvSpPr>
        <p:spPr bwMode="auto">
          <a:xfrm>
            <a:off x="5078403" y="4005064"/>
            <a:ext cx="2784968" cy="1237706"/>
          </a:xfrm>
          <a:prstGeom prst="rightArrow">
            <a:avLst>
              <a:gd name="adj1" fmla="val 50000"/>
              <a:gd name="adj2" fmla="val 4365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Only X are known</a:t>
            </a:r>
          </a:p>
        </p:txBody>
      </p:sp>
      <p:sp>
        <p:nvSpPr>
          <p:cNvPr id="77" name="Pfeil: nach links 76">
            <a:extLst>
              <a:ext uri="{FF2B5EF4-FFF2-40B4-BE49-F238E27FC236}">
                <a16:creationId xmlns:a16="http://schemas.microsoft.com/office/drawing/2014/main" id="{5A2CE3AC-F180-4313-968A-F6D40D7CA6DA}"/>
              </a:ext>
            </a:extLst>
          </p:cNvPr>
          <p:cNvSpPr/>
          <p:nvPr/>
        </p:nvSpPr>
        <p:spPr bwMode="auto">
          <a:xfrm>
            <a:off x="4558719" y="2708920"/>
            <a:ext cx="2651435" cy="1247136"/>
          </a:xfrm>
          <a:prstGeom prst="leftArrow">
            <a:avLst>
              <a:gd name="adj1" fmla="val 50000"/>
              <a:gd name="adj2" fmla="val 37271"/>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X and Y are known</a:t>
            </a:r>
          </a:p>
        </p:txBody>
      </p:sp>
      <p:sp>
        <p:nvSpPr>
          <p:cNvPr id="26" name="Ellipse 25">
            <a:extLst>
              <a:ext uri="{FF2B5EF4-FFF2-40B4-BE49-F238E27FC236}">
                <a16:creationId xmlns:a16="http://schemas.microsoft.com/office/drawing/2014/main" id="{E44069F2-6318-414D-8C3E-885FF4398673}"/>
              </a:ext>
            </a:extLst>
          </p:cNvPr>
          <p:cNvSpPr/>
          <p:nvPr/>
        </p:nvSpPr>
        <p:spPr bwMode="auto">
          <a:xfrm flipH="1">
            <a:off x="10144451" y="4117966"/>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4" name="Gerade Verbindung mit Pfeil 43">
            <a:extLst>
              <a:ext uri="{FF2B5EF4-FFF2-40B4-BE49-F238E27FC236}">
                <a16:creationId xmlns:a16="http://schemas.microsoft.com/office/drawing/2014/main" id="{BA15C25E-4549-43AC-8707-312D1FC7711F}"/>
              </a:ext>
            </a:extLst>
          </p:cNvPr>
          <p:cNvCxnSpPr/>
          <p:nvPr/>
        </p:nvCxnSpPr>
        <p:spPr bwMode="auto">
          <a:xfrm flipV="1">
            <a:off x="8476049" y="2803248"/>
            <a:ext cx="0" cy="1977312"/>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5" name="Gerade Verbindung mit Pfeil 44">
            <a:extLst>
              <a:ext uri="{FF2B5EF4-FFF2-40B4-BE49-F238E27FC236}">
                <a16:creationId xmlns:a16="http://schemas.microsoft.com/office/drawing/2014/main" id="{87D63D63-3E98-4A83-B665-AD2D62B2A6A0}"/>
              </a:ext>
            </a:extLst>
          </p:cNvPr>
          <p:cNvCxnSpPr/>
          <p:nvPr/>
        </p:nvCxnSpPr>
        <p:spPr bwMode="auto">
          <a:xfrm>
            <a:off x="8260025" y="4640293"/>
            <a:ext cx="2808000" cy="0"/>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6" name="Textfeld 45">
            <a:extLst>
              <a:ext uri="{FF2B5EF4-FFF2-40B4-BE49-F238E27FC236}">
                <a16:creationId xmlns:a16="http://schemas.microsoft.com/office/drawing/2014/main" id="{007F576B-F984-453C-BA5F-9D4BA81123F5}"/>
              </a:ext>
            </a:extLst>
          </p:cNvPr>
          <p:cNvSpPr txBox="1"/>
          <p:nvPr/>
        </p:nvSpPr>
        <p:spPr>
          <a:xfrm rot="16200000">
            <a:off x="7335729" y="3426234"/>
            <a:ext cx="1458733" cy="187424"/>
          </a:xfrm>
          <a:prstGeom prst="rect">
            <a:avLst/>
          </a:prstGeom>
          <a:noFill/>
        </p:spPr>
        <p:txBody>
          <a:bodyPr wrap="none" lIns="0" tIns="0" rIns="0" bIns="0" rtlCol="0">
            <a:spAutoFit/>
          </a:bodyPr>
          <a:lstStyle/>
          <a:p>
            <a:pPr>
              <a:lnSpc>
                <a:spcPct val="110000"/>
              </a:lnSpc>
              <a:spcBef>
                <a:spcPts val="0"/>
              </a:spcBef>
            </a:pPr>
            <a:r>
              <a:rPr lang="en-US" sz="1200" dirty="0">
                <a:solidFill>
                  <a:schemeClr val="tx1"/>
                </a:solidFill>
                <a:latin typeface="+mn-lt"/>
                <a:ea typeface="Arial Unicode MS" panose="020B0604020202020204" pitchFamily="34" charset="-128"/>
                <a:cs typeface="Arial Unicode MS" panose="020B0604020202020204" pitchFamily="34" charset="-128"/>
              </a:rPr>
              <a:t>Preferred Price Class</a:t>
            </a:r>
          </a:p>
        </p:txBody>
      </p:sp>
      <p:sp>
        <p:nvSpPr>
          <p:cNvPr id="47" name="Textfeld 46">
            <a:extLst>
              <a:ext uri="{FF2B5EF4-FFF2-40B4-BE49-F238E27FC236}">
                <a16:creationId xmlns:a16="http://schemas.microsoft.com/office/drawing/2014/main" id="{0B2BE48D-9360-4FC3-96C9-20E0F6F4F3DA}"/>
              </a:ext>
            </a:extLst>
          </p:cNvPr>
          <p:cNvSpPr txBox="1"/>
          <p:nvPr/>
        </p:nvSpPr>
        <p:spPr>
          <a:xfrm>
            <a:off x="9245418" y="4721295"/>
            <a:ext cx="1211870" cy="158374"/>
          </a:xfrm>
          <a:prstGeom prst="rect">
            <a:avLst/>
          </a:prstGeom>
          <a:noFill/>
        </p:spPr>
        <p:txBody>
          <a:bodyPr wrap="none" lIns="0" tIns="0" rIns="0" bIns="0" rtlCol="0">
            <a:spAutoFit/>
          </a:bodyPr>
          <a:lstStyle/>
          <a:p>
            <a:pPr>
              <a:lnSpc>
                <a:spcPct val="110000"/>
              </a:lnSpc>
              <a:spcBef>
                <a:spcPts val="0"/>
              </a:spcBef>
            </a:pPr>
            <a:r>
              <a:rPr lang="en-US" sz="1200" dirty="0">
                <a:solidFill>
                  <a:schemeClr val="tx1"/>
                </a:solidFill>
                <a:latin typeface="+mn-lt"/>
                <a:ea typeface="Arial Unicode MS" panose="020B0604020202020204" pitchFamily="34" charset="-128"/>
                <a:cs typeface="Arial Unicode MS" panose="020B0604020202020204" pitchFamily="34" charset="-128"/>
              </a:rPr>
              <a:t>Purchases / week</a:t>
            </a:r>
          </a:p>
        </p:txBody>
      </p:sp>
      <p:sp>
        <p:nvSpPr>
          <p:cNvPr id="61" name="Ellipse 60">
            <a:extLst>
              <a:ext uri="{FF2B5EF4-FFF2-40B4-BE49-F238E27FC236}">
                <a16:creationId xmlns:a16="http://schemas.microsoft.com/office/drawing/2014/main" id="{1229A576-5EFB-4BDD-A00B-1279DD9BCA4C}"/>
              </a:ext>
            </a:extLst>
          </p:cNvPr>
          <p:cNvSpPr/>
          <p:nvPr/>
        </p:nvSpPr>
        <p:spPr bwMode="auto">
          <a:xfrm flipH="1">
            <a:off x="10512851" y="438138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B972220B-A5DB-4E49-9FCA-51EFEA09D452}"/>
              </a:ext>
            </a:extLst>
          </p:cNvPr>
          <p:cNvSpPr/>
          <p:nvPr/>
        </p:nvSpPr>
        <p:spPr bwMode="auto">
          <a:xfrm flipH="1">
            <a:off x="10497669" y="3765068"/>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9A1861CA-3159-41DA-8BD6-6D77F3EB63B6}"/>
              </a:ext>
            </a:extLst>
          </p:cNvPr>
          <p:cNvSpPr/>
          <p:nvPr/>
        </p:nvSpPr>
        <p:spPr bwMode="auto">
          <a:xfrm flipH="1">
            <a:off x="10233526" y="363936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Ellipse 63">
            <a:extLst>
              <a:ext uri="{FF2B5EF4-FFF2-40B4-BE49-F238E27FC236}">
                <a16:creationId xmlns:a16="http://schemas.microsoft.com/office/drawing/2014/main" id="{78D7D433-1A2E-4C75-AAD8-AE73A6129813}"/>
              </a:ext>
            </a:extLst>
          </p:cNvPr>
          <p:cNvSpPr/>
          <p:nvPr/>
        </p:nvSpPr>
        <p:spPr bwMode="auto">
          <a:xfrm flipH="1">
            <a:off x="9918597" y="443906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B946D8B2-9E6D-4ADF-A826-4CC5E0D8109B}"/>
              </a:ext>
            </a:extLst>
          </p:cNvPr>
          <p:cNvSpPr/>
          <p:nvPr/>
        </p:nvSpPr>
        <p:spPr bwMode="auto">
          <a:xfrm flipH="1">
            <a:off x="8640168" y="283600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8DE9D6FE-6FCB-4383-B00D-FD39FFCE59CA}"/>
              </a:ext>
            </a:extLst>
          </p:cNvPr>
          <p:cNvSpPr/>
          <p:nvPr/>
        </p:nvSpPr>
        <p:spPr bwMode="auto">
          <a:xfrm flipH="1">
            <a:off x="8939869" y="3119226"/>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6CB5C8C1-2418-4337-86EC-02AAC18E653B}"/>
              </a:ext>
            </a:extLst>
          </p:cNvPr>
          <p:cNvSpPr/>
          <p:nvPr/>
        </p:nvSpPr>
        <p:spPr bwMode="auto">
          <a:xfrm flipH="1">
            <a:off x="8674462" y="311486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E3579906-CDFB-4048-907D-689084C68991}"/>
              </a:ext>
            </a:extLst>
          </p:cNvPr>
          <p:cNvSpPr/>
          <p:nvPr/>
        </p:nvSpPr>
        <p:spPr bwMode="auto">
          <a:xfrm flipH="1">
            <a:off x="8515970" y="334734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8389681D-6771-4918-81AB-B2FF839AD5E6}"/>
              </a:ext>
            </a:extLst>
          </p:cNvPr>
          <p:cNvSpPr/>
          <p:nvPr/>
        </p:nvSpPr>
        <p:spPr bwMode="auto">
          <a:xfrm flipH="1">
            <a:off x="10215663" y="350556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0" name="Ellipse 69">
            <a:extLst>
              <a:ext uri="{FF2B5EF4-FFF2-40B4-BE49-F238E27FC236}">
                <a16:creationId xmlns:a16="http://schemas.microsoft.com/office/drawing/2014/main" id="{02186473-BAF4-4A28-A67B-89978E5700DB}"/>
              </a:ext>
            </a:extLst>
          </p:cNvPr>
          <p:cNvSpPr/>
          <p:nvPr/>
        </p:nvSpPr>
        <p:spPr bwMode="auto">
          <a:xfrm flipH="1">
            <a:off x="10042395" y="430807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Ellipse 70">
            <a:extLst>
              <a:ext uri="{FF2B5EF4-FFF2-40B4-BE49-F238E27FC236}">
                <a16:creationId xmlns:a16="http://schemas.microsoft.com/office/drawing/2014/main" id="{E7F4D883-C936-4F1D-9C2A-32B4569110AE}"/>
              </a:ext>
            </a:extLst>
          </p:cNvPr>
          <p:cNvSpPr/>
          <p:nvPr/>
        </p:nvSpPr>
        <p:spPr bwMode="auto">
          <a:xfrm flipH="1">
            <a:off x="9540697" y="4304559"/>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2" name="Ellipse 71">
            <a:extLst>
              <a:ext uri="{FF2B5EF4-FFF2-40B4-BE49-F238E27FC236}">
                <a16:creationId xmlns:a16="http://schemas.microsoft.com/office/drawing/2014/main" id="{77B9FA04-2039-4683-B620-48340F776A8D}"/>
              </a:ext>
            </a:extLst>
          </p:cNvPr>
          <p:cNvSpPr/>
          <p:nvPr/>
        </p:nvSpPr>
        <p:spPr bwMode="auto">
          <a:xfrm flipH="1">
            <a:off x="8875534" y="291421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3" name="Ellipse 72">
            <a:extLst>
              <a:ext uri="{FF2B5EF4-FFF2-40B4-BE49-F238E27FC236}">
                <a16:creationId xmlns:a16="http://schemas.microsoft.com/office/drawing/2014/main" id="{7B22ED4C-79C6-4667-B3BC-AA2E19D62E88}"/>
              </a:ext>
            </a:extLst>
          </p:cNvPr>
          <p:cNvSpPr/>
          <p:nvPr/>
        </p:nvSpPr>
        <p:spPr bwMode="auto">
          <a:xfrm flipH="1">
            <a:off x="10329215" y="337975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0" name="Textfeld 49">
            <a:extLst>
              <a:ext uri="{FF2B5EF4-FFF2-40B4-BE49-F238E27FC236}">
                <a16:creationId xmlns:a16="http://schemas.microsoft.com/office/drawing/2014/main" id="{42DF5BB7-2520-473D-B4F4-955623128DEB}"/>
              </a:ext>
            </a:extLst>
          </p:cNvPr>
          <p:cNvSpPr txBox="1"/>
          <p:nvPr/>
        </p:nvSpPr>
        <p:spPr>
          <a:xfrm rot="16200000">
            <a:off x="8099265" y="4273955"/>
            <a:ext cx="380628"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Cheap</a:t>
            </a:r>
          </a:p>
        </p:txBody>
      </p:sp>
      <p:sp>
        <p:nvSpPr>
          <p:cNvPr id="51" name="Textfeld 50">
            <a:extLst>
              <a:ext uri="{FF2B5EF4-FFF2-40B4-BE49-F238E27FC236}">
                <a16:creationId xmlns:a16="http://schemas.microsoft.com/office/drawing/2014/main" id="{E96948FC-1344-4A0E-B352-3BE1D596874E}"/>
              </a:ext>
            </a:extLst>
          </p:cNvPr>
          <p:cNvSpPr txBox="1"/>
          <p:nvPr/>
        </p:nvSpPr>
        <p:spPr>
          <a:xfrm rot="16200000">
            <a:off x="8048416" y="2789921"/>
            <a:ext cx="525564"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Exquisite</a:t>
            </a:r>
          </a:p>
        </p:txBody>
      </p:sp>
      <p:sp>
        <p:nvSpPr>
          <p:cNvPr id="52" name="Ellipse 51">
            <a:extLst>
              <a:ext uri="{FF2B5EF4-FFF2-40B4-BE49-F238E27FC236}">
                <a16:creationId xmlns:a16="http://schemas.microsoft.com/office/drawing/2014/main" id="{32A49100-178A-4956-AF1C-207BE6CBBA43}"/>
              </a:ext>
            </a:extLst>
          </p:cNvPr>
          <p:cNvSpPr/>
          <p:nvPr/>
        </p:nvSpPr>
        <p:spPr bwMode="auto">
          <a:xfrm flipH="1">
            <a:off x="10352414" y="390099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F61F19FD-7341-4410-8B0C-409FB5C8A610}"/>
              </a:ext>
            </a:extLst>
          </p:cNvPr>
          <p:cNvSpPr/>
          <p:nvPr/>
        </p:nvSpPr>
        <p:spPr bwMode="auto">
          <a:xfrm flipH="1">
            <a:off x="10655220" y="3598449"/>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71FD8E44-D217-4117-8333-A323D44F63FF}"/>
              </a:ext>
            </a:extLst>
          </p:cNvPr>
          <p:cNvSpPr/>
          <p:nvPr/>
        </p:nvSpPr>
        <p:spPr bwMode="auto">
          <a:xfrm flipH="1">
            <a:off x="10400832" y="417015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107DBE2C-CC64-41E2-B4BE-A6A666027D23}"/>
              </a:ext>
            </a:extLst>
          </p:cNvPr>
          <p:cNvSpPr/>
          <p:nvPr/>
        </p:nvSpPr>
        <p:spPr bwMode="auto">
          <a:xfrm flipH="1">
            <a:off x="11037154" y="430807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6" name="Ellipse 55">
            <a:extLst>
              <a:ext uri="{FF2B5EF4-FFF2-40B4-BE49-F238E27FC236}">
                <a16:creationId xmlns:a16="http://schemas.microsoft.com/office/drawing/2014/main" id="{3A3A8687-D9C1-44E5-B282-24B9A24F34A8}"/>
              </a:ext>
            </a:extLst>
          </p:cNvPr>
          <p:cNvSpPr/>
          <p:nvPr/>
        </p:nvSpPr>
        <p:spPr bwMode="auto">
          <a:xfrm flipH="1">
            <a:off x="9836134" y="4295456"/>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7" name="Ellipse 56">
            <a:extLst>
              <a:ext uri="{FF2B5EF4-FFF2-40B4-BE49-F238E27FC236}">
                <a16:creationId xmlns:a16="http://schemas.microsoft.com/office/drawing/2014/main" id="{8A605E82-B7FF-4959-8833-63AA9429833A}"/>
              </a:ext>
            </a:extLst>
          </p:cNvPr>
          <p:cNvSpPr/>
          <p:nvPr/>
        </p:nvSpPr>
        <p:spPr bwMode="auto">
          <a:xfrm flipH="1">
            <a:off x="9945558" y="339837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8" name="Ellipse 57">
            <a:extLst>
              <a:ext uri="{FF2B5EF4-FFF2-40B4-BE49-F238E27FC236}">
                <a16:creationId xmlns:a16="http://schemas.microsoft.com/office/drawing/2014/main" id="{9830EDF1-6043-43E1-A5EE-0ABF4EAC42E0}"/>
              </a:ext>
            </a:extLst>
          </p:cNvPr>
          <p:cNvSpPr/>
          <p:nvPr/>
        </p:nvSpPr>
        <p:spPr bwMode="auto">
          <a:xfrm flipH="1">
            <a:off x="9244669" y="337678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75B8C07E-AA0E-4FB1-9A47-7C8931CC30FB}"/>
              </a:ext>
            </a:extLst>
          </p:cNvPr>
          <p:cNvSpPr/>
          <p:nvPr/>
        </p:nvSpPr>
        <p:spPr bwMode="auto">
          <a:xfrm flipH="1">
            <a:off x="9397069" y="350556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73BDE3F6-5A81-4930-A16A-2D5B367A32F3}"/>
              </a:ext>
            </a:extLst>
          </p:cNvPr>
          <p:cNvSpPr/>
          <p:nvPr/>
        </p:nvSpPr>
        <p:spPr bwMode="auto">
          <a:xfrm flipH="1">
            <a:off x="9549469" y="363434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4" name="Ellipse 73">
            <a:extLst>
              <a:ext uri="{FF2B5EF4-FFF2-40B4-BE49-F238E27FC236}">
                <a16:creationId xmlns:a16="http://schemas.microsoft.com/office/drawing/2014/main" id="{37E6A85C-0E58-417A-A254-F760A2DB4C99}"/>
              </a:ext>
            </a:extLst>
          </p:cNvPr>
          <p:cNvSpPr/>
          <p:nvPr/>
        </p:nvSpPr>
        <p:spPr bwMode="auto">
          <a:xfrm flipH="1">
            <a:off x="9027934" y="304299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6" name="Ellipse 75">
            <a:extLst>
              <a:ext uri="{FF2B5EF4-FFF2-40B4-BE49-F238E27FC236}">
                <a16:creationId xmlns:a16="http://schemas.microsoft.com/office/drawing/2014/main" id="{E70BEDC7-52FF-452E-87E2-C8013961CB53}"/>
              </a:ext>
            </a:extLst>
          </p:cNvPr>
          <p:cNvSpPr/>
          <p:nvPr/>
        </p:nvSpPr>
        <p:spPr bwMode="auto">
          <a:xfrm flipH="1">
            <a:off x="9095523" y="2905444"/>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9" name="Ellipse 78">
            <a:extLst>
              <a:ext uri="{FF2B5EF4-FFF2-40B4-BE49-F238E27FC236}">
                <a16:creationId xmlns:a16="http://schemas.microsoft.com/office/drawing/2014/main" id="{03E93D3D-3AA5-4322-9B88-82912EA489C3}"/>
              </a:ext>
            </a:extLst>
          </p:cNvPr>
          <p:cNvSpPr/>
          <p:nvPr/>
        </p:nvSpPr>
        <p:spPr bwMode="auto">
          <a:xfrm flipH="1">
            <a:off x="9870044" y="2726189"/>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0" name="Ellipse 79">
            <a:extLst>
              <a:ext uri="{FF2B5EF4-FFF2-40B4-BE49-F238E27FC236}">
                <a16:creationId xmlns:a16="http://schemas.microsoft.com/office/drawing/2014/main" id="{D50C5064-FFC2-4148-8258-40B2F6E5F3FE}"/>
              </a:ext>
            </a:extLst>
          </p:cNvPr>
          <p:cNvSpPr/>
          <p:nvPr/>
        </p:nvSpPr>
        <p:spPr bwMode="auto">
          <a:xfrm flipH="1">
            <a:off x="9485134" y="3429327"/>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1" name="Ellipse 80">
            <a:extLst>
              <a:ext uri="{FF2B5EF4-FFF2-40B4-BE49-F238E27FC236}">
                <a16:creationId xmlns:a16="http://schemas.microsoft.com/office/drawing/2014/main" id="{3022CD22-9D08-4A33-8938-E84995FCA91B}"/>
              </a:ext>
            </a:extLst>
          </p:cNvPr>
          <p:cNvSpPr/>
          <p:nvPr/>
        </p:nvSpPr>
        <p:spPr bwMode="auto">
          <a:xfrm flipH="1">
            <a:off x="9637534" y="355810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2" name="Ellipse 81">
            <a:extLst>
              <a:ext uri="{FF2B5EF4-FFF2-40B4-BE49-F238E27FC236}">
                <a16:creationId xmlns:a16="http://schemas.microsoft.com/office/drawing/2014/main" id="{D306E71F-3BC1-418D-8D28-497EB4861DDE}"/>
              </a:ext>
            </a:extLst>
          </p:cNvPr>
          <p:cNvSpPr/>
          <p:nvPr/>
        </p:nvSpPr>
        <p:spPr bwMode="auto">
          <a:xfrm flipH="1">
            <a:off x="9693504" y="3395768"/>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3" name="Ellipse 82">
            <a:extLst>
              <a:ext uri="{FF2B5EF4-FFF2-40B4-BE49-F238E27FC236}">
                <a16:creationId xmlns:a16="http://schemas.microsoft.com/office/drawing/2014/main" id="{AFC1C5EA-6D07-418B-AD9B-928CEBD36011}"/>
              </a:ext>
            </a:extLst>
          </p:cNvPr>
          <p:cNvSpPr/>
          <p:nvPr/>
        </p:nvSpPr>
        <p:spPr bwMode="auto">
          <a:xfrm flipH="1">
            <a:off x="9675200" y="380631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4" name="Ellipse 83">
            <a:extLst>
              <a:ext uri="{FF2B5EF4-FFF2-40B4-BE49-F238E27FC236}">
                <a16:creationId xmlns:a16="http://schemas.microsoft.com/office/drawing/2014/main" id="{B2D9F07F-CDA5-472B-A728-FBC0049492E0}"/>
              </a:ext>
            </a:extLst>
          </p:cNvPr>
          <p:cNvSpPr/>
          <p:nvPr/>
        </p:nvSpPr>
        <p:spPr bwMode="auto">
          <a:xfrm flipH="1">
            <a:off x="10005507" y="3680277"/>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5" name="Ellipse 84">
            <a:extLst>
              <a:ext uri="{FF2B5EF4-FFF2-40B4-BE49-F238E27FC236}">
                <a16:creationId xmlns:a16="http://schemas.microsoft.com/office/drawing/2014/main" id="{FB5B694F-02EC-4B0E-BAB3-B5A4925F1C47}"/>
              </a:ext>
            </a:extLst>
          </p:cNvPr>
          <p:cNvSpPr/>
          <p:nvPr/>
        </p:nvSpPr>
        <p:spPr bwMode="auto">
          <a:xfrm flipH="1">
            <a:off x="9185565" y="440315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3" name="Ellipse 2">
            <a:extLst>
              <a:ext uri="{FF2B5EF4-FFF2-40B4-BE49-F238E27FC236}">
                <a16:creationId xmlns:a16="http://schemas.microsoft.com/office/drawing/2014/main" id="{0B16CB02-1A15-4EAF-9ED8-D22487D12E51}"/>
              </a:ext>
            </a:extLst>
          </p:cNvPr>
          <p:cNvSpPr/>
          <p:nvPr/>
        </p:nvSpPr>
        <p:spPr bwMode="auto">
          <a:xfrm>
            <a:off x="8461318" y="2629618"/>
            <a:ext cx="806209" cy="979402"/>
          </a:xfrm>
          <a:prstGeom prst="ellipse">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sp>
        <p:nvSpPr>
          <p:cNvPr id="86" name="Ellipse 85">
            <a:extLst>
              <a:ext uri="{FF2B5EF4-FFF2-40B4-BE49-F238E27FC236}">
                <a16:creationId xmlns:a16="http://schemas.microsoft.com/office/drawing/2014/main" id="{A18339D4-A0B1-4290-869F-9BFE54A6CF9D}"/>
              </a:ext>
            </a:extLst>
          </p:cNvPr>
          <p:cNvSpPr/>
          <p:nvPr/>
        </p:nvSpPr>
        <p:spPr bwMode="auto">
          <a:xfrm>
            <a:off x="9199451" y="3104726"/>
            <a:ext cx="1952224" cy="900338"/>
          </a:xfrm>
          <a:prstGeom prst="ellipse">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noFill/>
              <a:latin typeface="+mn-lt"/>
              <a:ea typeface="Arial Unicode MS" panose="020B0604020202020204" pitchFamily="34" charset="-128"/>
              <a:cs typeface="Arial Unicode MS" panose="020B0604020202020204" pitchFamily="34" charset="-128"/>
            </a:endParaRPr>
          </a:p>
        </p:txBody>
      </p:sp>
      <p:sp>
        <p:nvSpPr>
          <p:cNvPr id="87" name="Ellipse 86">
            <a:extLst>
              <a:ext uri="{FF2B5EF4-FFF2-40B4-BE49-F238E27FC236}">
                <a16:creationId xmlns:a16="http://schemas.microsoft.com/office/drawing/2014/main" id="{2F9EAB0D-4282-401B-9D02-E2CDCCD7473A}"/>
              </a:ext>
            </a:extLst>
          </p:cNvPr>
          <p:cNvSpPr/>
          <p:nvPr/>
        </p:nvSpPr>
        <p:spPr bwMode="auto">
          <a:xfrm>
            <a:off x="8995969" y="4100475"/>
            <a:ext cx="2468710" cy="541587"/>
          </a:xfrm>
          <a:prstGeom prst="ellipse">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sp>
        <p:nvSpPr>
          <p:cNvPr id="88" name="Ellipse 87">
            <a:extLst>
              <a:ext uri="{FF2B5EF4-FFF2-40B4-BE49-F238E27FC236}">
                <a16:creationId xmlns:a16="http://schemas.microsoft.com/office/drawing/2014/main" id="{E517D062-3B4F-4DD0-816C-FEE5D1965E5D}"/>
              </a:ext>
            </a:extLst>
          </p:cNvPr>
          <p:cNvSpPr/>
          <p:nvPr/>
        </p:nvSpPr>
        <p:spPr bwMode="auto">
          <a:xfrm flipH="1">
            <a:off x="10822592" y="270643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9" name="Ellipse 88">
            <a:extLst>
              <a:ext uri="{FF2B5EF4-FFF2-40B4-BE49-F238E27FC236}">
                <a16:creationId xmlns:a16="http://schemas.microsoft.com/office/drawing/2014/main" id="{0039B075-8BCE-48B3-B157-A524EB26647F}"/>
              </a:ext>
            </a:extLst>
          </p:cNvPr>
          <p:cNvSpPr/>
          <p:nvPr/>
        </p:nvSpPr>
        <p:spPr bwMode="auto">
          <a:xfrm flipH="1">
            <a:off x="10185107" y="282223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90" name="Ellipse 89">
            <a:extLst>
              <a:ext uri="{FF2B5EF4-FFF2-40B4-BE49-F238E27FC236}">
                <a16:creationId xmlns:a16="http://schemas.microsoft.com/office/drawing/2014/main" id="{009C944F-B50A-4A2B-A6D2-7DDDB3A76084}"/>
              </a:ext>
            </a:extLst>
          </p:cNvPr>
          <p:cNvSpPr/>
          <p:nvPr/>
        </p:nvSpPr>
        <p:spPr bwMode="auto">
          <a:xfrm flipH="1">
            <a:off x="10774173" y="1889297"/>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91" name="Ellipse 90">
            <a:extLst>
              <a:ext uri="{FF2B5EF4-FFF2-40B4-BE49-F238E27FC236}">
                <a16:creationId xmlns:a16="http://schemas.microsoft.com/office/drawing/2014/main" id="{E8441992-E60E-497C-8C83-BF1F9AD5FAB6}"/>
              </a:ext>
            </a:extLst>
          </p:cNvPr>
          <p:cNvSpPr/>
          <p:nvPr/>
        </p:nvSpPr>
        <p:spPr bwMode="auto">
          <a:xfrm flipH="1">
            <a:off x="8812315" y="407397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92" name="Textfeld 91">
            <a:extLst>
              <a:ext uri="{FF2B5EF4-FFF2-40B4-BE49-F238E27FC236}">
                <a16:creationId xmlns:a16="http://schemas.microsoft.com/office/drawing/2014/main" id="{E78EF42E-0B4A-4C0F-B5EA-95C581F81271}"/>
              </a:ext>
            </a:extLst>
          </p:cNvPr>
          <p:cNvSpPr txBox="1"/>
          <p:nvPr/>
        </p:nvSpPr>
        <p:spPr>
          <a:xfrm>
            <a:off x="878594" y="5273118"/>
            <a:ext cx="4199803" cy="455574"/>
          </a:xfrm>
          <a:prstGeom prst="rect">
            <a:avLst/>
          </a:prstGeom>
          <a:noFill/>
        </p:spPr>
        <p:txBody>
          <a:bodyPr wrap="square" lIns="0" tIns="0" rIns="0" bIns="0" rtlCol="0">
            <a:spAutoFit/>
          </a:bodyPr>
          <a:lstStyle/>
          <a:p>
            <a:pPr>
              <a:lnSpc>
                <a:spcPct val="110000"/>
              </a:lnSpc>
              <a:spcBef>
                <a:spcPts val="0"/>
              </a:spcBef>
              <a:spcAft>
                <a:spcPts val="0"/>
              </a:spcAft>
            </a:pPr>
            <a:r>
              <a:rPr lang="en-US" sz="1400" dirty="0">
                <a:solidFill>
                  <a:schemeClr val="tx1"/>
                </a:solidFill>
                <a:latin typeface="+mn-lt"/>
                <a:ea typeface="Arial Unicode MS" panose="020B0604020202020204" pitchFamily="34" charset="-128"/>
                <a:cs typeface="Arial Unicode MS" panose="020B0604020202020204" pitchFamily="34" charset="-128"/>
              </a:rPr>
              <a:t>Result: Model to predict Y: </a:t>
            </a:r>
            <a:r>
              <a:rPr lang="en-US" sz="1400" dirty="0">
                <a:solidFill>
                  <a:schemeClr val="tx1"/>
                </a:solidFill>
                <a:ea typeface="Arial Unicode MS" panose="020B0604020202020204" pitchFamily="34" charset="-128"/>
                <a:cs typeface="Arial Unicode MS" panose="020B0604020202020204" pitchFamily="34" charset="-128"/>
              </a:rPr>
              <a:t>Y = f (X1, … , </a:t>
            </a:r>
            <a:r>
              <a:rPr lang="en-US" sz="1400" dirty="0" err="1">
                <a:solidFill>
                  <a:schemeClr val="tx1"/>
                </a:solidFill>
                <a:ea typeface="Arial Unicode MS" panose="020B0604020202020204" pitchFamily="34" charset="-128"/>
                <a:cs typeface="Arial Unicode MS" panose="020B0604020202020204" pitchFamily="34" charset="-128"/>
              </a:rPr>
              <a:t>Xn</a:t>
            </a:r>
            <a:r>
              <a:rPr lang="en-US" sz="1400" dirty="0">
                <a:solidFill>
                  <a:schemeClr val="tx1"/>
                </a:solidFill>
                <a:ea typeface="Arial Unicode MS" panose="020B0604020202020204" pitchFamily="34" charset="-128"/>
                <a:cs typeface="Arial Unicode MS" panose="020B0604020202020204" pitchFamily="34" charset="-128"/>
              </a:rPr>
              <a:t>)</a:t>
            </a:r>
          </a:p>
          <a:p>
            <a:pPr>
              <a:lnSpc>
                <a:spcPct val="110000"/>
              </a:lnSpc>
              <a:spcBef>
                <a:spcPts val="0"/>
              </a:spcBef>
              <a:spcAft>
                <a:spcPts val="0"/>
              </a:spcAft>
            </a:pPr>
            <a:r>
              <a:rPr lang="en-US" sz="1400" dirty="0">
                <a:solidFill>
                  <a:schemeClr val="tx1"/>
                </a:solidFill>
                <a:latin typeface="+mn-lt"/>
                <a:ea typeface="Arial Unicode MS" panose="020B0604020202020204" pitchFamily="34" charset="-128"/>
                <a:cs typeface="Arial Unicode MS" panose="020B0604020202020204" pitchFamily="34" charset="-128"/>
              </a:rPr>
              <a:t>	i.e. for assuring next start is reliable</a:t>
            </a:r>
          </a:p>
        </p:txBody>
      </p:sp>
      <p:sp>
        <p:nvSpPr>
          <p:cNvPr id="93" name="Textfeld 92">
            <a:extLst>
              <a:ext uri="{FF2B5EF4-FFF2-40B4-BE49-F238E27FC236}">
                <a16:creationId xmlns:a16="http://schemas.microsoft.com/office/drawing/2014/main" id="{C55D60EF-3DCE-42D7-B369-F58298D32BE0}"/>
              </a:ext>
            </a:extLst>
          </p:cNvPr>
          <p:cNvSpPr txBox="1"/>
          <p:nvPr/>
        </p:nvSpPr>
        <p:spPr>
          <a:xfrm>
            <a:off x="7690439" y="5273118"/>
            <a:ext cx="4199803" cy="455574"/>
          </a:xfrm>
          <a:prstGeom prst="rect">
            <a:avLst/>
          </a:prstGeom>
          <a:noFill/>
        </p:spPr>
        <p:txBody>
          <a:bodyPr wrap="square" lIns="0" tIns="0" rIns="0" bIns="0" rtlCol="0">
            <a:spAutoFit/>
          </a:bodyPr>
          <a:lstStyle/>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Result: Clusters to group customers in, </a:t>
            </a:r>
            <a:br>
              <a:rPr lang="en-US" sz="1400">
                <a:solidFill>
                  <a:schemeClr val="tx1"/>
                </a:solidFill>
                <a:latin typeface="+mn-lt"/>
                <a:ea typeface="Arial Unicode MS" panose="020B0604020202020204" pitchFamily="34" charset="-128"/>
                <a:cs typeface="Arial Unicode MS" panose="020B0604020202020204" pitchFamily="34" charset="-128"/>
              </a:rPr>
            </a:br>
            <a:r>
              <a:rPr lang="en-US" sz="1400">
                <a:solidFill>
                  <a:schemeClr val="tx1"/>
                </a:solidFill>
                <a:latin typeface="+mn-lt"/>
                <a:ea typeface="Arial Unicode MS" panose="020B0604020202020204" pitchFamily="34" charset="-128"/>
                <a:cs typeface="Arial Unicode MS" panose="020B0604020202020204" pitchFamily="34" charset="-128"/>
              </a:rPr>
              <a:t>	i.e. for targeting advertisement</a:t>
            </a:r>
          </a:p>
        </p:txBody>
      </p:sp>
    </p:spTree>
    <p:extLst>
      <p:ext uri="{BB962C8B-B14F-4D97-AF65-F5344CB8AC3E}">
        <p14:creationId xmlns:p14="http://schemas.microsoft.com/office/powerpoint/2010/main" val="116876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00FC-F6FA-442A-B717-9468BF7A288F}"/>
              </a:ext>
            </a:extLst>
          </p:cNvPr>
          <p:cNvSpPr>
            <a:spLocks noGrp="1"/>
          </p:cNvSpPr>
          <p:nvPr>
            <p:ph type="title"/>
          </p:nvPr>
        </p:nvSpPr>
        <p:spPr/>
        <p:txBody>
          <a:bodyPr/>
          <a:lstStyle/>
          <a:p>
            <a:pPr>
              <a:lnSpc>
                <a:spcPct val="125000"/>
              </a:lnSpc>
            </a:pPr>
            <a:r>
              <a:rPr lang="en-US"/>
              <a:t>Challenges of Machine Learning Application in Our Business</a:t>
            </a:r>
          </a:p>
        </p:txBody>
      </p:sp>
      <p:sp>
        <p:nvSpPr>
          <p:cNvPr id="5" name="Titel 1">
            <a:extLst>
              <a:ext uri="{FF2B5EF4-FFF2-40B4-BE49-F238E27FC236}">
                <a16:creationId xmlns:a16="http://schemas.microsoft.com/office/drawing/2014/main" id="{1C27725D-D437-4821-9504-6CB88F6AD93F}"/>
              </a:ext>
            </a:extLst>
          </p:cNvPr>
          <p:cNvSpPr txBox="1">
            <a:spLocks/>
          </p:cNvSpPr>
          <p:nvPr/>
        </p:nvSpPr>
        <p:spPr bwMode="auto">
          <a:xfrm>
            <a:off x="627113" y="5796000"/>
            <a:ext cx="11088686" cy="396000"/>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800"/>
              <a:t>We still have to learn together in which situations we can extend our knowledge with ML.</a:t>
            </a:r>
          </a:p>
        </p:txBody>
      </p:sp>
      <p:grpSp>
        <p:nvGrpSpPr>
          <p:cNvPr id="6" name="Gruppieren 5">
            <a:extLst>
              <a:ext uri="{FF2B5EF4-FFF2-40B4-BE49-F238E27FC236}">
                <a16:creationId xmlns:a16="http://schemas.microsoft.com/office/drawing/2014/main" id="{C23AB45D-50E2-4430-9888-DD5A9940E685}"/>
              </a:ext>
            </a:extLst>
          </p:cNvPr>
          <p:cNvGrpSpPr/>
          <p:nvPr/>
        </p:nvGrpSpPr>
        <p:grpSpPr>
          <a:xfrm>
            <a:off x="487645" y="1662255"/>
            <a:ext cx="5467468" cy="4439583"/>
            <a:chOff x="6243638" y="1662255"/>
            <a:chExt cx="5467468" cy="4439583"/>
          </a:xfrm>
        </p:grpSpPr>
        <p:grpSp>
          <p:nvGrpSpPr>
            <p:cNvPr id="3" name="Gruppieren 2">
              <a:extLst>
                <a:ext uri="{FF2B5EF4-FFF2-40B4-BE49-F238E27FC236}">
                  <a16:creationId xmlns:a16="http://schemas.microsoft.com/office/drawing/2014/main" id="{3917EA90-3AC8-413A-B654-6CEA6FE8FAFE}"/>
                </a:ext>
              </a:extLst>
            </p:cNvPr>
            <p:cNvGrpSpPr/>
            <p:nvPr/>
          </p:nvGrpSpPr>
          <p:grpSpPr>
            <a:xfrm>
              <a:off x="6383106" y="1662255"/>
              <a:ext cx="5328000" cy="3977952"/>
              <a:chOff x="6383106" y="1662255"/>
              <a:chExt cx="5328000" cy="3977952"/>
            </a:xfrm>
          </p:grpSpPr>
          <p:grpSp>
            <p:nvGrpSpPr>
              <p:cNvPr id="15" name="Gruppieren 14">
                <a:extLst>
                  <a:ext uri="{FF2B5EF4-FFF2-40B4-BE49-F238E27FC236}">
                    <a16:creationId xmlns:a16="http://schemas.microsoft.com/office/drawing/2014/main" id="{F4B8FF6A-C0B3-4FB7-941F-D5825247317C}"/>
                  </a:ext>
                </a:extLst>
              </p:cNvPr>
              <p:cNvGrpSpPr/>
              <p:nvPr/>
            </p:nvGrpSpPr>
            <p:grpSpPr>
              <a:xfrm>
                <a:off x="6383106" y="1662255"/>
                <a:ext cx="5328000" cy="3977952"/>
                <a:chOff x="627063" y="2826270"/>
                <a:chExt cx="11088685" cy="2016002"/>
              </a:xfrm>
            </p:grpSpPr>
            <p:sp>
              <p:nvSpPr>
                <p:cNvPr id="16" name="Rechteck 15">
                  <a:extLst>
                    <a:ext uri="{FF2B5EF4-FFF2-40B4-BE49-F238E27FC236}">
                      <a16:creationId xmlns:a16="http://schemas.microsoft.com/office/drawing/2014/main" id="{E446252E-1AF3-464D-B68B-62212512A01D}"/>
                    </a:ext>
                  </a:extLst>
                </p:cNvPr>
                <p:cNvSpPr/>
                <p:nvPr/>
              </p:nvSpPr>
              <p:spPr bwMode="auto">
                <a:xfrm>
                  <a:off x="627063" y="2826272"/>
                  <a:ext cx="11088685" cy="2016000"/>
                </a:xfrm>
                <a:prstGeom prst="rect">
                  <a:avLst/>
                </a:prstGeom>
                <a:solidFill>
                  <a:schemeClr val="bg1"/>
                </a:solidFill>
                <a:ln>
                  <a:solidFill>
                    <a:schemeClr val="accent1"/>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t">
                  <a:normAutofit/>
                </a:bodyPr>
                <a:lstStyle/>
                <a:p>
                  <a:pPr marL="285750" indent="-285750">
                    <a:spcBef>
                      <a:spcPts val="600"/>
                    </a:spcBef>
                    <a:buFont typeface="Arial" panose="020B0604020202020204" pitchFamily="34" charset="0"/>
                    <a:buChar char="•"/>
                  </a:pPr>
                  <a:endParaRPr lang="en-US" sz="1600" dirty="0">
                    <a:solidFill>
                      <a:schemeClr val="tx1"/>
                    </a:solidFill>
                  </a:endParaRPr>
                </a:p>
                <a:p>
                  <a:pPr>
                    <a:spcBef>
                      <a:spcPts val="600"/>
                    </a:spcBef>
                  </a:pPr>
                  <a:endParaRPr lang="en-US" sz="1600" dirty="0">
                    <a:solidFill>
                      <a:schemeClr val="tx1"/>
                    </a:solidFill>
                  </a:endParaRPr>
                </a:p>
                <a:p>
                  <a:pPr>
                    <a:spcBef>
                      <a:spcPts val="600"/>
                    </a:spcBef>
                  </a:pPr>
                  <a:endParaRPr lang="en-US" sz="200" dirty="0">
                    <a:solidFill>
                      <a:schemeClr val="tx1"/>
                    </a:solidFill>
                  </a:endParaRPr>
                </a:p>
                <a:p>
                  <a:pPr marL="285750" indent="-285750">
                    <a:lnSpc>
                      <a:spcPct val="100000"/>
                    </a:lnSpc>
                    <a:buFont typeface="Arial" panose="020B0604020202020204" pitchFamily="34" charset="0"/>
                    <a:buChar char="•"/>
                  </a:pPr>
                  <a:r>
                    <a:rPr lang="en-US" sz="1400" dirty="0">
                      <a:solidFill>
                        <a:schemeClr val="tx1"/>
                      </a:solidFill>
                    </a:rPr>
                    <a:t>Little knowledge about consumer.</a:t>
                  </a:r>
                </a:p>
                <a:p>
                  <a:pPr marL="285750" indent="-285750">
                    <a:lnSpc>
                      <a:spcPct val="100000"/>
                    </a:lnSpc>
                    <a:buFont typeface="Arial" panose="020B0604020202020204" pitchFamily="34" charset="0"/>
                    <a:buChar char="•"/>
                  </a:pPr>
                  <a:r>
                    <a:rPr lang="en-US" sz="1400" dirty="0">
                      <a:solidFill>
                        <a:schemeClr val="tx1"/>
                      </a:solidFill>
                    </a:rPr>
                    <a:t>Users can be tracked very closely.</a:t>
                  </a:r>
                </a:p>
                <a:p>
                  <a:pPr algn="ctr">
                    <a:lnSpc>
                      <a:spcPct val="110000"/>
                    </a:lnSpc>
                    <a:spcBef>
                      <a:spcPct val="0"/>
                    </a:spcBef>
                  </a:pPr>
                  <a:endParaRPr lang="de-DE" sz="1200" b="1" dirty="0">
                    <a:solidFill>
                      <a:schemeClr val="tx1"/>
                    </a:solidFill>
                    <a:ea typeface="Arial Unicode MS" panose="020B0604020202020204" pitchFamily="34" charset="-128"/>
                  </a:endParaRPr>
                </a:p>
              </p:txBody>
            </p:sp>
            <p:sp>
              <p:nvSpPr>
                <p:cNvPr id="17" name="Rechteck 16">
                  <a:extLst>
                    <a:ext uri="{FF2B5EF4-FFF2-40B4-BE49-F238E27FC236}">
                      <a16:creationId xmlns:a16="http://schemas.microsoft.com/office/drawing/2014/main" id="{BC37B771-14D1-4729-960B-C96CBE644CD2}"/>
                    </a:ext>
                  </a:extLst>
                </p:cNvPr>
                <p:cNvSpPr/>
                <p:nvPr/>
              </p:nvSpPr>
              <p:spPr bwMode="auto">
                <a:xfrm>
                  <a:off x="627063" y="2826270"/>
                  <a:ext cx="11088685" cy="360000"/>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pPr>
                  <a:r>
                    <a:rPr lang="en-US" b="1">
                      <a:solidFill>
                        <a:schemeClr val="tx1"/>
                      </a:solidFill>
                      <a:latin typeface="+mn-lt"/>
                      <a:ea typeface="Arial Unicode MS" panose="020B0604020202020204" pitchFamily="34" charset="-128"/>
                    </a:rPr>
                    <a:t>Consumer Data Analysis</a:t>
                  </a:r>
                </a:p>
              </p:txBody>
            </p:sp>
          </p:grpSp>
          <p:pic>
            <p:nvPicPr>
              <p:cNvPr id="21" name="Grafik 20">
                <a:extLst>
                  <a:ext uri="{FF2B5EF4-FFF2-40B4-BE49-F238E27FC236}">
                    <a16:creationId xmlns:a16="http://schemas.microsoft.com/office/drawing/2014/main" id="{D7E5AD94-6FB7-4E01-8245-ABF2F1AF6D4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645109" y="3374542"/>
                <a:ext cx="1036016" cy="1036016"/>
              </a:xfrm>
              <a:prstGeom prst="rect">
                <a:avLst/>
              </a:prstGeom>
            </p:spPr>
          </p:pic>
        </p:grpSp>
        <p:pic>
          <p:nvPicPr>
            <p:cNvPr id="23" name="Grafik 22">
              <a:extLst>
                <a:ext uri="{FF2B5EF4-FFF2-40B4-BE49-F238E27FC236}">
                  <a16:creationId xmlns:a16="http://schemas.microsoft.com/office/drawing/2014/main" id="{2D076AE8-C433-484C-94B3-A3E767F8A8A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45944" y="3984011"/>
              <a:ext cx="2117827" cy="2117827"/>
            </a:xfrm>
            <a:prstGeom prst="rect">
              <a:avLst/>
            </a:prstGeom>
          </p:spPr>
        </p:pic>
        <p:pic>
          <p:nvPicPr>
            <p:cNvPr id="25" name="Grafik 24">
              <a:extLst>
                <a:ext uri="{FF2B5EF4-FFF2-40B4-BE49-F238E27FC236}">
                  <a16:creationId xmlns:a16="http://schemas.microsoft.com/office/drawing/2014/main" id="{F14E949D-09B0-48C1-8D92-0B008909666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43638" y="3344988"/>
              <a:ext cx="2545927" cy="2545927"/>
            </a:xfrm>
            <a:prstGeom prst="rect">
              <a:avLst/>
            </a:prstGeom>
          </p:spPr>
        </p:pic>
      </p:grpSp>
      <p:grpSp>
        <p:nvGrpSpPr>
          <p:cNvPr id="7" name="Gruppieren 6">
            <a:extLst>
              <a:ext uri="{FF2B5EF4-FFF2-40B4-BE49-F238E27FC236}">
                <a16:creationId xmlns:a16="http://schemas.microsoft.com/office/drawing/2014/main" id="{0EF300EE-5C12-4F81-9802-6D601D1D9B68}"/>
              </a:ext>
            </a:extLst>
          </p:cNvPr>
          <p:cNvGrpSpPr/>
          <p:nvPr/>
        </p:nvGrpSpPr>
        <p:grpSpPr>
          <a:xfrm>
            <a:off x="6389955" y="1662255"/>
            <a:ext cx="5328000" cy="3977957"/>
            <a:chOff x="6389955" y="1653390"/>
            <a:chExt cx="5328000" cy="3977957"/>
          </a:xfrm>
        </p:grpSpPr>
        <p:grpSp>
          <p:nvGrpSpPr>
            <p:cNvPr id="4" name="Gruppieren 3">
              <a:extLst>
                <a:ext uri="{FF2B5EF4-FFF2-40B4-BE49-F238E27FC236}">
                  <a16:creationId xmlns:a16="http://schemas.microsoft.com/office/drawing/2014/main" id="{BD5B835A-FC4F-4401-9970-87D91C2C8FCA}"/>
                </a:ext>
              </a:extLst>
            </p:cNvPr>
            <p:cNvGrpSpPr/>
            <p:nvPr/>
          </p:nvGrpSpPr>
          <p:grpSpPr>
            <a:xfrm>
              <a:off x="6389955" y="1653390"/>
              <a:ext cx="5328000" cy="3977957"/>
              <a:chOff x="627063" y="2826270"/>
              <a:chExt cx="11106065" cy="2016002"/>
            </a:xfrm>
          </p:grpSpPr>
          <p:sp>
            <p:nvSpPr>
              <p:cNvPr id="11" name="Rechteck 10">
                <a:extLst>
                  <a:ext uri="{FF2B5EF4-FFF2-40B4-BE49-F238E27FC236}">
                    <a16:creationId xmlns:a16="http://schemas.microsoft.com/office/drawing/2014/main" id="{C67B9CE3-A83A-4E32-95E8-559D50F30E19}"/>
                  </a:ext>
                </a:extLst>
              </p:cNvPr>
              <p:cNvSpPr/>
              <p:nvPr/>
            </p:nvSpPr>
            <p:spPr bwMode="auto">
              <a:xfrm>
                <a:off x="627063" y="2826272"/>
                <a:ext cx="11106065" cy="2016000"/>
              </a:xfrm>
              <a:prstGeom prst="rect">
                <a:avLst/>
              </a:prstGeom>
              <a:solidFill>
                <a:schemeClr val="bg1"/>
              </a:solidFill>
              <a:ln>
                <a:solidFill>
                  <a:schemeClr val="accent1"/>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t">
                <a:normAutofit/>
              </a:bodyPr>
              <a:lstStyle/>
              <a:p>
                <a:pPr marL="285750" indent="-285750">
                  <a:spcBef>
                    <a:spcPts val="600"/>
                  </a:spcBef>
                  <a:buFont typeface="Arial" panose="020B0604020202020204" pitchFamily="34" charset="0"/>
                  <a:buChar char="•"/>
                </a:pPr>
                <a:endParaRPr lang="en-US" sz="1600" dirty="0">
                  <a:solidFill>
                    <a:schemeClr val="tx1"/>
                  </a:solidFill>
                </a:endParaRPr>
              </a:p>
              <a:p>
                <a:pPr>
                  <a:spcBef>
                    <a:spcPts val="600"/>
                  </a:spcBef>
                </a:pPr>
                <a:endParaRPr lang="en-US" sz="1600" dirty="0">
                  <a:solidFill>
                    <a:schemeClr val="tx1"/>
                  </a:solidFill>
                </a:endParaRPr>
              </a:p>
              <a:p>
                <a:pPr marL="285750" indent="-285750">
                  <a:spcBef>
                    <a:spcPts val="600"/>
                  </a:spcBef>
                  <a:buFont typeface="Arial" panose="020B0604020202020204" pitchFamily="34" charset="0"/>
                  <a:buChar char="•"/>
                </a:pPr>
                <a:endParaRPr lang="en-US" sz="200" dirty="0">
                  <a:solidFill>
                    <a:schemeClr val="tx1"/>
                  </a:solidFill>
                </a:endParaRPr>
              </a:p>
              <a:p>
                <a:pPr marL="285750" indent="-285750">
                  <a:spcBef>
                    <a:spcPts val="600"/>
                  </a:spcBef>
                  <a:buFont typeface="Arial" panose="020B0604020202020204" pitchFamily="34" charset="0"/>
                  <a:buChar char="•"/>
                </a:pPr>
                <a:r>
                  <a:rPr lang="en-US" sz="1400" dirty="0">
                    <a:solidFill>
                      <a:schemeClr val="tx1"/>
                    </a:solidFill>
                  </a:rPr>
                  <a:t>Starting from deep understanding -&gt; very difficult to add value on top.</a:t>
                </a:r>
              </a:p>
              <a:p>
                <a:pPr marL="285750" indent="-285750">
                  <a:spcBef>
                    <a:spcPts val="600"/>
                  </a:spcBef>
                  <a:buFont typeface="Arial" panose="020B0604020202020204" pitchFamily="34" charset="0"/>
                  <a:buChar char="•"/>
                </a:pPr>
                <a:r>
                  <a:rPr lang="en-US" sz="1400" dirty="0">
                    <a:solidFill>
                      <a:schemeClr val="tx1"/>
                    </a:solidFill>
                  </a:rPr>
                  <a:t>Limited number of engines + change in time, operating conditions, ambient conditions.</a:t>
                </a:r>
              </a:p>
              <a:p>
                <a:pPr marL="285750" indent="-285750">
                  <a:spcBef>
                    <a:spcPts val="600"/>
                  </a:spcBef>
                  <a:buFont typeface="Arial" panose="020B0604020202020204" pitchFamily="34" charset="0"/>
                  <a:buChar char="•"/>
                </a:pPr>
                <a:r>
                  <a:rPr lang="en-US" sz="1400" dirty="0">
                    <a:solidFill>
                      <a:schemeClr val="tx1"/>
                    </a:solidFill>
                  </a:rPr>
                  <a:t>ML tools work best when “output data” exists (“supervised” vs. “unsupervised” learning).</a:t>
                </a:r>
              </a:p>
              <a:p>
                <a:pPr algn="ctr">
                  <a:lnSpc>
                    <a:spcPct val="110000"/>
                  </a:lnSpc>
                  <a:spcBef>
                    <a:spcPct val="0"/>
                  </a:spcBef>
                </a:pPr>
                <a:endParaRPr lang="de-DE" sz="1200" b="1" dirty="0">
                  <a:solidFill>
                    <a:schemeClr val="tx1"/>
                  </a:solidFill>
                  <a:ea typeface="Arial Unicode MS" panose="020B0604020202020204" pitchFamily="34" charset="-128"/>
                </a:endParaRPr>
              </a:p>
            </p:txBody>
          </p:sp>
          <p:sp>
            <p:nvSpPr>
              <p:cNvPr id="12" name="Rechteck 11">
                <a:extLst>
                  <a:ext uri="{FF2B5EF4-FFF2-40B4-BE49-F238E27FC236}">
                    <a16:creationId xmlns:a16="http://schemas.microsoft.com/office/drawing/2014/main" id="{86CD7FE6-6492-45BC-87FA-D77CE9BC8328}"/>
                  </a:ext>
                </a:extLst>
              </p:cNvPr>
              <p:cNvSpPr/>
              <p:nvPr/>
            </p:nvSpPr>
            <p:spPr bwMode="auto">
              <a:xfrm>
                <a:off x="627063" y="2826270"/>
                <a:ext cx="11088685" cy="360000"/>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pPr>
                <a:r>
                  <a:rPr lang="en-US" b="1">
                    <a:solidFill>
                      <a:schemeClr val="tx1"/>
                    </a:solidFill>
                    <a:latin typeface="+mn-lt"/>
                    <a:ea typeface="Arial Unicode MS" panose="020B0604020202020204" pitchFamily="34" charset="-128"/>
                  </a:rPr>
                  <a:t>Turbine Data Analysis</a:t>
                </a:r>
              </a:p>
            </p:txBody>
          </p:sp>
        </p:grpSp>
        <p:pic>
          <p:nvPicPr>
            <p:cNvPr id="13" name="Grafik 12">
              <a:extLst>
                <a:ext uri="{FF2B5EF4-FFF2-40B4-BE49-F238E27FC236}">
                  <a16:creationId xmlns:a16="http://schemas.microsoft.com/office/drawing/2014/main" id="{F2BFE579-6F31-42FE-8A39-EB2471E668FB}"/>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3299"/>
            <a:stretch/>
          </p:blipFill>
          <p:spPr>
            <a:xfrm>
              <a:off x="7035279" y="4000787"/>
              <a:ext cx="4029014" cy="1508274"/>
            </a:xfrm>
            <a:prstGeom prst="rect">
              <a:avLst/>
            </a:prstGeom>
          </p:spPr>
        </p:pic>
      </p:grpSp>
    </p:spTree>
    <p:extLst>
      <p:ext uri="{BB962C8B-B14F-4D97-AF65-F5344CB8AC3E}">
        <p14:creationId xmlns:p14="http://schemas.microsoft.com/office/powerpoint/2010/main" val="1557024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EF2A4A96-24E3-433B-BB3A-3E871B7EA7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18257" y="4385916"/>
            <a:ext cx="3991944" cy="1779388"/>
          </a:xfrm>
          <a:prstGeom prst="rect">
            <a:avLst/>
          </a:prstGeom>
        </p:spPr>
      </p:pic>
      <p:sp>
        <p:nvSpPr>
          <p:cNvPr id="12" name="Rechteck 11"/>
          <p:cNvSpPr/>
          <p:nvPr/>
        </p:nvSpPr>
        <p:spPr bwMode="auto">
          <a:xfrm>
            <a:off x="644577" y="4149081"/>
            <a:ext cx="5094558" cy="2088232"/>
          </a:xfrm>
          <a:prstGeom prst="rect">
            <a:avLst/>
          </a:prstGeom>
          <a:noFill/>
          <a:ln w="12700">
            <a:solidFill>
              <a:schemeClr val="accent2"/>
            </a:solidFill>
            <a:prstDash val="sysDash"/>
            <a:miter lim="800000"/>
            <a:headEnd/>
            <a:tailEnd/>
          </a:ln>
          <a:effectLst/>
        </p:spPr>
        <p:txBody>
          <a:bodyPr wrap="square" lIns="108000" tIns="54000" rIns="108000" bIns="54000" numCol="1" spcCol="72000" rtlCol="0" anchor="t" anchorCtr="0">
            <a:noAutofit/>
          </a:bodyPr>
          <a:lstStyle/>
          <a:p>
            <a:pPr marL="180975" indent="-180975">
              <a:spcBef>
                <a:spcPts val="0"/>
              </a:spcBef>
              <a:spcAft>
                <a:spcPts val="0"/>
              </a:spcAft>
              <a:buFont typeface="Arial" panose="020B0604020202020204" pitchFamily="34" charset="0"/>
              <a:buChar char="•"/>
            </a:pPr>
            <a:endParaRPr lang="en-US" sz="1200">
              <a:solidFill>
                <a:schemeClr val="tx1"/>
              </a:solidFill>
              <a:ea typeface="Times New Roman"/>
              <a:cs typeface="Times New Roman"/>
            </a:endParaRPr>
          </a:p>
        </p:txBody>
      </p:sp>
      <p:graphicFrame>
        <p:nvGraphicFramePr>
          <p:cNvPr id="8" name="Objekt 7"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5" imgW="270" imgH="270" progId="TCLayout.ActiveDocument.1">
                  <p:embed/>
                </p:oleObj>
              </mc:Choice>
              <mc:Fallback>
                <p:oleObj name="think-cell Folie" r:id="rId5" imgW="270" imgH="270" progId="TCLayout.ActiveDocument.1">
                  <p:embed/>
                  <p:pic>
                    <p:nvPicPr>
                      <p:cNvPr id="8" name="Objekt 7"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el 1"/>
          <p:cNvSpPr>
            <a:spLocks noGrp="1"/>
          </p:cNvSpPr>
          <p:nvPr>
            <p:ph type="title"/>
          </p:nvPr>
        </p:nvSpPr>
        <p:spPr/>
        <p:txBody>
          <a:bodyPr/>
          <a:lstStyle/>
          <a:p>
            <a:r>
              <a:rPr lang="en-US" dirty="0"/>
              <a:t>ML Application Example: Compressor Icing Monitoring </a:t>
            </a:r>
            <a:br>
              <a:rPr lang="en-US" dirty="0"/>
            </a:br>
            <a:r>
              <a:rPr lang="en-US" dirty="0"/>
              <a:t>Lead: Stephan </a:t>
            </a:r>
            <a:r>
              <a:rPr lang="en-US" dirty="0" err="1"/>
              <a:t>Klumpp</a:t>
            </a:r>
            <a:br>
              <a:rPr lang="en-US" dirty="0"/>
            </a:br>
            <a:br>
              <a:rPr lang="en-US" dirty="0"/>
            </a:br>
            <a:br>
              <a:rPr lang="en-US" dirty="0"/>
            </a:br>
            <a:br>
              <a:rPr lang="en-US" dirty="0"/>
            </a:br>
            <a:endParaRPr lang="en-US" dirty="0"/>
          </a:p>
        </p:txBody>
      </p:sp>
      <p:sp>
        <p:nvSpPr>
          <p:cNvPr id="6" name="Rechteck 5"/>
          <p:cNvSpPr/>
          <p:nvPr/>
        </p:nvSpPr>
        <p:spPr bwMode="auto">
          <a:xfrm>
            <a:off x="651635" y="1268760"/>
            <a:ext cx="5087787" cy="360000"/>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buFont typeface="Wingdings" charset="0"/>
              <a:buNone/>
            </a:pPr>
            <a:r>
              <a:rPr lang="en-US" sz="1500" b="1">
                <a:solidFill>
                  <a:srgbClr val="000000"/>
                </a:solidFill>
              </a:rPr>
              <a:t>Initial situation &amp; Problem</a:t>
            </a:r>
          </a:p>
        </p:txBody>
      </p:sp>
      <p:sp>
        <p:nvSpPr>
          <p:cNvPr id="7" name="Rechteck 6"/>
          <p:cNvSpPr/>
          <p:nvPr/>
        </p:nvSpPr>
        <p:spPr bwMode="auto">
          <a:xfrm>
            <a:off x="644577" y="1683639"/>
            <a:ext cx="5094558" cy="1843147"/>
          </a:xfrm>
          <a:prstGeom prst="rect">
            <a:avLst/>
          </a:prstGeom>
          <a:noFill/>
          <a:ln w="12700">
            <a:solidFill>
              <a:schemeClr val="accent2"/>
            </a:solidFill>
            <a:prstDash val="sysDash"/>
            <a:miter lim="800000"/>
            <a:headEnd/>
            <a:tailEnd/>
          </a:ln>
          <a:effectLst/>
        </p:spPr>
        <p:txBody>
          <a:bodyPr wrap="square" lIns="108000" tIns="54000" rIns="108000" bIns="54000" numCol="1" spcCol="72000" rtlCol="0" anchor="t" anchorCtr="0">
            <a:noAutofit/>
          </a:bodyPr>
          <a:lstStyle/>
          <a:p>
            <a:pPr>
              <a:spcBef>
                <a:spcPts val="0"/>
              </a:spcBef>
              <a:spcAft>
                <a:spcPts val="0"/>
              </a:spcAft>
            </a:pPr>
            <a:endParaRPr lang="en-US" sz="1200">
              <a:solidFill>
                <a:schemeClr val="tx1"/>
              </a:solidFill>
              <a:ea typeface="Times New Roman"/>
              <a:cs typeface="Times New Roman"/>
            </a:endParaRPr>
          </a:p>
        </p:txBody>
      </p:sp>
      <p:sp>
        <p:nvSpPr>
          <p:cNvPr id="11" name="Rechteck 10"/>
          <p:cNvSpPr/>
          <p:nvPr/>
        </p:nvSpPr>
        <p:spPr bwMode="auto">
          <a:xfrm>
            <a:off x="651635" y="3717032"/>
            <a:ext cx="5087787" cy="360000"/>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buFont typeface="Wingdings" charset="0"/>
              <a:buNone/>
            </a:pPr>
            <a:r>
              <a:rPr lang="en-US" sz="1500" b="1">
                <a:solidFill>
                  <a:srgbClr val="000000"/>
                </a:solidFill>
              </a:rPr>
              <a:t>Solution</a:t>
            </a:r>
          </a:p>
        </p:txBody>
      </p:sp>
      <p:sp>
        <p:nvSpPr>
          <p:cNvPr id="13" name="Rechteck 12"/>
          <p:cNvSpPr/>
          <p:nvPr/>
        </p:nvSpPr>
        <p:spPr bwMode="auto">
          <a:xfrm>
            <a:off x="6267972" y="3717072"/>
            <a:ext cx="5087787" cy="360000"/>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buFont typeface="Wingdings" charset="0"/>
              <a:buNone/>
            </a:pPr>
            <a:r>
              <a:rPr lang="en-US" sz="1500" b="1">
                <a:solidFill>
                  <a:srgbClr val="000000"/>
                </a:solidFill>
              </a:rPr>
              <a:t>Benefits</a:t>
            </a:r>
          </a:p>
        </p:txBody>
      </p:sp>
      <p:sp>
        <p:nvSpPr>
          <p:cNvPr id="17" name="Rechteck 16"/>
          <p:cNvSpPr/>
          <p:nvPr/>
        </p:nvSpPr>
        <p:spPr bwMode="auto">
          <a:xfrm>
            <a:off x="6263780" y="1268760"/>
            <a:ext cx="5087787" cy="360000"/>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buFont typeface="Wingdings" charset="0"/>
              <a:buNone/>
            </a:pPr>
            <a:r>
              <a:rPr lang="de-DE" sz="1500" b="1">
                <a:solidFill>
                  <a:srgbClr val="000000"/>
                </a:solidFill>
              </a:rPr>
              <a:t>Approach</a:t>
            </a:r>
            <a:endParaRPr lang="en-US" sz="1500" b="1">
              <a:solidFill>
                <a:srgbClr val="000000"/>
              </a:solidFill>
            </a:endParaRPr>
          </a:p>
        </p:txBody>
      </p:sp>
      <p:sp>
        <p:nvSpPr>
          <p:cNvPr id="19" name="Rechteck 18"/>
          <p:cNvSpPr/>
          <p:nvPr/>
        </p:nvSpPr>
        <p:spPr bwMode="auto">
          <a:xfrm>
            <a:off x="6256722" y="1683639"/>
            <a:ext cx="5094558" cy="1828897"/>
          </a:xfrm>
          <a:prstGeom prst="rect">
            <a:avLst/>
          </a:prstGeom>
          <a:noFill/>
          <a:ln w="12700">
            <a:solidFill>
              <a:schemeClr val="accent2"/>
            </a:solidFill>
            <a:prstDash val="sysDash"/>
            <a:miter lim="800000"/>
            <a:headEnd/>
            <a:tailEnd/>
          </a:ln>
          <a:effectLst/>
        </p:spPr>
        <p:txBody>
          <a:bodyPr wrap="square" lIns="108000" tIns="54000" rIns="108000" bIns="54000" numCol="1" spcCol="72000" rtlCol="0" anchor="t" anchorCtr="0">
            <a:noAutofit/>
          </a:bodyPr>
          <a:lstStyle/>
          <a:p>
            <a:pPr>
              <a:spcBef>
                <a:spcPts val="0"/>
              </a:spcBef>
              <a:spcAft>
                <a:spcPts val="0"/>
              </a:spcAft>
            </a:pPr>
            <a:endParaRPr lang="en-US" sz="1200">
              <a:solidFill>
                <a:schemeClr val="tx1"/>
              </a:solidFill>
            </a:endParaRPr>
          </a:p>
        </p:txBody>
      </p:sp>
      <p:sp>
        <p:nvSpPr>
          <p:cNvPr id="33" name="Rechteck 32">
            <a:extLst>
              <a:ext uri="{FF2B5EF4-FFF2-40B4-BE49-F238E27FC236}">
                <a16:creationId xmlns:a16="http://schemas.microsoft.com/office/drawing/2014/main" id="{CED2D4B2-B904-48F6-B9C5-F641E3A70F32}"/>
              </a:ext>
            </a:extLst>
          </p:cNvPr>
          <p:cNvSpPr/>
          <p:nvPr/>
        </p:nvSpPr>
        <p:spPr bwMode="auto">
          <a:xfrm>
            <a:off x="6256722" y="4149082"/>
            <a:ext cx="5094558" cy="2088230"/>
          </a:xfrm>
          <a:prstGeom prst="rect">
            <a:avLst/>
          </a:prstGeom>
          <a:noFill/>
          <a:ln w="12700">
            <a:solidFill>
              <a:schemeClr val="accent2"/>
            </a:solidFill>
            <a:prstDash val="sysDash"/>
            <a:miter lim="800000"/>
            <a:headEnd/>
            <a:tailEnd/>
          </a:ln>
          <a:effectLst/>
        </p:spPr>
        <p:txBody>
          <a:bodyPr wrap="square" lIns="108000" tIns="54000" rIns="108000" bIns="54000" numCol="1" spcCol="72000" rtlCol="0" anchor="t" anchorCtr="0">
            <a:noAutofit/>
          </a:bodyPr>
          <a:lstStyle/>
          <a:p>
            <a:pPr>
              <a:spcBef>
                <a:spcPts val="0"/>
              </a:spcBef>
              <a:spcAft>
                <a:spcPts val="0"/>
              </a:spcAft>
            </a:pPr>
            <a:endParaRPr lang="en-US" sz="1200">
              <a:solidFill>
                <a:schemeClr val="tx1"/>
              </a:solidFill>
            </a:endParaRPr>
          </a:p>
        </p:txBody>
      </p:sp>
      <p:sp>
        <p:nvSpPr>
          <p:cNvPr id="3" name="Textfeld 2">
            <a:extLst>
              <a:ext uri="{FF2B5EF4-FFF2-40B4-BE49-F238E27FC236}">
                <a16:creationId xmlns:a16="http://schemas.microsoft.com/office/drawing/2014/main" id="{83E0D79D-5366-4D55-82A2-225C1FA49088}"/>
              </a:ext>
            </a:extLst>
          </p:cNvPr>
          <p:cNvSpPr txBox="1"/>
          <p:nvPr/>
        </p:nvSpPr>
        <p:spPr>
          <a:xfrm>
            <a:off x="651635" y="1700039"/>
            <a:ext cx="5087500" cy="1812497"/>
          </a:xfrm>
          <a:prstGeom prst="rect">
            <a:avLst/>
          </a:prstGeom>
          <a:noFill/>
        </p:spPr>
        <p:txBody>
          <a:bodyPr wrap="square" lIns="0" tIns="0" rIns="0" bIns="0" rtlCol="0">
            <a:noAutofit/>
          </a:bodyPr>
          <a:lstStyle/>
          <a:p>
            <a:pPr marL="285750" indent="-285750">
              <a:spcBef>
                <a:spcPts val="0"/>
              </a:spcBef>
              <a:buFont typeface="Wingdings" panose="05000000000000000000" pitchFamily="2" charset="2"/>
              <a:buChar char="Ø"/>
            </a:pPr>
            <a:r>
              <a:rPr lang="en-US" sz="1400">
                <a:solidFill>
                  <a:schemeClr val="tx1"/>
                </a:solidFill>
              </a:rPr>
              <a:t>During GT Tests installed cameras “see” how much ice occurs on compressor blades</a:t>
            </a:r>
          </a:p>
          <a:p>
            <a:pPr marL="285750" indent="-285750">
              <a:spcBef>
                <a:spcPts val="0"/>
              </a:spcBef>
              <a:buFont typeface="Wingdings" panose="05000000000000000000" pitchFamily="2" charset="2"/>
              <a:buChar char="Ø"/>
            </a:pPr>
            <a:r>
              <a:rPr lang="en-US" sz="1400">
                <a:solidFill>
                  <a:schemeClr val="tx1"/>
                </a:solidFill>
              </a:rPr>
              <a:t>Someone has to watch ours of video  </a:t>
            </a:r>
          </a:p>
          <a:p>
            <a:pPr>
              <a:lnSpc>
                <a:spcPct val="110000"/>
              </a:lnSpc>
              <a:spcBef>
                <a:spcPts val="0"/>
              </a:spcBef>
            </a:pPr>
            <a:endParaRPr lang="de-DE" sz="1400">
              <a:solidFill>
                <a:schemeClr val="tx1"/>
              </a:solidFill>
              <a:latin typeface="+mn-lt"/>
              <a:ea typeface="Arial Unicode MS" panose="020B0604020202020204" pitchFamily="34" charset="-128"/>
              <a:cs typeface="Arial Unicode MS" panose="020B0604020202020204" pitchFamily="34" charset="-128"/>
            </a:endParaRPr>
          </a:p>
        </p:txBody>
      </p:sp>
      <p:sp>
        <p:nvSpPr>
          <p:cNvPr id="4" name="Textfeld 3">
            <a:extLst>
              <a:ext uri="{FF2B5EF4-FFF2-40B4-BE49-F238E27FC236}">
                <a16:creationId xmlns:a16="http://schemas.microsoft.com/office/drawing/2014/main" id="{819C13AD-34C7-4A20-B638-545CD4E121C1}"/>
              </a:ext>
            </a:extLst>
          </p:cNvPr>
          <p:cNvSpPr txBox="1"/>
          <p:nvPr/>
        </p:nvSpPr>
        <p:spPr>
          <a:xfrm>
            <a:off x="6267972" y="4164650"/>
            <a:ext cx="2568053" cy="1812496"/>
          </a:xfrm>
          <a:prstGeom prst="rect">
            <a:avLst/>
          </a:prstGeom>
          <a:noFill/>
        </p:spPr>
        <p:txBody>
          <a:bodyPr wrap="square" lIns="0" tIns="0" rIns="0" bIns="0" rtlCol="0">
            <a:noAutofit/>
          </a:bodyPr>
          <a:lstStyle/>
          <a:p>
            <a:pPr>
              <a:spcBef>
                <a:spcPts val="0"/>
              </a:spcBef>
            </a:pPr>
            <a:r>
              <a:rPr lang="en-US" sz="1400" b="1">
                <a:solidFill>
                  <a:schemeClr val="tx1"/>
                </a:solidFill>
              </a:rPr>
              <a:t>Benefits Machine Learning over trad. stat. models</a:t>
            </a:r>
          </a:p>
          <a:p>
            <a:pPr marL="285750" indent="-285750">
              <a:spcBef>
                <a:spcPts val="0"/>
              </a:spcBef>
              <a:buFont typeface="Arial" panose="020B0604020202020204" pitchFamily="34" charset="0"/>
              <a:buChar char="•"/>
            </a:pPr>
            <a:r>
              <a:rPr lang="en-US" sz="1400">
                <a:solidFill>
                  <a:schemeClr val="tx1"/>
                </a:solidFill>
              </a:rPr>
              <a:t>Enable to analyze 900 pixels per tile</a:t>
            </a:r>
          </a:p>
          <a:p>
            <a:pPr marL="285750" indent="-285750">
              <a:spcBef>
                <a:spcPts val="0"/>
              </a:spcBef>
              <a:buFont typeface="Arial" panose="020B0604020202020204" pitchFamily="34" charset="0"/>
              <a:buChar char="•"/>
            </a:pPr>
            <a:r>
              <a:rPr lang="en-US" sz="1400">
                <a:solidFill>
                  <a:schemeClr val="tx1"/>
                </a:solidFill>
              </a:rPr>
              <a:t>Enabled to analyze 42.000 tiles</a:t>
            </a:r>
          </a:p>
          <a:p>
            <a:pPr marL="285750" indent="-285750">
              <a:spcBef>
                <a:spcPts val="0"/>
              </a:spcBef>
              <a:buFont typeface="Arial" panose="020B0604020202020204" pitchFamily="34" charset="0"/>
              <a:buChar char="•"/>
            </a:pPr>
            <a:r>
              <a:rPr lang="en-US" sz="1400">
                <a:solidFill>
                  <a:schemeClr val="tx1"/>
                </a:solidFill>
              </a:rPr>
              <a:t>High accuracy of 90%</a:t>
            </a:r>
          </a:p>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5" name="Textfeld 4">
            <a:extLst>
              <a:ext uri="{FF2B5EF4-FFF2-40B4-BE49-F238E27FC236}">
                <a16:creationId xmlns:a16="http://schemas.microsoft.com/office/drawing/2014/main" id="{296D9EFE-5BF1-4028-8106-AA466F411554}"/>
              </a:ext>
            </a:extLst>
          </p:cNvPr>
          <p:cNvSpPr txBox="1"/>
          <p:nvPr/>
        </p:nvSpPr>
        <p:spPr>
          <a:xfrm>
            <a:off x="6267972" y="1704903"/>
            <a:ext cx="5083308" cy="1812497"/>
          </a:xfrm>
          <a:prstGeom prst="rect">
            <a:avLst/>
          </a:prstGeom>
          <a:noFill/>
        </p:spPr>
        <p:txBody>
          <a:bodyPr wrap="square" lIns="0" tIns="0" rIns="0" bIns="0" rtlCol="0">
            <a:noAutofit/>
          </a:bodyPr>
          <a:lstStyle/>
          <a:p>
            <a:pPr marL="285750" indent="-285750">
              <a:lnSpc>
                <a:spcPct val="150000"/>
              </a:lnSpc>
              <a:spcBef>
                <a:spcPts val="0"/>
              </a:spcBef>
              <a:buFont typeface="Wingdings" panose="05000000000000000000" pitchFamily="2" charset="2"/>
              <a:buChar char="Ø"/>
            </a:pPr>
            <a:r>
              <a:rPr lang="en-US" sz="1400">
                <a:solidFill>
                  <a:schemeClr val="tx1"/>
                </a:solidFill>
                <a:latin typeface="+mn-lt"/>
                <a:ea typeface="Arial Unicode MS" panose="020B0604020202020204" pitchFamily="34" charset="-128"/>
                <a:cs typeface="Arial Unicode MS" panose="020B0604020202020204" pitchFamily="34" charset="-128"/>
              </a:rPr>
              <a:t>Break up video pictures into tiles: Algorithm analyzes each tile, not entire picture </a:t>
            </a:r>
            <a:r>
              <a:rPr lang="en-US" sz="1400">
                <a:solidFill>
                  <a:schemeClr val="tx1"/>
                </a:solidFill>
                <a:ea typeface="Arial Unicode MS" panose="020B0604020202020204" pitchFamily="34" charset="-128"/>
                <a:cs typeface="Arial Unicode MS" panose="020B0604020202020204" pitchFamily="34" charset="-128"/>
              </a:rPr>
              <a:t>(120 pictures with 42.000 tiles)</a:t>
            </a:r>
            <a:endParaRPr lang="en-US" sz="1400">
              <a:solidFill>
                <a:schemeClr val="tx1"/>
              </a:solidFill>
              <a:latin typeface="+mn-lt"/>
              <a:ea typeface="Arial Unicode MS" panose="020B0604020202020204" pitchFamily="34" charset="-128"/>
              <a:cs typeface="Arial Unicode MS" panose="020B0604020202020204" pitchFamily="34" charset="-128"/>
            </a:endParaRPr>
          </a:p>
          <a:p>
            <a:pPr marL="285750" indent="-285750">
              <a:lnSpc>
                <a:spcPct val="150000"/>
              </a:lnSpc>
              <a:spcBef>
                <a:spcPts val="0"/>
              </a:spcBef>
              <a:buFont typeface="Wingdings" panose="05000000000000000000" pitchFamily="2" charset="2"/>
              <a:buChar char="Ø"/>
            </a:pPr>
            <a:r>
              <a:rPr lang="en-US" sz="1400">
                <a:solidFill>
                  <a:schemeClr val="tx1"/>
                </a:solidFill>
                <a:latin typeface="+mn-lt"/>
                <a:ea typeface="Arial Unicode MS" panose="020B0604020202020204" pitchFamily="34" charset="-128"/>
                <a:cs typeface="Arial Unicode MS" panose="020B0604020202020204" pitchFamily="34" charset="-128"/>
              </a:rPr>
              <a:t>Break up tiles into 30x30 pixels</a:t>
            </a:r>
          </a:p>
          <a:p>
            <a:pPr marL="285750" indent="-285750">
              <a:lnSpc>
                <a:spcPct val="150000"/>
              </a:lnSpc>
              <a:spcBef>
                <a:spcPts val="0"/>
              </a:spcBef>
              <a:buFont typeface="Wingdings" panose="05000000000000000000" pitchFamily="2" charset="2"/>
              <a:buChar char="Ø"/>
            </a:pPr>
            <a:r>
              <a:rPr lang="en-US" sz="1400">
                <a:solidFill>
                  <a:schemeClr val="tx1"/>
                </a:solidFill>
                <a:latin typeface="+mn-lt"/>
                <a:ea typeface="Arial Unicode MS" panose="020B0604020202020204" pitchFamily="34" charset="-128"/>
                <a:cs typeface="Arial Unicode MS" panose="020B0604020202020204" pitchFamily="34" charset="-128"/>
              </a:rPr>
              <a:t>Label a sample manually: do they have ice or not</a:t>
            </a:r>
          </a:p>
          <a:p>
            <a:pPr marL="285750" indent="-285750">
              <a:lnSpc>
                <a:spcPct val="150000"/>
              </a:lnSpc>
              <a:spcBef>
                <a:spcPts val="0"/>
              </a:spcBef>
              <a:buFont typeface="Wingdings" panose="05000000000000000000" pitchFamily="2" charset="2"/>
              <a:buChar char="Ø"/>
            </a:pPr>
            <a:r>
              <a:rPr lang="en-US" sz="1400">
                <a:solidFill>
                  <a:schemeClr val="tx1"/>
                </a:solidFill>
                <a:latin typeface="+mn-lt"/>
                <a:ea typeface="Arial Unicode MS" panose="020B0604020202020204" pitchFamily="34" charset="-128"/>
                <a:cs typeface="Arial Unicode MS" panose="020B0604020202020204" pitchFamily="34" charset="-128"/>
              </a:rPr>
              <a:t>Build Model with Convolutional Neuro Network</a:t>
            </a:r>
          </a:p>
          <a:p>
            <a:pPr>
              <a:lnSpc>
                <a:spcPct val="15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 </a:t>
            </a:r>
          </a:p>
        </p:txBody>
      </p:sp>
      <p:sp>
        <p:nvSpPr>
          <p:cNvPr id="10" name="Textfeld 9">
            <a:extLst>
              <a:ext uri="{FF2B5EF4-FFF2-40B4-BE49-F238E27FC236}">
                <a16:creationId xmlns:a16="http://schemas.microsoft.com/office/drawing/2014/main" id="{C6C837E7-D58A-4890-B936-B9F3BC9EAC99}"/>
              </a:ext>
            </a:extLst>
          </p:cNvPr>
          <p:cNvSpPr txBox="1"/>
          <p:nvPr/>
        </p:nvSpPr>
        <p:spPr>
          <a:xfrm>
            <a:off x="651635" y="4164650"/>
            <a:ext cx="2855252" cy="888708"/>
          </a:xfrm>
          <a:prstGeom prst="rect">
            <a:avLst/>
          </a:prstGeom>
          <a:noFill/>
        </p:spPr>
        <p:txBody>
          <a:bodyPr wrap="square" lIns="0" tIns="0" rIns="0" bIns="0" rtlCol="0">
            <a:noAutofit/>
          </a:bodyPr>
          <a:lstStyle/>
          <a:p>
            <a:pPr marL="285750" indent="-285750">
              <a:lnSpc>
                <a:spcPct val="110000"/>
              </a:lnSpc>
              <a:spcBef>
                <a:spcPts val="0"/>
              </a:spcBef>
              <a:buFont typeface="Wingdings" panose="05000000000000000000" pitchFamily="2" charset="2"/>
              <a:buChar char="Ø"/>
            </a:pPr>
            <a:r>
              <a:rPr lang="en-US" sz="1400">
                <a:solidFill>
                  <a:schemeClr val="tx1"/>
                </a:solidFill>
                <a:latin typeface="+mn-lt"/>
                <a:ea typeface="Arial Unicode MS" panose="020B0604020202020204" pitchFamily="34" charset="-128"/>
                <a:cs typeface="Arial Unicode MS" panose="020B0604020202020204" pitchFamily="34" charset="-128"/>
              </a:rPr>
              <a:t>NN Model analyzes the video data and calculates ice rate</a:t>
            </a:r>
          </a:p>
          <a:p>
            <a:pPr marL="285750" indent="-285750">
              <a:lnSpc>
                <a:spcPct val="110000"/>
              </a:lnSpc>
              <a:spcBef>
                <a:spcPts val="0"/>
              </a:spcBef>
              <a:buFont typeface="Wingdings" panose="05000000000000000000" pitchFamily="2" charset="2"/>
              <a:buChar char="Ø"/>
            </a:pPr>
            <a:endParaRPr lang="en-US" sz="1400">
              <a:solidFill>
                <a:schemeClr val="tx1"/>
              </a:solidFill>
              <a:latin typeface="+mn-lt"/>
              <a:ea typeface="Arial Unicode MS" panose="020B0604020202020204" pitchFamily="34" charset="-128"/>
              <a:cs typeface="Arial Unicode MS" panose="020B0604020202020204" pitchFamily="34" charset="-128"/>
            </a:endParaRPr>
          </a:p>
        </p:txBody>
      </p:sp>
      <p:sp>
        <p:nvSpPr>
          <p:cNvPr id="20" name="Textfeld 19">
            <a:extLst>
              <a:ext uri="{FF2B5EF4-FFF2-40B4-BE49-F238E27FC236}">
                <a16:creationId xmlns:a16="http://schemas.microsoft.com/office/drawing/2014/main" id="{BE678B83-4D51-470F-8D45-4495C4289844}"/>
              </a:ext>
            </a:extLst>
          </p:cNvPr>
          <p:cNvSpPr txBox="1"/>
          <p:nvPr/>
        </p:nvSpPr>
        <p:spPr>
          <a:xfrm>
            <a:off x="7755359" y="6028596"/>
            <a:ext cx="3798414" cy="260349"/>
          </a:xfrm>
          <a:prstGeom prst="rect">
            <a:avLst/>
          </a:prstGeom>
          <a:noFill/>
        </p:spPr>
        <p:txBody>
          <a:bodyPr wrap="square" lIns="0" tIns="0" rIns="0" bIns="0" rtlCol="0">
            <a:noAutofit/>
          </a:bodyPr>
          <a:lstStyle/>
          <a:p>
            <a:pPr>
              <a:lnSpc>
                <a:spcPct val="110000"/>
              </a:lnSpc>
              <a:spcBef>
                <a:spcPts val="0"/>
              </a:spcBef>
            </a:pPr>
            <a:r>
              <a:rPr lang="de-DE" sz="1050">
                <a:solidFill>
                  <a:schemeClr val="tx1"/>
                </a:solidFill>
                <a:latin typeface="+mn-lt"/>
                <a:ea typeface="Arial Unicode MS" panose="020B0604020202020204" pitchFamily="34" charset="-128"/>
                <a:cs typeface="Arial Unicode MS" panose="020B0604020202020204" pitchFamily="34" charset="-128"/>
              </a:rPr>
              <a:t>For </a:t>
            </a:r>
            <a:r>
              <a:rPr lang="de-DE" sz="1050" err="1">
                <a:solidFill>
                  <a:schemeClr val="tx1"/>
                </a:solidFill>
                <a:latin typeface="+mn-lt"/>
                <a:ea typeface="Arial Unicode MS" panose="020B0604020202020204" pitchFamily="34" charset="-128"/>
                <a:cs typeface="Arial Unicode MS" panose="020B0604020202020204" pitchFamily="34" charset="-128"/>
              </a:rPr>
              <a:t>more</a:t>
            </a:r>
            <a:r>
              <a:rPr lang="de-DE" sz="1050">
                <a:solidFill>
                  <a:schemeClr val="tx1"/>
                </a:solidFill>
                <a:latin typeface="+mn-lt"/>
                <a:ea typeface="Arial Unicode MS" panose="020B0604020202020204" pitchFamily="34" charset="-128"/>
                <a:cs typeface="Arial Unicode MS" panose="020B0604020202020204" pitchFamily="34" charset="-128"/>
              </a:rPr>
              <a:t> </a:t>
            </a:r>
            <a:r>
              <a:rPr lang="de-DE" sz="1050" err="1">
                <a:solidFill>
                  <a:schemeClr val="tx1"/>
                </a:solidFill>
                <a:latin typeface="+mn-lt"/>
                <a:ea typeface="Arial Unicode MS" panose="020B0604020202020204" pitchFamily="34" charset="-128"/>
                <a:cs typeface="Arial Unicode MS" panose="020B0604020202020204" pitchFamily="34" charset="-128"/>
              </a:rPr>
              <a:t>information</a:t>
            </a:r>
            <a:r>
              <a:rPr lang="de-DE" sz="1050">
                <a:solidFill>
                  <a:schemeClr val="tx1"/>
                </a:solidFill>
                <a:latin typeface="+mn-lt"/>
                <a:ea typeface="Arial Unicode MS" panose="020B0604020202020204" pitchFamily="34" charset="-128"/>
                <a:cs typeface="Arial Unicode MS" panose="020B0604020202020204" pitchFamily="34" charset="-128"/>
              </a:rPr>
              <a:t>: </a:t>
            </a:r>
            <a:r>
              <a:rPr lang="de-DE" sz="1050" err="1">
                <a:solidFill>
                  <a:schemeClr val="tx1"/>
                </a:solidFill>
                <a:latin typeface="+mn-lt"/>
                <a:ea typeface="Arial Unicode MS" panose="020B0604020202020204" pitchFamily="34" charset="-128"/>
                <a:cs typeface="Arial Unicode MS" panose="020B0604020202020204" pitchFamily="34" charset="-128"/>
              </a:rPr>
              <a:t>contact</a:t>
            </a:r>
            <a:r>
              <a:rPr lang="de-DE" sz="1050">
                <a:solidFill>
                  <a:schemeClr val="tx1"/>
                </a:solidFill>
                <a:latin typeface="+mn-lt"/>
                <a:ea typeface="Arial Unicode MS" panose="020B0604020202020204" pitchFamily="34" charset="-128"/>
                <a:cs typeface="Arial Unicode MS" panose="020B0604020202020204" pitchFamily="34" charset="-128"/>
              </a:rPr>
              <a:t> stephan.klumpp@siemens.com</a:t>
            </a:r>
          </a:p>
        </p:txBody>
      </p:sp>
      <p:pic>
        <p:nvPicPr>
          <p:cNvPr id="14" name="Grafik 13">
            <a:extLst>
              <a:ext uri="{FF2B5EF4-FFF2-40B4-BE49-F238E27FC236}">
                <a16:creationId xmlns:a16="http://schemas.microsoft.com/office/drawing/2014/main" id="{77E4169D-F3C2-46C4-A37D-B05859B172E5}"/>
              </a:ext>
            </a:extLst>
          </p:cNvPr>
          <p:cNvPicPr>
            <a:picLocks noChangeAspect="1"/>
          </p:cNvPicPr>
          <p:nvPr/>
        </p:nvPicPr>
        <p:blipFill>
          <a:blip r:embed="rId7"/>
          <a:stretch>
            <a:fillRect/>
          </a:stretch>
        </p:blipFill>
        <p:spPr>
          <a:xfrm>
            <a:off x="1058615" y="2415409"/>
            <a:ext cx="3743325" cy="1085850"/>
          </a:xfrm>
          <a:prstGeom prst="rect">
            <a:avLst/>
          </a:prstGeom>
        </p:spPr>
      </p:pic>
      <p:sp>
        <p:nvSpPr>
          <p:cNvPr id="23" name="Textfeld 22">
            <a:extLst>
              <a:ext uri="{FF2B5EF4-FFF2-40B4-BE49-F238E27FC236}">
                <a16:creationId xmlns:a16="http://schemas.microsoft.com/office/drawing/2014/main" id="{6BBACE40-0CF2-471B-A281-0C857A2FB972}"/>
              </a:ext>
            </a:extLst>
          </p:cNvPr>
          <p:cNvSpPr txBox="1"/>
          <p:nvPr/>
        </p:nvSpPr>
        <p:spPr>
          <a:xfrm>
            <a:off x="8836025" y="4144218"/>
            <a:ext cx="2568053" cy="1812496"/>
          </a:xfrm>
          <a:prstGeom prst="rect">
            <a:avLst/>
          </a:prstGeom>
          <a:noFill/>
        </p:spPr>
        <p:txBody>
          <a:bodyPr wrap="square" lIns="0" tIns="0" rIns="0" bIns="0" rtlCol="0">
            <a:noAutofit/>
          </a:bodyPr>
          <a:lstStyle/>
          <a:p>
            <a:pPr>
              <a:spcBef>
                <a:spcPts val="0"/>
              </a:spcBef>
            </a:pPr>
            <a:r>
              <a:rPr lang="en-US" sz="1400" b="1">
                <a:solidFill>
                  <a:schemeClr val="tx1"/>
                </a:solidFill>
              </a:rPr>
              <a:t>Benefits Business</a:t>
            </a:r>
          </a:p>
          <a:p>
            <a:pPr marL="285750" indent="-285750">
              <a:spcBef>
                <a:spcPts val="0"/>
              </a:spcBef>
              <a:buFont typeface="Arial" panose="020B0604020202020204" pitchFamily="34" charset="0"/>
              <a:buChar char="•"/>
            </a:pPr>
            <a:r>
              <a:rPr lang="en-US" sz="1400">
                <a:solidFill>
                  <a:schemeClr val="tx1"/>
                </a:solidFill>
                <a:ea typeface="Arial Unicode MS" panose="020B0604020202020204" pitchFamily="34" charset="-128"/>
                <a:cs typeface="Arial Unicode MS" panose="020B0604020202020204" pitchFamily="34" charset="-128"/>
              </a:rPr>
              <a:t>2 Hz picture rate can be analyzed by standard computer in real time</a:t>
            </a:r>
          </a:p>
          <a:p>
            <a:pPr marL="285750" indent="-285750">
              <a:spcBef>
                <a:spcPts val="0"/>
              </a:spcBef>
              <a:buFont typeface="Arial" panose="020B0604020202020204" pitchFamily="34" charset="0"/>
              <a:buChar char="•"/>
            </a:pPr>
            <a:r>
              <a:rPr lang="en-US" sz="1400">
                <a:solidFill>
                  <a:schemeClr val="tx1"/>
                </a:solidFill>
              </a:rPr>
              <a:t>Eliminates engineering hours + frustration</a:t>
            </a:r>
          </a:p>
          <a:p>
            <a:pPr marL="285750" indent="-285750">
              <a:spcBef>
                <a:spcPts val="0"/>
              </a:spcBef>
              <a:buFont typeface="Arial" panose="020B0604020202020204" pitchFamily="34" charset="0"/>
              <a:buChar char="•"/>
            </a:pPr>
            <a:r>
              <a:rPr lang="en-US" sz="1400">
                <a:solidFill>
                  <a:schemeClr val="tx1"/>
                </a:solidFill>
              </a:rPr>
              <a:t>More test hours can be measured -&gt; more data</a:t>
            </a:r>
          </a:p>
          <a:p>
            <a:pPr>
              <a:spcBef>
                <a:spcPts val="0"/>
              </a:spcBef>
            </a:pPr>
            <a:endParaRPr lang="en-US" sz="1400" b="1">
              <a:solidFill>
                <a:schemeClr val="tx1"/>
              </a:solidFill>
            </a:endParaRPr>
          </a:p>
          <a:p>
            <a:pPr marL="171450" indent="-171450">
              <a:lnSpc>
                <a:spcPct val="110000"/>
              </a:lnSpc>
              <a:spcBef>
                <a:spcPts val="0"/>
              </a:spcBef>
              <a:buFont typeface="Arial" panose="020B0604020202020204" pitchFamily="34" charset="0"/>
              <a:buChar char="•"/>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347772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kt 7"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8" name="Objekt 7"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AD669E50-46A2-4B40-8637-FBA47B25B34D}"/>
              </a:ext>
            </a:extLst>
          </p:cNvPr>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1100">
              <a:solidFill>
                <a:schemeClr val="tx1"/>
              </a:solidFill>
              <a:latin typeface="Siemens Sans" pitchFamily="2" charset="0"/>
              <a:ea typeface="+mj-ea"/>
              <a:cs typeface="Arial" panose="020B0604020202020204" pitchFamily="34" charset="0"/>
              <a:sym typeface="Siemens Sans" pitchFamily="2" charset="0"/>
            </a:endParaRPr>
          </a:p>
        </p:txBody>
      </p:sp>
      <p:pic>
        <p:nvPicPr>
          <p:cNvPr id="18" name="Picture 2">
            <a:extLst>
              <a:ext uri="{FF2B5EF4-FFF2-40B4-BE49-F238E27FC236}">
                <a16:creationId xmlns:a16="http://schemas.microsoft.com/office/drawing/2014/main" id="{266A872C-E518-4A66-A13A-F7E91F35B93E}"/>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368468" y="4941168"/>
            <a:ext cx="4443958" cy="181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hteck 11"/>
          <p:cNvSpPr/>
          <p:nvPr/>
        </p:nvSpPr>
        <p:spPr bwMode="auto">
          <a:xfrm>
            <a:off x="338535" y="4625295"/>
            <a:ext cx="6912768" cy="1612018"/>
          </a:xfrm>
          <a:prstGeom prst="rect">
            <a:avLst/>
          </a:prstGeom>
          <a:noFill/>
          <a:ln w="12700">
            <a:noFill/>
            <a:prstDash val="sysDash"/>
            <a:miter lim="800000"/>
            <a:headEnd/>
            <a:tailEnd/>
          </a:ln>
          <a:effectLst/>
        </p:spPr>
        <p:txBody>
          <a:bodyPr wrap="square" lIns="108000" tIns="54000" rIns="108000" bIns="54000" numCol="1" spcCol="72000" rtlCol="0" anchor="t" anchorCtr="0">
            <a:noAutofit/>
          </a:bodyPr>
          <a:lstStyle/>
          <a:p>
            <a:pPr marL="285750" indent="-285750">
              <a:lnSpc>
                <a:spcPct val="110000"/>
              </a:lnSpc>
              <a:spcBef>
                <a:spcPts val="0"/>
              </a:spcBef>
              <a:buFont typeface="Wingdings" panose="05000000000000000000" pitchFamily="2" charset="2"/>
              <a:buChar char="Ø"/>
            </a:pPr>
            <a:r>
              <a:rPr lang="en-US" sz="1200">
                <a:solidFill>
                  <a:schemeClr val="tx1"/>
                </a:solidFill>
                <a:latin typeface="+mj-lt"/>
              </a:rPr>
              <a:t>Provide updates to the traditional T3000 control loop by “Reinforcement Learning” results fused with domain know-how.</a:t>
            </a:r>
          </a:p>
          <a:p>
            <a:pPr marL="285750" indent="-285750">
              <a:lnSpc>
                <a:spcPct val="110000"/>
              </a:lnSpc>
              <a:spcBef>
                <a:spcPts val="0"/>
              </a:spcBef>
              <a:buFont typeface="Wingdings" panose="05000000000000000000" pitchFamily="2" charset="2"/>
              <a:buChar char="Ø"/>
            </a:pPr>
            <a:r>
              <a:rPr lang="en-US" sz="1200">
                <a:solidFill>
                  <a:schemeClr val="tx1"/>
                </a:solidFill>
                <a:latin typeface="+mj-lt"/>
              </a:rPr>
              <a:t>Installed in 15 GTs </a:t>
            </a:r>
          </a:p>
        </p:txBody>
      </p:sp>
      <p:sp>
        <p:nvSpPr>
          <p:cNvPr id="2" name="Titel 1"/>
          <p:cNvSpPr>
            <a:spLocks noGrp="1"/>
          </p:cNvSpPr>
          <p:nvPr>
            <p:ph type="title"/>
          </p:nvPr>
        </p:nvSpPr>
        <p:spPr/>
        <p:txBody>
          <a:bodyPr/>
          <a:lstStyle/>
          <a:p>
            <a:r>
              <a:rPr lang="en-US"/>
              <a:t>ML Application Example: GT </a:t>
            </a:r>
            <a:r>
              <a:rPr lang="en-US" err="1"/>
              <a:t>AutoTuner</a:t>
            </a:r>
            <a:r>
              <a:rPr lang="en-US"/>
              <a:t> - Emission Module</a:t>
            </a:r>
            <a:br>
              <a:rPr lang="en-US"/>
            </a:br>
            <a:r>
              <a:rPr lang="en-US" sz="1600" b="0"/>
              <a:t>Owners: Katja </a:t>
            </a:r>
            <a:r>
              <a:rPr lang="en-US" sz="1600" b="0" err="1"/>
              <a:t>Rietbrock</a:t>
            </a:r>
            <a:r>
              <a:rPr lang="en-US" sz="1600" b="0"/>
              <a:t> (Commercial) Sterzing Volkmar (Technology), Gurdev Singh (Technical)</a:t>
            </a:r>
            <a:br>
              <a:rPr lang="en-US"/>
            </a:br>
            <a:br>
              <a:rPr lang="en-US"/>
            </a:br>
            <a:endParaRPr lang="en-US"/>
          </a:p>
        </p:txBody>
      </p:sp>
      <p:sp>
        <p:nvSpPr>
          <p:cNvPr id="6" name="Rechteck 5"/>
          <p:cNvSpPr/>
          <p:nvPr/>
        </p:nvSpPr>
        <p:spPr bwMode="auto">
          <a:xfrm>
            <a:off x="651635" y="1268760"/>
            <a:ext cx="6599668" cy="288032"/>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buFont typeface="Wingdings" charset="0"/>
              <a:buNone/>
            </a:pPr>
            <a:r>
              <a:rPr lang="en-US" sz="1500" b="1">
                <a:solidFill>
                  <a:schemeClr val="tx1">
                    <a:lumMod val="85000"/>
                    <a:lumOff val="15000"/>
                  </a:schemeClr>
                </a:solidFill>
              </a:rPr>
              <a:t>Initial situation &amp; Problem</a:t>
            </a:r>
          </a:p>
        </p:txBody>
      </p:sp>
      <p:sp>
        <p:nvSpPr>
          <p:cNvPr id="7" name="Rechteck 6"/>
          <p:cNvSpPr/>
          <p:nvPr/>
        </p:nvSpPr>
        <p:spPr bwMode="auto">
          <a:xfrm>
            <a:off x="338535" y="1585853"/>
            <a:ext cx="6912768" cy="1843147"/>
          </a:xfrm>
          <a:prstGeom prst="rect">
            <a:avLst/>
          </a:prstGeom>
          <a:noFill/>
          <a:ln w="12700">
            <a:noFill/>
            <a:prstDash val="sysDash"/>
            <a:miter lim="800000"/>
            <a:headEnd/>
            <a:tailEnd/>
          </a:ln>
          <a:effectLst/>
        </p:spPr>
        <p:txBody>
          <a:bodyPr wrap="square" lIns="108000" tIns="54000" rIns="108000" bIns="54000" numCol="1" spcCol="72000" rtlCol="0" anchor="t" anchorCtr="0">
            <a:noAutofit/>
          </a:bodyPr>
          <a:lstStyle/>
          <a:p>
            <a:pPr marL="285750" indent="-285750">
              <a:spcBef>
                <a:spcPts val="0"/>
              </a:spcBef>
              <a:buFont typeface="Wingdings" panose="05000000000000000000" pitchFamily="2" charset="2"/>
              <a:buChar char="Ø"/>
            </a:pPr>
            <a:r>
              <a:rPr lang="en-US" sz="1300">
                <a:solidFill>
                  <a:schemeClr val="tx1"/>
                </a:solidFill>
                <a:latin typeface="+mj-lt"/>
              </a:rPr>
              <a:t> </a:t>
            </a:r>
            <a:r>
              <a:rPr lang="de-DE" sz="1300">
                <a:solidFill>
                  <a:schemeClr val="tx1"/>
                </a:solidFill>
                <a:latin typeface="+mj-lt"/>
                <a:ea typeface="Arial Unicode MS" panose="020B0604020202020204" pitchFamily="34" charset="-128"/>
              </a:rPr>
              <a:t>GT </a:t>
            </a:r>
            <a:r>
              <a:rPr lang="en-US" sz="1300">
                <a:solidFill>
                  <a:schemeClr val="tx1"/>
                </a:solidFill>
                <a:latin typeface="+mj-lt"/>
                <a:ea typeface="Arial Unicode MS" panose="020B0604020202020204" pitchFamily="34" charset="-128"/>
              </a:rPr>
              <a:t>tuning: </a:t>
            </a:r>
          </a:p>
          <a:p>
            <a:pPr marL="742950" lvl="1" indent="-285750">
              <a:spcBef>
                <a:spcPts val="0"/>
              </a:spcBef>
              <a:buFont typeface="Courier New" panose="02070309020205020404" pitchFamily="49" charset="0"/>
              <a:buChar char="o"/>
            </a:pPr>
            <a:r>
              <a:rPr lang="en-US" sz="1300">
                <a:solidFill>
                  <a:schemeClr val="tx1"/>
                </a:solidFill>
                <a:latin typeface="+mj-lt"/>
                <a:ea typeface="Arial Unicode MS" panose="020B0604020202020204" pitchFamily="34" charset="-128"/>
              </a:rPr>
              <a:t>setting amount  + gradient of different gas stages in the burner during operation from 70% - baseload</a:t>
            </a:r>
          </a:p>
          <a:p>
            <a:pPr marL="742950" lvl="1" indent="-285750">
              <a:spcBef>
                <a:spcPts val="0"/>
              </a:spcBef>
              <a:buFont typeface="Courier New" panose="02070309020205020404" pitchFamily="49" charset="0"/>
              <a:buChar char="o"/>
            </a:pPr>
            <a:r>
              <a:rPr lang="en-US" sz="1300">
                <a:solidFill>
                  <a:schemeClr val="tx1"/>
                </a:solidFill>
                <a:latin typeface="+mj-lt"/>
                <a:ea typeface="Arial Unicode MS" panose="020B0604020202020204" pitchFamily="34" charset="-128"/>
              </a:rPr>
              <a:t>Many input </a:t>
            </a:r>
            <a:r>
              <a:rPr lang="en-US" sz="1300">
                <a:solidFill>
                  <a:schemeClr val="tx1"/>
                </a:solidFill>
                <a:latin typeface="+mj-lt"/>
              </a:rPr>
              <a:t>parameters</a:t>
            </a:r>
            <a:r>
              <a:rPr lang="en-US" sz="1300">
                <a:solidFill>
                  <a:schemeClr val="tx1"/>
                </a:solidFill>
                <a:latin typeface="+mj-lt"/>
                <a:ea typeface="Arial Unicode MS" panose="020B0604020202020204" pitchFamily="34" charset="-128"/>
              </a:rPr>
              <a:t> incl. gas quality, ambient weather conditions etc. </a:t>
            </a:r>
          </a:p>
          <a:p>
            <a:pPr marL="742950" lvl="1" indent="-285750">
              <a:spcBef>
                <a:spcPts val="0"/>
              </a:spcBef>
              <a:buFont typeface="Courier New" panose="02070309020205020404" pitchFamily="49" charset="0"/>
              <a:buChar char="o"/>
            </a:pPr>
            <a:r>
              <a:rPr lang="en-US" sz="1300">
                <a:solidFill>
                  <a:schemeClr val="tx1"/>
                </a:solidFill>
                <a:latin typeface="+mj-lt"/>
                <a:ea typeface="Arial Unicode MS" panose="020B0604020202020204" pitchFamily="34" charset="-128"/>
              </a:rPr>
              <a:t>Many output variables, incl. emissions (NOx, CO) Vibration of parts, power</a:t>
            </a:r>
          </a:p>
          <a:p>
            <a:pPr marL="285750" indent="-285750">
              <a:spcBef>
                <a:spcPts val="0"/>
              </a:spcBef>
              <a:buFont typeface="Wingdings" panose="05000000000000000000" pitchFamily="2" charset="2"/>
              <a:buChar char="Ø"/>
            </a:pPr>
            <a:r>
              <a:rPr lang="en-US" sz="1300">
                <a:solidFill>
                  <a:schemeClr val="tx1">
                    <a:lumMod val="75000"/>
                    <a:lumOff val="25000"/>
                  </a:schemeClr>
                </a:solidFill>
                <a:latin typeface="+mj-lt"/>
              </a:rPr>
              <a:t>Complexity comes from: </a:t>
            </a:r>
          </a:p>
          <a:p>
            <a:pPr marL="742950" lvl="1" indent="-285750">
              <a:spcBef>
                <a:spcPts val="0"/>
              </a:spcBef>
              <a:buFont typeface="Courier New" panose="02070309020205020404" pitchFamily="49" charset="0"/>
              <a:buChar char="o"/>
            </a:pPr>
            <a:r>
              <a:rPr lang="en-US" sz="1300">
                <a:solidFill>
                  <a:schemeClr val="tx1">
                    <a:lumMod val="75000"/>
                    <a:lumOff val="25000"/>
                  </a:schemeClr>
                </a:solidFill>
                <a:latin typeface="+mj-lt"/>
              </a:rPr>
              <a:t>Complex fluid dynamics and chemical processes during combustion</a:t>
            </a:r>
          </a:p>
          <a:p>
            <a:pPr marL="742950" lvl="1" indent="-285750">
              <a:spcBef>
                <a:spcPts val="0"/>
              </a:spcBef>
              <a:buFont typeface="Courier New" panose="02070309020205020404" pitchFamily="49" charset="0"/>
              <a:buChar char="o"/>
            </a:pPr>
            <a:r>
              <a:rPr lang="en-US" sz="1300">
                <a:solidFill>
                  <a:schemeClr val="tx1">
                    <a:lumMod val="75000"/>
                    <a:lumOff val="25000"/>
                  </a:schemeClr>
                </a:solidFill>
                <a:latin typeface="+mj-lt"/>
                <a:ea typeface="Arial Unicode MS" panose="020B0604020202020204" pitchFamily="34" charset="-128"/>
              </a:rPr>
              <a:t>Difficult to model during design</a:t>
            </a:r>
          </a:p>
          <a:p>
            <a:pPr marL="742950" lvl="1" indent="-285750">
              <a:spcBef>
                <a:spcPts val="0"/>
              </a:spcBef>
              <a:buFont typeface="Courier New" panose="02070309020205020404" pitchFamily="49" charset="0"/>
              <a:buChar char="o"/>
            </a:pPr>
            <a:r>
              <a:rPr lang="en-US" sz="1300">
                <a:solidFill>
                  <a:schemeClr val="tx1">
                    <a:lumMod val="75000"/>
                    <a:lumOff val="25000"/>
                  </a:schemeClr>
                </a:solidFill>
                <a:latin typeface="+mj-lt"/>
                <a:ea typeface="Arial Unicode MS" panose="020B0604020202020204" pitchFamily="34" charset="-128"/>
              </a:rPr>
              <a:t>Change in ambient conditions</a:t>
            </a:r>
          </a:p>
          <a:p>
            <a:pPr marL="742950" lvl="1" indent="-285750">
              <a:spcBef>
                <a:spcPts val="0"/>
              </a:spcBef>
              <a:buFont typeface="Courier New" panose="02070309020205020404" pitchFamily="49" charset="0"/>
              <a:buChar char="o"/>
            </a:pPr>
            <a:r>
              <a:rPr lang="en-US" sz="1300">
                <a:solidFill>
                  <a:schemeClr val="tx1">
                    <a:lumMod val="75000"/>
                    <a:lumOff val="25000"/>
                  </a:schemeClr>
                </a:solidFill>
                <a:latin typeface="+mj-lt"/>
                <a:ea typeface="Arial Unicode MS" panose="020B0604020202020204" pitchFamily="34" charset="-128"/>
              </a:rPr>
              <a:t>Degradation of parts and hardware upgrades</a:t>
            </a:r>
          </a:p>
          <a:p>
            <a:pPr marL="742950" lvl="1" indent="-285750">
              <a:spcBef>
                <a:spcPts val="0"/>
              </a:spcBef>
              <a:buFont typeface="Courier New" panose="02070309020205020404" pitchFamily="49" charset="0"/>
              <a:buChar char="o"/>
            </a:pPr>
            <a:r>
              <a:rPr lang="en-US" sz="1300">
                <a:solidFill>
                  <a:schemeClr val="tx1">
                    <a:lumMod val="75000"/>
                    <a:lumOff val="25000"/>
                  </a:schemeClr>
                </a:solidFill>
                <a:latin typeface="+mj-lt"/>
                <a:ea typeface="Arial Unicode MS" panose="020B0604020202020204" pitchFamily="34" charset="-128"/>
              </a:rPr>
              <a:t>Sensor noise</a:t>
            </a:r>
          </a:p>
          <a:p>
            <a:pPr marL="742950" lvl="1" indent="-285750">
              <a:spcBef>
                <a:spcPts val="0"/>
              </a:spcBef>
              <a:buFont typeface="Courier New" panose="02070309020205020404" pitchFamily="49" charset="0"/>
              <a:buChar char="o"/>
            </a:pPr>
            <a:r>
              <a:rPr lang="en-US" sz="1300">
                <a:solidFill>
                  <a:schemeClr val="tx1">
                    <a:lumMod val="75000"/>
                    <a:lumOff val="25000"/>
                  </a:schemeClr>
                </a:solidFill>
                <a:latin typeface="+mj-lt"/>
                <a:ea typeface="Arial Unicode MS" panose="020B0604020202020204" pitchFamily="34" charset="-128"/>
              </a:rPr>
              <a:t>Optimization has to be done within short time/ real-time </a:t>
            </a:r>
          </a:p>
          <a:p>
            <a:pPr marL="285750" indent="-285750">
              <a:spcBef>
                <a:spcPts val="0"/>
              </a:spcBef>
              <a:buFont typeface="Wingdings" panose="05000000000000000000" pitchFamily="2" charset="2"/>
              <a:buChar char="Ø"/>
            </a:pPr>
            <a:r>
              <a:rPr lang="en-US" sz="1300">
                <a:solidFill>
                  <a:schemeClr val="tx1">
                    <a:lumMod val="75000"/>
                    <a:lumOff val="25000"/>
                  </a:schemeClr>
                </a:solidFill>
                <a:latin typeface="+mj-lt"/>
                <a:ea typeface="Arial Unicode MS" panose="020B0604020202020204" pitchFamily="34" charset="-128"/>
              </a:rPr>
              <a:t>Tuning needs lots of expert resources without necessarily finding the best optimum.</a:t>
            </a:r>
          </a:p>
        </p:txBody>
      </p:sp>
      <p:sp>
        <p:nvSpPr>
          <p:cNvPr id="11" name="Rechteck 10"/>
          <p:cNvSpPr/>
          <p:nvPr/>
        </p:nvSpPr>
        <p:spPr bwMode="auto">
          <a:xfrm>
            <a:off x="651635" y="4268112"/>
            <a:ext cx="6599668" cy="312151"/>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pPr>
            <a:r>
              <a:rPr lang="en-US" sz="1500" b="1">
                <a:solidFill>
                  <a:schemeClr val="tx1">
                    <a:lumMod val="85000"/>
                    <a:lumOff val="15000"/>
                  </a:schemeClr>
                </a:solidFill>
              </a:rPr>
              <a:t>Solution</a:t>
            </a:r>
          </a:p>
        </p:txBody>
      </p:sp>
      <p:sp>
        <p:nvSpPr>
          <p:cNvPr id="13" name="Rechteck 12"/>
          <p:cNvSpPr/>
          <p:nvPr/>
        </p:nvSpPr>
        <p:spPr bwMode="auto">
          <a:xfrm>
            <a:off x="7467326" y="4268113"/>
            <a:ext cx="4439715" cy="321154"/>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pPr>
            <a:r>
              <a:rPr lang="en-US" sz="1500" b="1">
                <a:solidFill>
                  <a:schemeClr val="tx1">
                    <a:lumMod val="85000"/>
                    <a:lumOff val="15000"/>
                  </a:schemeClr>
                </a:solidFill>
              </a:rPr>
              <a:t>Benefits</a:t>
            </a:r>
          </a:p>
        </p:txBody>
      </p:sp>
      <p:sp>
        <p:nvSpPr>
          <p:cNvPr id="17" name="Rechteck 16"/>
          <p:cNvSpPr/>
          <p:nvPr/>
        </p:nvSpPr>
        <p:spPr bwMode="auto">
          <a:xfrm>
            <a:off x="7467327" y="1251629"/>
            <a:ext cx="4439715" cy="294143"/>
          </a:xfrm>
          <a:prstGeom prst="rect">
            <a:avLst/>
          </a:prstGeom>
          <a:solidFill>
            <a:schemeClr val="accent2"/>
          </a:solidFill>
          <a:ln w="38100">
            <a:noFill/>
            <a:prstDash val="solid"/>
          </a:ln>
          <a:effectLst/>
        </p:spPr>
        <p:txBody>
          <a:bodyPr wrap="square" lIns="108000" tIns="54000" rIns="108000" bIns="54000" numCol="1" spcCol="72000" rtlCol="0" anchor="ctr">
            <a:noAutofit/>
          </a:bodyPr>
          <a:lstStyle/>
          <a:p>
            <a:pPr algn="ctr">
              <a:lnSpc>
                <a:spcPct val="110000"/>
              </a:lnSpc>
            </a:pPr>
            <a:r>
              <a:rPr lang="de-DE" sz="1500" b="1">
                <a:solidFill>
                  <a:schemeClr val="tx1">
                    <a:lumMod val="85000"/>
                    <a:lumOff val="15000"/>
                  </a:schemeClr>
                </a:solidFill>
              </a:rPr>
              <a:t>Approach</a:t>
            </a:r>
            <a:endParaRPr lang="en-US" sz="1500" b="1">
              <a:solidFill>
                <a:schemeClr val="tx1">
                  <a:lumMod val="85000"/>
                  <a:lumOff val="15000"/>
                </a:schemeClr>
              </a:solidFill>
            </a:endParaRPr>
          </a:p>
        </p:txBody>
      </p:sp>
      <p:sp>
        <p:nvSpPr>
          <p:cNvPr id="19" name="Rechteck 18"/>
          <p:cNvSpPr/>
          <p:nvPr/>
        </p:nvSpPr>
        <p:spPr bwMode="auto">
          <a:xfrm>
            <a:off x="7467326" y="1683639"/>
            <a:ext cx="4439715" cy="1828897"/>
          </a:xfrm>
          <a:prstGeom prst="rect">
            <a:avLst/>
          </a:prstGeom>
          <a:noFill/>
          <a:ln w="12700">
            <a:noFill/>
            <a:prstDash val="sysDash"/>
            <a:miter lim="800000"/>
            <a:headEnd/>
            <a:tailEnd/>
          </a:ln>
          <a:effectLst/>
        </p:spPr>
        <p:txBody>
          <a:bodyPr wrap="square" lIns="108000" tIns="54000" rIns="108000" bIns="54000" numCol="1" spcCol="72000" rtlCol="0" anchor="t" anchorCtr="0">
            <a:noAutofit/>
          </a:bodyPr>
          <a:lstStyle/>
          <a:p>
            <a:pPr marL="285750" indent="-285750">
              <a:lnSpc>
                <a:spcPct val="150000"/>
              </a:lnSpc>
              <a:spcBef>
                <a:spcPts val="0"/>
              </a:spcBef>
              <a:buFont typeface="Wingdings" panose="05000000000000000000" pitchFamily="2" charset="2"/>
              <a:buChar char="Ø"/>
            </a:pPr>
            <a:r>
              <a:rPr lang="en-US" sz="1300" dirty="0">
                <a:solidFill>
                  <a:schemeClr val="tx1"/>
                </a:solidFill>
                <a:latin typeface="+mj-lt"/>
              </a:rPr>
              <a:t>Studied historical data from the GT fleet</a:t>
            </a:r>
          </a:p>
          <a:p>
            <a:pPr marL="285750" indent="-285750">
              <a:lnSpc>
                <a:spcPct val="150000"/>
              </a:lnSpc>
              <a:spcBef>
                <a:spcPts val="0"/>
              </a:spcBef>
              <a:buFont typeface="Wingdings" panose="05000000000000000000" pitchFamily="2" charset="2"/>
              <a:buChar char="Ø"/>
            </a:pPr>
            <a:r>
              <a:rPr lang="en-US" sz="1300" dirty="0">
                <a:solidFill>
                  <a:schemeClr val="tx1"/>
                </a:solidFill>
                <a:latin typeface="+mj-lt"/>
              </a:rPr>
              <a:t>Worked with several algorithms incl. Recurrent NN and Reinforcement Learning </a:t>
            </a:r>
          </a:p>
          <a:p>
            <a:pPr marL="285750" indent="-285750">
              <a:lnSpc>
                <a:spcPct val="150000"/>
              </a:lnSpc>
              <a:spcBef>
                <a:spcPts val="0"/>
              </a:spcBef>
              <a:buFont typeface="Wingdings" panose="05000000000000000000" pitchFamily="2" charset="2"/>
              <a:buChar char="Ø"/>
            </a:pPr>
            <a:r>
              <a:rPr lang="en-US" sz="1300" dirty="0">
                <a:solidFill>
                  <a:schemeClr val="tx1"/>
                </a:solidFill>
                <a:latin typeface="+mj-lt"/>
              </a:rPr>
              <a:t>Use of signal processing, numerical as well as T3000 simulator, visualizations,  and domain experience</a:t>
            </a:r>
          </a:p>
          <a:p>
            <a:pPr marL="285750" indent="-285750">
              <a:lnSpc>
                <a:spcPct val="150000"/>
              </a:lnSpc>
              <a:spcBef>
                <a:spcPts val="0"/>
              </a:spcBef>
              <a:buFont typeface="Wingdings" panose="05000000000000000000" pitchFamily="2" charset="2"/>
              <a:buChar char="Ø"/>
            </a:pPr>
            <a:r>
              <a:rPr lang="en-US" sz="1300" dirty="0">
                <a:solidFill>
                  <a:schemeClr val="tx1"/>
                </a:solidFill>
                <a:latin typeface="+mj-lt"/>
              </a:rPr>
              <a:t>Over 10 years</a:t>
            </a:r>
          </a:p>
          <a:p>
            <a:pPr marL="742950" lvl="1" indent="-285750">
              <a:lnSpc>
                <a:spcPct val="150000"/>
              </a:lnSpc>
              <a:spcBef>
                <a:spcPts val="0"/>
              </a:spcBef>
              <a:buFont typeface="Arial" panose="020B0604020202020204" pitchFamily="34" charset="0"/>
              <a:buChar char="•"/>
            </a:pPr>
            <a:endParaRPr lang="en-US" sz="1300" dirty="0">
              <a:solidFill>
                <a:schemeClr val="tx1">
                  <a:lumMod val="75000"/>
                  <a:lumOff val="25000"/>
                </a:schemeClr>
              </a:solidFill>
              <a:latin typeface="Siemens Sans" pitchFamily="2" charset="0"/>
              <a:ea typeface="Arial Unicode MS" panose="020B0604020202020204" pitchFamily="34" charset="-128"/>
              <a:cs typeface="Arial Unicode MS" panose="020B0604020202020204" pitchFamily="34" charset="-128"/>
            </a:endParaRPr>
          </a:p>
        </p:txBody>
      </p:sp>
      <p:sp>
        <p:nvSpPr>
          <p:cNvPr id="33" name="Rechteck 32">
            <a:extLst>
              <a:ext uri="{FF2B5EF4-FFF2-40B4-BE49-F238E27FC236}">
                <a16:creationId xmlns:a16="http://schemas.microsoft.com/office/drawing/2014/main" id="{CED2D4B2-B904-48F6-B9C5-F641E3A70F32}"/>
              </a:ext>
            </a:extLst>
          </p:cNvPr>
          <p:cNvSpPr/>
          <p:nvPr/>
        </p:nvSpPr>
        <p:spPr bwMode="auto">
          <a:xfrm>
            <a:off x="7467325" y="4725143"/>
            <a:ext cx="4439715" cy="1835458"/>
          </a:xfrm>
          <a:prstGeom prst="rect">
            <a:avLst/>
          </a:prstGeom>
          <a:noFill/>
          <a:ln w="12700">
            <a:noFill/>
            <a:prstDash val="sysDash"/>
            <a:miter lim="800000"/>
            <a:headEnd/>
            <a:tailEnd/>
          </a:ln>
          <a:effectLst/>
        </p:spPr>
        <p:txBody>
          <a:bodyPr wrap="square" lIns="108000" tIns="54000" rIns="108000" bIns="54000" numCol="1" spcCol="72000" rtlCol="0" anchor="t" anchorCtr="0">
            <a:noAutofit/>
          </a:bodyPr>
          <a:lstStyle/>
          <a:p>
            <a:pPr marL="285750" indent="-285750">
              <a:lnSpc>
                <a:spcPct val="110000"/>
              </a:lnSpc>
              <a:spcBef>
                <a:spcPts val="0"/>
              </a:spcBef>
              <a:buFont typeface="Wingdings" panose="05000000000000000000" pitchFamily="2" charset="2"/>
              <a:buChar char="Ø"/>
            </a:pPr>
            <a:r>
              <a:rPr lang="en-US" sz="1300">
                <a:solidFill>
                  <a:schemeClr val="tx1"/>
                </a:solidFill>
                <a:latin typeface="+mj-lt"/>
              </a:rPr>
              <a:t>Better year round control of emissions and dynamics with an average reduction of NOx ~ 10 ppm or higher.</a:t>
            </a:r>
          </a:p>
          <a:p>
            <a:pPr marL="285750" indent="-285750">
              <a:lnSpc>
                <a:spcPct val="110000"/>
              </a:lnSpc>
              <a:spcBef>
                <a:spcPts val="0"/>
              </a:spcBef>
              <a:buFont typeface="Wingdings" panose="05000000000000000000" pitchFamily="2" charset="2"/>
              <a:buChar char="Ø"/>
            </a:pPr>
            <a:r>
              <a:rPr lang="en-US" sz="1300">
                <a:solidFill>
                  <a:schemeClr val="tx1"/>
                </a:solidFill>
                <a:latin typeface="+mj-lt"/>
              </a:rPr>
              <a:t>AS3000 platform used for GTAT can be used to host other ML based uses cases in future. </a:t>
            </a:r>
          </a:p>
        </p:txBody>
      </p:sp>
      <p:sp>
        <p:nvSpPr>
          <p:cNvPr id="15" name="Textfeld 14">
            <a:extLst>
              <a:ext uri="{FF2B5EF4-FFF2-40B4-BE49-F238E27FC236}">
                <a16:creationId xmlns:a16="http://schemas.microsoft.com/office/drawing/2014/main" id="{754BFBE7-12E6-47E2-9CFF-F39D5A9137A5}"/>
              </a:ext>
            </a:extLst>
          </p:cNvPr>
          <p:cNvSpPr txBox="1"/>
          <p:nvPr/>
        </p:nvSpPr>
        <p:spPr>
          <a:xfrm>
            <a:off x="6814450" y="6547022"/>
            <a:ext cx="3798414" cy="260349"/>
          </a:xfrm>
          <a:prstGeom prst="rect">
            <a:avLst/>
          </a:prstGeom>
          <a:noFill/>
        </p:spPr>
        <p:txBody>
          <a:bodyPr wrap="square" lIns="0" tIns="0" rIns="0" bIns="0" rtlCol="0">
            <a:noAutofit/>
          </a:bodyPr>
          <a:lstStyle/>
          <a:p>
            <a:pPr>
              <a:lnSpc>
                <a:spcPct val="110000"/>
              </a:lnSpc>
              <a:spcBef>
                <a:spcPts val="0"/>
              </a:spcBef>
            </a:pPr>
            <a:r>
              <a:rPr lang="de-DE" sz="1050">
                <a:solidFill>
                  <a:schemeClr val="tx1"/>
                </a:solidFill>
                <a:latin typeface="+mn-lt"/>
                <a:ea typeface="Arial Unicode MS" panose="020B0604020202020204" pitchFamily="34" charset="-128"/>
                <a:cs typeface="Arial Unicode MS" panose="020B0604020202020204" pitchFamily="34" charset="-128"/>
              </a:rPr>
              <a:t>For </a:t>
            </a:r>
            <a:r>
              <a:rPr lang="de-DE" sz="1050" err="1">
                <a:solidFill>
                  <a:schemeClr val="tx1"/>
                </a:solidFill>
                <a:latin typeface="+mn-lt"/>
                <a:ea typeface="Arial Unicode MS" panose="020B0604020202020204" pitchFamily="34" charset="-128"/>
                <a:cs typeface="Arial Unicode MS" panose="020B0604020202020204" pitchFamily="34" charset="-128"/>
              </a:rPr>
              <a:t>more</a:t>
            </a:r>
            <a:r>
              <a:rPr lang="de-DE" sz="1050">
                <a:solidFill>
                  <a:schemeClr val="tx1"/>
                </a:solidFill>
                <a:latin typeface="+mn-lt"/>
                <a:ea typeface="Arial Unicode MS" panose="020B0604020202020204" pitchFamily="34" charset="-128"/>
                <a:cs typeface="Arial Unicode MS" panose="020B0604020202020204" pitchFamily="34" charset="-128"/>
              </a:rPr>
              <a:t> </a:t>
            </a:r>
            <a:r>
              <a:rPr lang="de-DE" sz="1050" err="1">
                <a:solidFill>
                  <a:schemeClr val="tx1"/>
                </a:solidFill>
                <a:latin typeface="+mn-lt"/>
                <a:ea typeface="Arial Unicode MS" panose="020B0604020202020204" pitchFamily="34" charset="-128"/>
                <a:cs typeface="Arial Unicode MS" panose="020B0604020202020204" pitchFamily="34" charset="-128"/>
              </a:rPr>
              <a:t>information</a:t>
            </a:r>
            <a:r>
              <a:rPr lang="de-DE" sz="1050">
                <a:solidFill>
                  <a:schemeClr val="tx1"/>
                </a:solidFill>
                <a:latin typeface="+mn-lt"/>
                <a:ea typeface="Arial Unicode MS" panose="020B0604020202020204" pitchFamily="34" charset="-128"/>
                <a:cs typeface="Arial Unicode MS" panose="020B0604020202020204" pitchFamily="34" charset="-128"/>
              </a:rPr>
              <a:t>: </a:t>
            </a:r>
            <a:r>
              <a:rPr lang="de-DE" sz="1050" err="1">
                <a:solidFill>
                  <a:schemeClr val="tx1"/>
                </a:solidFill>
                <a:latin typeface="+mn-lt"/>
                <a:ea typeface="Arial Unicode MS" panose="020B0604020202020204" pitchFamily="34" charset="-128"/>
                <a:cs typeface="Arial Unicode MS" panose="020B0604020202020204" pitchFamily="34" charset="-128"/>
              </a:rPr>
              <a:t>contact</a:t>
            </a:r>
            <a:r>
              <a:rPr lang="de-DE" sz="1050">
                <a:solidFill>
                  <a:schemeClr val="tx1"/>
                </a:solidFill>
                <a:latin typeface="+mn-lt"/>
                <a:ea typeface="Arial Unicode MS" panose="020B0604020202020204" pitchFamily="34" charset="-128"/>
                <a:cs typeface="Arial Unicode MS" panose="020B0604020202020204" pitchFamily="34" charset="-128"/>
              </a:rPr>
              <a:t> gurdev.x.singh@siemens.com</a:t>
            </a:r>
          </a:p>
        </p:txBody>
      </p:sp>
    </p:spTree>
    <p:extLst>
      <p:ext uri="{BB962C8B-B14F-4D97-AF65-F5344CB8AC3E}">
        <p14:creationId xmlns:p14="http://schemas.microsoft.com/office/powerpoint/2010/main" val="179949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EFADA0-0DC3-492A-AB84-F49A2DCE8E6B}"/>
              </a:ext>
            </a:extLst>
          </p:cNvPr>
          <p:cNvSpPr>
            <a:spLocks noGrp="1"/>
          </p:cNvSpPr>
          <p:nvPr>
            <p:ph type="title"/>
          </p:nvPr>
        </p:nvSpPr>
        <p:spPr/>
        <p:txBody>
          <a:bodyPr/>
          <a:lstStyle/>
          <a:p>
            <a:r>
              <a:rPr lang="en-US"/>
              <a:t>Having a „Supervised Learning“ Approach, We Should Distinguish between the Different Data Types of the Target Variable</a:t>
            </a:r>
          </a:p>
        </p:txBody>
      </p:sp>
      <p:sp>
        <p:nvSpPr>
          <p:cNvPr id="6" name="Textfeld 5">
            <a:extLst>
              <a:ext uri="{FF2B5EF4-FFF2-40B4-BE49-F238E27FC236}">
                <a16:creationId xmlns:a16="http://schemas.microsoft.com/office/drawing/2014/main" id="{F8AAD4C5-E027-4729-B415-176D5ACEF1EE}"/>
              </a:ext>
            </a:extLst>
          </p:cNvPr>
          <p:cNvSpPr txBox="1"/>
          <p:nvPr/>
        </p:nvSpPr>
        <p:spPr>
          <a:xfrm>
            <a:off x="590563" y="1895103"/>
            <a:ext cx="10621180" cy="342145"/>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a:t>The target variable is			</a:t>
            </a:r>
            <a:r>
              <a:rPr lang="en-US" sz="1600" b="1"/>
              <a:t>Attributive			Numerical</a:t>
            </a:r>
          </a:p>
        </p:txBody>
      </p:sp>
      <p:sp>
        <p:nvSpPr>
          <p:cNvPr id="7" name="Textfeld 6">
            <a:extLst>
              <a:ext uri="{FF2B5EF4-FFF2-40B4-BE49-F238E27FC236}">
                <a16:creationId xmlns:a16="http://schemas.microsoft.com/office/drawing/2014/main" id="{D5ADA01C-4529-4BAB-87C1-7E735336B1F2}"/>
              </a:ext>
            </a:extLst>
          </p:cNvPr>
          <p:cNvSpPr txBox="1"/>
          <p:nvPr/>
        </p:nvSpPr>
        <p:spPr>
          <a:xfrm>
            <a:off x="590563" y="3576287"/>
            <a:ext cx="3652556" cy="342145"/>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a:t>The learning approach is called:</a:t>
            </a:r>
          </a:p>
        </p:txBody>
      </p:sp>
      <p:pic>
        <p:nvPicPr>
          <p:cNvPr id="9" name="Grafik 8">
            <a:extLst>
              <a:ext uri="{FF2B5EF4-FFF2-40B4-BE49-F238E27FC236}">
                <a16:creationId xmlns:a16="http://schemas.microsoft.com/office/drawing/2014/main" id="{B3CD78F4-EAD7-4BF3-9539-7DB075B3895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994611" y="2362025"/>
            <a:ext cx="900101" cy="982833"/>
          </a:xfrm>
          <a:prstGeom prst="rect">
            <a:avLst/>
          </a:prstGeom>
        </p:spPr>
      </p:pic>
      <p:sp>
        <p:nvSpPr>
          <p:cNvPr id="10" name="Textfeld 9">
            <a:extLst>
              <a:ext uri="{FF2B5EF4-FFF2-40B4-BE49-F238E27FC236}">
                <a16:creationId xmlns:a16="http://schemas.microsoft.com/office/drawing/2014/main" id="{CD2E9217-7DCB-4E08-82E9-EB21C6780762}"/>
              </a:ext>
            </a:extLst>
          </p:cNvPr>
          <p:cNvSpPr txBox="1"/>
          <p:nvPr/>
        </p:nvSpPr>
        <p:spPr>
          <a:xfrm>
            <a:off x="4623011" y="2430458"/>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1" name="Textfeld 10">
            <a:extLst>
              <a:ext uri="{FF2B5EF4-FFF2-40B4-BE49-F238E27FC236}">
                <a16:creationId xmlns:a16="http://schemas.microsoft.com/office/drawing/2014/main" id="{3886BCF2-F427-4903-9652-C0D3E9FED260}"/>
              </a:ext>
            </a:extLst>
          </p:cNvPr>
          <p:cNvSpPr txBox="1"/>
          <p:nvPr/>
        </p:nvSpPr>
        <p:spPr>
          <a:xfrm>
            <a:off x="5232611" y="2268539"/>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2" name="Textfeld 11">
            <a:extLst>
              <a:ext uri="{FF2B5EF4-FFF2-40B4-BE49-F238E27FC236}">
                <a16:creationId xmlns:a16="http://schemas.microsoft.com/office/drawing/2014/main" id="{4EADEC2E-30F2-4EC3-8EE7-0BF56F0807C7}"/>
              </a:ext>
            </a:extLst>
          </p:cNvPr>
          <p:cNvSpPr txBox="1"/>
          <p:nvPr/>
        </p:nvSpPr>
        <p:spPr>
          <a:xfrm>
            <a:off x="4986753" y="2715701"/>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3" name="Textfeld 12">
            <a:extLst>
              <a:ext uri="{FF2B5EF4-FFF2-40B4-BE49-F238E27FC236}">
                <a16:creationId xmlns:a16="http://schemas.microsoft.com/office/drawing/2014/main" id="{C8488973-8CB7-4B0D-94E5-D0624B6360BD}"/>
              </a:ext>
            </a:extLst>
          </p:cNvPr>
          <p:cNvSpPr txBox="1"/>
          <p:nvPr/>
        </p:nvSpPr>
        <p:spPr>
          <a:xfrm>
            <a:off x="5352091" y="2641975"/>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4" name="Textfeld 13">
            <a:extLst>
              <a:ext uri="{FF2B5EF4-FFF2-40B4-BE49-F238E27FC236}">
                <a16:creationId xmlns:a16="http://schemas.microsoft.com/office/drawing/2014/main" id="{6213A876-6040-45C2-8027-6B994D2C26C5}"/>
              </a:ext>
            </a:extLst>
          </p:cNvPr>
          <p:cNvSpPr txBox="1"/>
          <p:nvPr/>
        </p:nvSpPr>
        <p:spPr>
          <a:xfrm>
            <a:off x="5080211" y="3246627"/>
            <a:ext cx="914400" cy="914400"/>
          </a:xfrm>
          <a:prstGeom prst="rect">
            <a:avLst/>
          </a:prstGeom>
          <a:noFill/>
        </p:spPr>
        <p:txBody>
          <a:bodyPr wrap="none" lIns="0" tIns="0" rIns="0" bIns="0" rtlCol="0">
            <a:no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success</a:t>
            </a:r>
          </a:p>
        </p:txBody>
      </p:sp>
      <p:sp>
        <p:nvSpPr>
          <p:cNvPr id="15" name="Textfeld 14">
            <a:extLst>
              <a:ext uri="{FF2B5EF4-FFF2-40B4-BE49-F238E27FC236}">
                <a16:creationId xmlns:a16="http://schemas.microsoft.com/office/drawing/2014/main" id="{94761D7B-E78D-4AFC-9459-15E576052DE2}"/>
              </a:ext>
            </a:extLst>
          </p:cNvPr>
          <p:cNvSpPr txBox="1"/>
          <p:nvPr/>
        </p:nvSpPr>
        <p:spPr>
          <a:xfrm>
            <a:off x="6211209" y="3273630"/>
            <a:ext cx="914400" cy="914400"/>
          </a:xfrm>
          <a:prstGeom prst="rect">
            <a:avLst/>
          </a:prstGeom>
          <a:noFill/>
        </p:spPr>
        <p:txBody>
          <a:bodyPr wrap="none" lIns="0" tIns="0" rIns="0" bIns="0" rtlCol="0">
            <a:no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failure</a:t>
            </a:r>
          </a:p>
        </p:txBody>
      </p:sp>
      <p:sp>
        <p:nvSpPr>
          <p:cNvPr id="16" name="Textfeld 15">
            <a:extLst>
              <a:ext uri="{FF2B5EF4-FFF2-40B4-BE49-F238E27FC236}">
                <a16:creationId xmlns:a16="http://schemas.microsoft.com/office/drawing/2014/main" id="{22189E6D-849B-4F9D-82B7-F73598A0ADC3}"/>
              </a:ext>
            </a:extLst>
          </p:cNvPr>
          <p:cNvSpPr txBox="1"/>
          <p:nvPr/>
        </p:nvSpPr>
        <p:spPr>
          <a:xfrm>
            <a:off x="8701276" y="2420888"/>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40,45</a:t>
            </a:r>
          </a:p>
        </p:txBody>
      </p:sp>
      <p:sp>
        <p:nvSpPr>
          <p:cNvPr id="17" name="Textfeld 16">
            <a:extLst>
              <a:ext uri="{FF2B5EF4-FFF2-40B4-BE49-F238E27FC236}">
                <a16:creationId xmlns:a16="http://schemas.microsoft.com/office/drawing/2014/main" id="{044AA58A-49BD-45B4-B87C-D69ABBD90A8B}"/>
              </a:ext>
            </a:extLst>
          </p:cNvPr>
          <p:cNvSpPr txBox="1"/>
          <p:nvPr/>
        </p:nvSpPr>
        <p:spPr>
          <a:xfrm>
            <a:off x="9193221" y="2766258"/>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40,85</a:t>
            </a:r>
          </a:p>
        </p:txBody>
      </p:sp>
      <p:sp>
        <p:nvSpPr>
          <p:cNvPr id="18" name="Textfeld 17">
            <a:extLst>
              <a:ext uri="{FF2B5EF4-FFF2-40B4-BE49-F238E27FC236}">
                <a16:creationId xmlns:a16="http://schemas.microsoft.com/office/drawing/2014/main" id="{4243C60D-232F-43D1-B513-211535FE2D88}"/>
              </a:ext>
            </a:extLst>
          </p:cNvPr>
          <p:cNvSpPr txBox="1"/>
          <p:nvPr/>
        </p:nvSpPr>
        <p:spPr>
          <a:xfrm>
            <a:off x="9472470" y="2384884"/>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39,97</a:t>
            </a:r>
          </a:p>
        </p:txBody>
      </p:sp>
      <p:sp>
        <p:nvSpPr>
          <p:cNvPr id="19" name="Textfeld 18">
            <a:extLst>
              <a:ext uri="{FF2B5EF4-FFF2-40B4-BE49-F238E27FC236}">
                <a16:creationId xmlns:a16="http://schemas.microsoft.com/office/drawing/2014/main" id="{609D9956-15E3-45BC-A12F-CA4AA3CE6D49}"/>
              </a:ext>
            </a:extLst>
          </p:cNvPr>
          <p:cNvSpPr txBox="1"/>
          <p:nvPr/>
        </p:nvSpPr>
        <p:spPr>
          <a:xfrm>
            <a:off x="8576962" y="2979824"/>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39,12</a:t>
            </a:r>
          </a:p>
        </p:txBody>
      </p:sp>
      <p:sp>
        <p:nvSpPr>
          <p:cNvPr id="20" name="Textfeld 19">
            <a:extLst>
              <a:ext uri="{FF2B5EF4-FFF2-40B4-BE49-F238E27FC236}">
                <a16:creationId xmlns:a16="http://schemas.microsoft.com/office/drawing/2014/main" id="{5986F74A-CDDB-410D-932C-1A4735B5718D}"/>
              </a:ext>
            </a:extLst>
          </p:cNvPr>
          <p:cNvSpPr txBox="1"/>
          <p:nvPr/>
        </p:nvSpPr>
        <p:spPr>
          <a:xfrm>
            <a:off x="9865935" y="2706315"/>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38,93</a:t>
            </a:r>
          </a:p>
        </p:txBody>
      </p:sp>
      <p:sp>
        <p:nvSpPr>
          <p:cNvPr id="21" name="Textfeld 20">
            <a:extLst>
              <a:ext uri="{FF2B5EF4-FFF2-40B4-BE49-F238E27FC236}">
                <a16:creationId xmlns:a16="http://schemas.microsoft.com/office/drawing/2014/main" id="{62918A85-EDDF-45E4-A039-588BE1B43A24}"/>
              </a:ext>
            </a:extLst>
          </p:cNvPr>
          <p:cNvSpPr txBox="1"/>
          <p:nvPr/>
        </p:nvSpPr>
        <p:spPr>
          <a:xfrm>
            <a:off x="9578583" y="3092287"/>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40,07</a:t>
            </a:r>
          </a:p>
        </p:txBody>
      </p:sp>
      <p:sp>
        <p:nvSpPr>
          <p:cNvPr id="22" name="Textfeld 21">
            <a:extLst>
              <a:ext uri="{FF2B5EF4-FFF2-40B4-BE49-F238E27FC236}">
                <a16:creationId xmlns:a16="http://schemas.microsoft.com/office/drawing/2014/main" id="{B4A394C7-63FB-4785-B2A5-1A9160D903E1}"/>
              </a:ext>
            </a:extLst>
          </p:cNvPr>
          <p:cNvSpPr txBox="1"/>
          <p:nvPr/>
        </p:nvSpPr>
        <p:spPr>
          <a:xfrm>
            <a:off x="4514999" y="3581628"/>
            <a:ext cx="2880320" cy="1154675"/>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b="1"/>
              <a:t>„Classification“:</a:t>
            </a:r>
          </a:p>
          <a:p>
            <a:r>
              <a:rPr lang="en-US" sz="1600"/>
              <a:t>Selecting the right group for a new element</a:t>
            </a:r>
          </a:p>
          <a:p>
            <a:pPr marL="285750" indent="-285750">
              <a:buFont typeface="Arial" panose="020B0604020202020204" pitchFamily="34" charset="0"/>
              <a:buChar char="•"/>
            </a:pPr>
            <a:endParaRPr lang="en-US" sz="1600"/>
          </a:p>
        </p:txBody>
      </p:sp>
      <p:sp>
        <p:nvSpPr>
          <p:cNvPr id="23" name="Textfeld 22">
            <a:extLst>
              <a:ext uri="{FF2B5EF4-FFF2-40B4-BE49-F238E27FC236}">
                <a16:creationId xmlns:a16="http://schemas.microsoft.com/office/drawing/2014/main" id="{0C5764E5-BAC8-475A-95D6-5246A56FF3CA}"/>
              </a:ext>
            </a:extLst>
          </p:cNvPr>
          <p:cNvSpPr txBox="1"/>
          <p:nvPr/>
        </p:nvSpPr>
        <p:spPr>
          <a:xfrm>
            <a:off x="8367427" y="3554931"/>
            <a:ext cx="2880320" cy="883832"/>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a:t>„</a:t>
            </a:r>
            <a:r>
              <a:rPr lang="en-US" sz="1600" b="1"/>
              <a:t>Regression</a:t>
            </a:r>
            <a:r>
              <a:rPr lang="en-US" sz="1600"/>
              <a:t>“: Estimates a numerical value for a new element</a:t>
            </a:r>
          </a:p>
        </p:txBody>
      </p:sp>
      <p:sp>
        <p:nvSpPr>
          <p:cNvPr id="24" name="Titel 1">
            <a:extLst>
              <a:ext uri="{FF2B5EF4-FFF2-40B4-BE49-F238E27FC236}">
                <a16:creationId xmlns:a16="http://schemas.microsoft.com/office/drawing/2014/main" id="{6751C557-2809-4893-82B2-D11E4E77FC22}"/>
              </a:ext>
            </a:extLst>
          </p:cNvPr>
          <p:cNvSpPr txBox="1">
            <a:spLocks/>
          </p:cNvSpPr>
          <p:nvPr/>
        </p:nvSpPr>
        <p:spPr bwMode="auto">
          <a:xfrm>
            <a:off x="627113" y="5442462"/>
            <a:ext cx="11088686" cy="749538"/>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800"/>
              <a:t>We focus on Classification examples, because they are easier to explain. </a:t>
            </a:r>
          </a:p>
          <a:p>
            <a:pPr algn="ctr"/>
            <a:r>
              <a:rPr lang="en-US" sz="1800"/>
              <a:t>Regression follows the same principals.</a:t>
            </a:r>
          </a:p>
        </p:txBody>
      </p:sp>
      <p:sp>
        <p:nvSpPr>
          <p:cNvPr id="25" name="Titel 1">
            <a:extLst>
              <a:ext uri="{FF2B5EF4-FFF2-40B4-BE49-F238E27FC236}">
                <a16:creationId xmlns:a16="http://schemas.microsoft.com/office/drawing/2014/main" id="{5853C3F6-80D0-4D74-B741-5B3EA89ADCED}"/>
              </a:ext>
            </a:extLst>
          </p:cNvPr>
          <p:cNvSpPr txBox="1">
            <a:spLocks/>
          </p:cNvSpPr>
          <p:nvPr/>
        </p:nvSpPr>
        <p:spPr bwMode="auto">
          <a:xfrm>
            <a:off x="2211289" y="4545124"/>
            <a:ext cx="11088686" cy="396000"/>
          </a:xfrm>
          <a:prstGeom prst="rect">
            <a:avLst/>
          </a:prstGeom>
          <a:noFill/>
          <a:ln w="9525">
            <a:no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600">
                <a:solidFill>
                  <a:schemeClr val="tx1"/>
                </a:solidFill>
              </a:rPr>
              <a:t>Most learning algorithms have a version for each, </a:t>
            </a:r>
          </a:p>
          <a:p>
            <a:pPr algn="ctr"/>
            <a:r>
              <a:rPr lang="en-US" sz="1600">
                <a:solidFill>
                  <a:schemeClr val="tx1"/>
                </a:solidFill>
              </a:rPr>
              <a:t>Classification and Regression</a:t>
            </a:r>
          </a:p>
        </p:txBody>
      </p:sp>
    </p:spTree>
    <p:extLst>
      <p:ext uri="{BB962C8B-B14F-4D97-AF65-F5344CB8AC3E}">
        <p14:creationId xmlns:p14="http://schemas.microsoft.com/office/powerpoint/2010/main" val="3726135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43399" y="2492896"/>
            <a:ext cx="7654952"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849650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C56E8C5-A86B-462C-ACE3-8304E0B061AC}"/>
              </a:ext>
            </a:extLst>
          </p:cNvPr>
          <p:cNvSpPr>
            <a:spLocks noGrp="1"/>
          </p:cNvSpPr>
          <p:nvPr>
            <p:ph type="title"/>
          </p:nvPr>
        </p:nvSpPr>
        <p:spPr/>
        <p:txBody>
          <a:bodyPr/>
          <a:lstStyle/>
          <a:p>
            <a:r>
              <a:rPr lang="en-US"/>
              <a:t>Classification by Decision Trees </a:t>
            </a:r>
          </a:p>
        </p:txBody>
      </p:sp>
      <p:sp>
        <p:nvSpPr>
          <p:cNvPr id="8" name="Inhaltsplatzhalter 7">
            <a:extLst>
              <a:ext uri="{FF2B5EF4-FFF2-40B4-BE49-F238E27FC236}">
                <a16:creationId xmlns:a16="http://schemas.microsoft.com/office/drawing/2014/main" id="{33FDF562-CC0A-408E-A976-4A2FBD61741D}"/>
              </a:ext>
            </a:extLst>
          </p:cNvPr>
          <p:cNvSpPr>
            <a:spLocks noGrp="1"/>
          </p:cNvSpPr>
          <p:nvPr>
            <p:ph idx="1"/>
          </p:nvPr>
        </p:nvSpPr>
        <p:spPr/>
        <p:txBody>
          <a:bodyPr/>
          <a:lstStyle/>
          <a:p>
            <a:r>
              <a:rPr lang="en-US"/>
              <a:t>New wording CART (Classification and Regression Tree)</a:t>
            </a:r>
          </a:p>
          <a:p>
            <a:r>
              <a:rPr lang="en-US"/>
              <a:t>A crude example:</a:t>
            </a:r>
          </a:p>
        </p:txBody>
      </p:sp>
      <p:pic>
        <p:nvPicPr>
          <p:cNvPr id="9" name="Grafik 8">
            <a:extLst>
              <a:ext uri="{FF2B5EF4-FFF2-40B4-BE49-F238E27FC236}">
                <a16:creationId xmlns:a16="http://schemas.microsoft.com/office/drawing/2014/main" id="{5AF75120-2165-4FC8-9281-5FAAB8A26DFD}"/>
              </a:ext>
            </a:extLst>
          </p:cNvPr>
          <p:cNvPicPr>
            <a:picLocks noChangeAspect="1"/>
          </p:cNvPicPr>
          <p:nvPr/>
        </p:nvPicPr>
        <p:blipFill>
          <a:blip r:embed="rId3"/>
          <a:stretch>
            <a:fillRect/>
          </a:stretch>
        </p:blipFill>
        <p:spPr>
          <a:xfrm>
            <a:off x="1531938" y="2085926"/>
            <a:ext cx="6799486" cy="4091036"/>
          </a:xfrm>
          <a:prstGeom prst="rect">
            <a:avLst/>
          </a:prstGeom>
        </p:spPr>
      </p:pic>
    </p:spTree>
    <p:extLst>
      <p:ext uri="{BB962C8B-B14F-4D97-AF65-F5344CB8AC3E}">
        <p14:creationId xmlns:p14="http://schemas.microsoft.com/office/powerpoint/2010/main" val="483727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E51323-53D3-4833-AA9E-3AE58B51E431}"/>
              </a:ext>
            </a:extLst>
          </p:cNvPr>
          <p:cNvSpPr>
            <a:spLocks noGrp="1"/>
          </p:cNvSpPr>
          <p:nvPr>
            <p:ph type="title"/>
          </p:nvPr>
        </p:nvSpPr>
        <p:spPr/>
        <p:txBody>
          <a:bodyPr/>
          <a:lstStyle/>
          <a:p>
            <a:r>
              <a:rPr lang="en-US"/>
              <a:t>Main Idea How a Decision Tree Is Build</a:t>
            </a:r>
          </a:p>
        </p:txBody>
      </p:sp>
      <p:sp>
        <p:nvSpPr>
          <p:cNvPr id="3" name="Inhaltsplatzhalter 2">
            <a:extLst>
              <a:ext uri="{FF2B5EF4-FFF2-40B4-BE49-F238E27FC236}">
                <a16:creationId xmlns:a16="http://schemas.microsoft.com/office/drawing/2014/main" id="{28C4999F-9C1B-458E-A7C8-014B27DE4845}"/>
              </a:ext>
            </a:extLst>
          </p:cNvPr>
          <p:cNvSpPr>
            <a:spLocks noGrp="1"/>
          </p:cNvSpPr>
          <p:nvPr>
            <p:ph idx="1"/>
          </p:nvPr>
        </p:nvSpPr>
        <p:spPr>
          <a:xfrm>
            <a:off x="627063" y="1440000"/>
            <a:ext cx="7164300" cy="4752000"/>
          </a:xfrm>
        </p:spPr>
        <p:txBody>
          <a:bodyPr/>
          <a:lstStyle/>
          <a:p>
            <a:pPr marL="342900" indent="-342900">
              <a:lnSpc>
                <a:spcPct val="100000"/>
              </a:lnSpc>
              <a:spcBef>
                <a:spcPts val="600"/>
              </a:spcBef>
              <a:buFont typeface="+mj-lt"/>
              <a:buAutoNum type="arabicPeriod"/>
            </a:pPr>
            <a:r>
              <a:rPr lang="en-US"/>
              <a:t>Start at the top: first node</a:t>
            </a:r>
          </a:p>
          <a:p>
            <a:pPr marL="342900" indent="-342900">
              <a:lnSpc>
                <a:spcPct val="100000"/>
              </a:lnSpc>
              <a:spcBef>
                <a:spcPts val="600"/>
              </a:spcBef>
              <a:buFont typeface="+mj-lt"/>
              <a:buAutoNum type="arabicPeriod"/>
            </a:pPr>
            <a:r>
              <a:rPr lang="en-US"/>
              <a:t>Evaluate:</a:t>
            </a:r>
          </a:p>
          <a:p>
            <a:pPr marL="644525" lvl="2" indent="-285750">
              <a:lnSpc>
                <a:spcPct val="100000"/>
              </a:lnSpc>
              <a:spcBef>
                <a:spcPts val="600"/>
              </a:spcBef>
              <a:buFont typeface="Wingdings" panose="05000000000000000000" pitchFamily="2" charset="2"/>
              <a:buChar char="Ø"/>
            </a:pPr>
            <a:r>
              <a:rPr lang="en-US"/>
              <a:t>all input variables</a:t>
            </a:r>
          </a:p>
          <a:p>
            <a:pPr marL="644525" lvl="2" indent="-285750">
              <a:lnSpc>
                <a:spcPct val="100000"/>
              </a:lnSpc>
              <a:spcBef>
                <a:spcPts val="600"/>
              </a:spcBef>
              <a:buFont typeface="Wingdings" panose="05000000000000000000" pitchFamily="2" charset="2"/>
              <a:buChar char="Ø"/>
            </a:pPr>
            <a:r>
              <a:rPr lang="en-US"/>
              <a:t>all their possible split points</a:t>
            </a:r>
          </a:p>
          <a:p>
            <a:pPr marL="644525" lvl="2" indent="-285750">
              <a:lnSpc>
                <a:spcPct val="100000"/>
              </a:lnSpc>
              <a:spcBef>
                <a:spcPts val="600"/>
              </a:spcBef>
              <a:buFont typeface="Wingdings" panose="05000000000000000000" pitchFamily="2" charset="2"/>
              <a:buChar char="Ø"/>
            </a:pPr>
            <a:r>
              <a:rPr lang="en-US"/>
              <a:t>Which would have the highest purity</a:t>
            </a:r>
          </a:p>
          <a:p>
            <a:pPr marL="342900" indent="-342900">
              <a:lnSpc>
                <a:spcPct val="100000"/>
              </a:lnSpc>
              <a:spcBef>
                <a:spcPts val="600"/>
              </a:spcBef>
              <a:buFont typeface="+mj-lt"/>
              <a:buAutoNum type="arabicPeriod"/>
            </a:pPr>
            <a:r>
              <a:rPr lang="en-US"/>
              <a:t>Split accordingly and generate two leaves</a:t>
            </a:r>
          </a:p>
          <a:p>
            <a:pPr marL="342900" indent="-342900">
              <a:lnSpc>
                <a:spcPct val="100000"/>
              </a:lnSpc>
              <a:spcBef>
                <a:spcPts val="600"/>
              </a:spcBef>
              <a:buFont typeface="+mj-lt"/>
              <a:buAutoNum type="arabicPeriod"/>
            </a:pPr>
            <a:r>
              <a:rPr lang="en-US"/>
              <a:t>Repeat 2 + 3 with both leaves</a:t>
            </a:r>
          </a:p>
          <a:p>
            <a:pPr marL="342900" indent="-342900">
              <a:lnSpc>
                <a:spcPct val="100000"/>
              </a:lnSpc>
              <a:spcBef>
                <a:spcPts val="600"/>
              </a:spcBef>
              <a:buFont typeface="+mj-lt"/>
              <a:buAutoNum type="arabicPeriod"/>
            </a:pPr>
            <a:r>
              <a:rPr lang="en-US"/>
              <a:t>Stop when:</a:t>
            </a:r>
          </a:p>
          <a:p>
            <a:pPr marL="701675" lvl="2" indent="-342900">
              <a:lnSpc>
                <a:spcPct val="100000"/>
              </a:lnSpc>
              <a:spcBef>
                <a:spcPts val="600"/>
              </a:spcBef>
            </a:pPr>
            <a:r>
              <a:rPr lang="en-US"/>
              <a:t>Purity can’t be further improved </a:t>
            </a:r>
          </a:p>
          <a:p>
            <a:pPr marL="701675" lvl="2" indent="-342900">
              <a:lnSpc>
                <a:spcPct val="100000"/>
              </a:lnSpc>
              <a:spcBef>
                <a:spcPts val="600"/>
              </a:spcBef>
            </a:pPr>
            <a:r>
              <a:rPr lang="en-US"/>
              <a:t>Some predefined metrics are reached:</a:t>
            </a:r>
          </a:p>
          <a:p>
            <a:pPr marL="1003300" lvl="4" indent="-285750">
              <a:lnSpc>
                <a:spcPct val="100000"/>
              </a:lnSpc>
              <a:spcBef>
                <a:spcPts val="600"/>
              </a:spcBef>
              <a:buFont typeface="Wingdings" panose="05000000000000000000" pitchFamily="2" charset="2"/>
              <a:buChar char="Ø"/>
            </a:pPr>
            <a:r>
              <a:rPr lang="en-US"/>
              <a:t>Maximal depth (=consecutive branches)</a:t>
            </a:r>
            <a:r>
              <a:rPr lang="en-US">
                <a:sym typeface="Wingdings" panose="05000000000000000000" pitchFamily="2" charset="2"/>
              </a:rPr>
              <a:t> will play with this</a:t>
            </a:r>
          </a:p>
          <a:p>
            <a:pPr marL="1003300" lvl="4" indent="-285750">
              <a:lnSpc>
                <a:spcPct val="100000"/>
              </a:lnSpc>
              <a:spcBef>
                <a:spcPts val="600"/>
              </a:spcBef>
              <a:buFont typeface="Wingdings" panose="05000000000000000000" pitchFamily="2" charset="2"/>
              <a:buChar char="Ø"/>
            </a:pPr>
            <a:r>
              <a:rPr lang="en-US">
                <a:sym typeface="Wingdings" panose="05000000000000000000" pitchFamily="2" charset="2"/>
              </a:rPr>
              <a:t>Maximal # of leaves</a:t>
            </a:r>
            <a:endParaRPr lang="en-US"/>
          </a:p>
        </p:txBody>
      </p:sp>
      <p:pic>
        <p:nvPicPr>
          <p:cNvPr id="6" name="Grafik 5">
            <a:extLst>
              <a:ext uri="{FF2B5EF4-FFF2-40B4-BE49-F238E27FC236}">
                <a16:creationId xmlns:a16="http://schemas.microsoft.com/office/drawing/2014/main" id="{2BF8BDC5-723B-4F25-B491-115940F28E4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36629" y="1556792"/>
            <a:ext cx="4787221" cy="2880320"/>
          </a:xfrm>
          <a:prstGeom prst="rect">
            <a:avLst/>
          </a:prstGeom>
          <a:ln>
            <a:solidFill>
              <a:srgbClr val="00646E"/>
            </a:solidFill>
          </a:ln>
        </p:spPr>
      </p:pic>
    </p:spTree>
    <p:extLst>
      <p:ext uri="{BB962C8B-B14F-4D97-AF65-F5344CB8AC3E}">
        <p14:creationId xmlns:p14="http://schemas.microsoft.com/office/powerpoint/2010/main" val="856426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Purity of a Dataset</a:t>
            </a:r>
          </a:p>
        </p:txBody>
      </p:sp>
      <p:sp>
        <p:nvSpPr>
          <p:cNvPr id="72" name="Textfeld 71">
            <a:extLst>
              <a:ext uri="{FF2B5EF4-FFF2-40B4-BE49-F238E27FC236}">
                <a16:creationId xmlns:a16="http://schemas.microsoft.com/office/drawing/2014/main" id="{774CBE54-E081-4D85-80C0-DE53BD492273}"/>
              </a:ext>
            </a:extLst>
          </p:cNvPr>
          <p:cNvSpPr txBox="1"/>
          <p:nvPr/>
        </p:nvSpPr>
        <p:spPr>
          <a:xfrm>
            <a:off x="627062" y="1439999"/>
            <a:ext cx="4058002" cy="2617127"/>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latin typeface="+mn-lt"/>
                <a:ea typeface="Arial Unicode MS" panose="020B0604020202020204" pitchFamily="34" charset="-128"/>
                <a:cs typeface="Arial Unicode MS" panose="020B0604020202020204" pitchFamily="34" charset="-128"/>
              </a:rPr>
              <a:t>Entropy is used to measure purity: </a:t>
            </a:r>
          </a:p>
          <a:p>
            <a:pPr marL="285750" indent="-285750">
              <a:lnSpc>
                <a:spcPct val="110000"/>
              </a:lnSpc>
              <a:spcBef>
                <a:spcPts val="600"/>
              </a:spcBef>
              <a:spcAft>
                <a:spcPts val="60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Measures actually Impurity </a:t>
            </a:r>
          </a:p>
          <a:p>
            <a:pPr marL="285750" indent="-285750">
              <a:lnSpc>
                <a:spcPct val="110000"/>
              </a:lnSpc>
              <a:spcBef>
                <a:spcPts val="600"/>
              </a:spcBef>
              <a:spcAft>
                <a:spcPts val="60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Entropy = 0: perfectly pure node(s)</a:t>
            </a:r>
          </a:p>
          <a:p>
            <a:pPr marL="285750" indent="-285750">
              <a:lnSpc>
                <a:spcPct val="110000"/>
              </a:lnSpc>
              <a:spcBef>
                <a:spcPts val="600"/>
              </a:spcBef>
              <a:spcAft>
                <a:spcPts val="60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Entropy &gt;= 1: large mix of males and females </a:t>
            </a:r>
          </a:p>
          <a:p>
            <a:pPr marL="285750" indent="-285750">
              <a:lnSpc>
                <a:spcPct val="110000"/>
              </a:lnSpc>
              <a:spcBef>
                <a:spcPts val="600"/>
              </a:spcBef>
              <a:spcAft>
                <a:spcPts val="600"/>
              </a:spcAft>
              <a:buFont typeface="Arial" panose="020B0604020202020204" pitchFamily="34" charset="0"/>
              <a:buChar char="•"/>
            </a:pPr>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Goes back to the Shannon Entropy in physics</a:t>
            </a:r>
          </a:p>
          <a:p>
            <a:pPr lvl="1">
              <a:lnSpc>
                <a:spcPct val="110000"/>
              </a:lnSpc>
              <a:spcBef>
                <a:spcPts val="0"/>
              </a:spcBef>
            </a:pPr>
            <a:endParaRPr lang="en-US">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4984169" y="2300634"/>
            <a:ext cx="1654617" cy="1646778"/>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28" name="Textfeld 27">
                <a:extLst>
                  <a:ext uri="{FF2B5EF4-FFF2-40B4-BE49-F238E27FC236}">
                    <a16:creationId xmlns:a16="http://schemas.microsoft.com/office/drawing/2014/main" id="{E34B9680-0D2E-4958-9A9D-9CF69F27F2DC}"/>
                  </a:ext>
                </a:extLst>
              </p:cNvPr>
              <p:cNvSpPr txBox="1"/>
              <p:nvPr/>
            </p:nvSpPr>
            <p:spPr>
              <a:xfrm>
                <a:off x="10275639" y="4252858"/>
                <a:ext cx="151216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8" name="Textfeld 27">
                <a:extLst>
                  <a:ext uri="{FF2B5EF4-FFF2-40B4-BE49-F238E27FC236}">
                    <a16:creationId xmlns:a16="http://schemas.microsoft.com/office/drawing/2014/main" id="{E34B9680-0D2E-4958-9A9D-9CF69F27F2DC}"/>
                  </a:ext>
                </a:extLst>
              </p:cNvPr>
              <p:cNvSpPr txBox="1">
                <a:spLocks noRot="1" noChangeAspect="1" noMove="1" noResize="1" noEditPoints="1" noAdjustHandles="1" noChangeArrowheads="1" noChangeShapeType="1" noTextEdit="1"/>
              </p:cNvSpPr>
              <p:nvPr/>
            </p:nvSpPr>
            <p:spPr>
              <a:xfrm>
                <a:off x="10275639" y="4252858"/>
                <a:ext cx="1512168" cy="914400"/>
              </a:xfrm>
              <a:prstGeom prst="rect">
                <a:avLst/>
              </a:prstGeom>
              <a:blipFill>
                <a:blip r:embed="rId4"/>
                <a:stretch>
                  <a:fillRect l="-6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77645819-2307-49D2-9EAE-63CA2F6A0694}"/>
                  </a:ext>
                </a:extLst>
              </p:cNvPr>
              <p:cNvSpPr txBox="1"/>
              <p:nvPr/>
            </p:nvSpPr>
            <p:spPr>
              <a:xfrm>
                <a:off x="5127067"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9" name="Textfeld 28">
                <a:extLst>
                  <a:ext uri="{FF2B5EF4-FFF2-40B4-BE49-F238E27FC236}">
                    <a16:creationId xmlns:a16="http://schemas.microsoft.com/office/drawing/2014/main" id="{77645819-2307-49D2-9EAE-63CA2F6A0694}"/>
                  </a:ext>
                </a:extLst>
              </p:cNvPr>
              <p:cNvSpPr txBox="1">
                <a:spLocks noRot="1" noChangeAspect="1" noMove="1" noResize="1" noEditPoints="1" noAdjustHandles="1" noChangeArrowheads="1" noChangeShapeType="1" noTextEdit="1"/>
              </p:cNvSpPr>
              <p:nvPr/>
            </p:nvSpPr>
            <p:spPr>
              <a:xfrm>
                <a:off x="5127067" y="4252858"/>
                <a:ext cx="2794528" cy="914400"/>
              </a:xfrm>
              <a:prstGeom prst="rect">
                <a:avLst/>
              </a:prstGeom>
              <a:blipFill>
                <a:blip r:embed="rId5"/>
                <a:stretch>
                  <a:fillRect l="-3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feld 29">
                <a:extLst>
                  <a:ext uri="{FF2B5EF4-FFF2-40B4-BE49-F238E27FC236}">
                    <a16:creationId xmlns:a16="http://schemas.microsoft.com/office/drawing/2014/main" id="{708381AA-9FB8-4ED0-A2F2-1A36F2F9E1E6}"/>
                  </a:ext>
                </a:extLst>
              </p:cNvPr>
              <p:cNvSpPr txBox="1"/>
              <p:nvPr/>
            </p:nvSpPr>
            <p:spPr>
              <a:xfrm>
                <a:off x="7719355"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0" name="Textfeld 29">
                <a:extLst>
                  <a:ext uri="{FF2B5EF4-FFF2-40B4-BE49-F238E27FC236}">
                    <a16:creationId xmlns:a16="http://schemas.microsoft.com/office/drawing/2014/main" id="{708381AA-9FB8-4ED0-A2F2-1A36F2F9E1E6}"/>
                  </a:ext>
                </a:extLst>
              </p:cNvPr>
              <p:cNvSpPr txBox="1">
                <a:spLocks noRot="1" noChangeAspect="1" noMove="1" noResize="1" noEditPoints="1" noAdjustHandles="1" noChangeArrowheads="1" noChangeShapeType="1" noTextEdit="1"/>
              </p:cNvSpPr>
              <p:nvPr/>
            </p:nvSpPr>
            <p:spPr>
              <a:xfrm>
                <a:off x="7719355" y="4252858"/>
                <a:ext cx="2794528" cy="914400"/>
              </a:xfrm>
              <a:prstGeom prst="rect">
                <a:avLst/>
              </a:prstGeom>
              <a:blipFill>
                <a:blip r:embed="rId6"/>
                <a:stretch>
                  <a:fillRect l="-3268"/>
                </a:stretch>
              </a:blipFill>
            </p:spPr>
            <p:txBody>
              <a:bodyPr/>
              <a:lstStyle/>
              <a:p>
                <a:r>
                  <a:rPr lang="en-US">
                    <a:noFill/>
                  </a:rPr>
                  <a:t> </a:t>
                </a:r>
              </a:p>
            </p:txBody>
          </p:sp>
        </mc:Fallback>
      </mc:AlternateContent>
      <p:sp>
        <p:nvSpPr>
          <p:cNvPr id="31" name="Pfeil: nach unten 30">
            <a:extLst>
              <a:ext uri="{FF2B5EF4-FFF2-40B4-BE49-F238E27FC236}">
                <a16:creationId xmlns:a16="http://schemas.microsoft.com/office/drawing/2014/main" id="{20CDC8D9-3760-461E-9F91-540A17CE7003}"/>
              </a:ext>
            </a:extLst>
          </p:cNvPr>
          <p:cNvSpPr/>
          <p:nvPr/>
        </p:nvSpPr>
        <p:spPr bwMode="auto">
          <a:xfrm rot="16200000">
            <a:off x="7962666" y="-1565621"/>
            <a:ext cx="806781" cy="6763774"/>
          </a:xfrm>
          <a:prstGeom prst="down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vert"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tx1"/>
                </a:solidFill>
                <a:latin typeface="+mn-lt"/>
                <a:ea typeface="Arial Unicode MS" panose="020B0604020202020204" pitchFamily="34" charset="-128"/>
                <a:cs typeface="Arial Unicode MS" panose="020B0604020202020204" pitchFamily="34" charset="-128"/>
              </a:rPr>
              <a:t>PURITY</a:t>
            </a:r>
          </a:p>
        </p:txBody>
      </p:sp>
      <p:sp>
        <p:nvSpPr>
          <p:cNvPr id="32" name="Pfeil: nach unten 31">
            <a:extLst>
              <a:ext uri="{FF2B5EF4-FFF2-40B4-BE49-F238E27FC236}">
                <a16:creationId xmlns:a16="http://schemas.microsoft.com/office/drawing/2014/main" id="{C92C49C1-1A11-45CB-8B01-149DF14CFBC4}"/>
              </a:ext>
            </a:extLst>
          </p:cNvPr>
          <p:cNvSpPr/>
          <p:nvPr/>
        </p:nvSpPr>
        <p:spPr bwMode="auto">
          <a:xfrm rot="5400000">
            <a:off x="7962666" y="1713326"/>
            <a:ext cx="806781" cy="6763774"/>
          </a:xfrm>
          <a:prstGeom prst="down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b="1">
                <a:solidFill>
                  <a:schemeClr val="tx1"/>
                </a:solidFill>
                <a:latin typeface="+mn-lt"/>
                <a:ea typeface="Arial Unicode MS" panose="020B0604020202020204" pitchFamily="34" charset="-128"/>
                <a:cs typeface="Arial Unicode MS" panose="020B0604020202020204" pitchFamily="34" charset="-128"/>
              </a:rPr>
              <a:t>ENTROPY</a:t>
            </a:r>
            <a:endParaRPr lang="en-US" sz="1800" b="1">
              <a:solidFill>
                <a:schemeClr val="tx1"/>
              </a:solidFill>
              <a:latin typeface="+mn-lt"/>
              <a:ea typeface="Arial Unicode MS" panose="020B0604020202020204" pitchFamily="34" charset="-128"/>
              <a:cs typeface="Arial Unicode MS" panose="020B0604020202020204" pitchFamily="34" charset="-128"/>
            </a:endParaRPr>
          </a:p>
        </p:txBody>
      </p:sp>
      <p:sp>
        <p:nvSpPr>
          <p:cNvPr id="33" name="Rechteck 32">
            <a:extLst>
              <a:ext uri="{FF2B5EF4-FFF2-40B4-BE49-F238E27FC236}">
                <a16:creationId xmlns:a16="http://schemas.microsoft.com/office/drawing/2014/main" id="{081DE7C5-AEED-409C-84CF-F0E6BBBE66C1}"/>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With Decreasing Entropy the Purity Increases.</a:t>
            </a:r>
          </a:p>
        </p:txBody>
      </p:sp>
      <p:grpSp>
        <p:nvGrpSpPr>
          <p:cNvPr id="11" name="Gruppieren 10">
            <a:extLst>
              <a:ext uri="{FF2B5EF4-FFF2-40B4-BE49-F238E27FC236}">
                <a16:creationId xmlns:a16="http://schemas.microsoft.com/office/drawing/2014/main" id="{FBD3E414-280F-464C-AD44-BE169365A8FD}"/>
              </a:ext>
            </a:extLst>
          </p:cNvPr>
          <p:cNvGrpSpPr/>
          <p:nvPr/>
        </p:nvGrpSpPr>
        <p:grpSpPr>
          <a:xfrm>
            <a:off x="5649545" y="2548956"/>
            <a:ext cx="322634" cy="371157"/>
            <a:chOff x="5649545" y="2548956"/>
            <a:chExt cx="322634" cy="371157"/>
          </a:xfrm>
        </p:grpSpPr>
        <p:sp>
          <p:nvSpPr>
            <p:cNvPr id="66" name="Ellipse 65">
              <a:extLst>
                <a:ext uri="{FF2B5EF4-FFF2-40B4-BE49-F238E27FC236}">
                  <a16:creationId xmlns:a16="http://schemas.microsoft.com/office/drawing/2014/main" id="{3FE2DC8E-6540-471A-9ACB-BD9341279BAA}"/>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5" name="Gerade Verbindung mit Pfeil 4">
              <a:extLst>
                <a:ext uri="{FF2B5EF4-FFF2-40B4-BE49-F238E27FC236}">
                  <a16:creationId xmlns:a16="http://schemas.microsoft.com/office/drawing/2014/main" id="{8AC25E82-C2D6-4002-BA78-AF52A99A2718}"/>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2" name="Gruppieren 11">
            <a:extLst>
              <a:ext uri="{FF2B5EF4-FFF2-40B4-BE49-F238E27FC236}">
                <a16:creationId xmlns:a16="http://schemas.microsoft.com/office/drawing/2014/main" id="{8D658A22-CDE6-4941-9EB8-6256BECB0C91}"/>
              </a:ext>
            </a:extLst>
          </p:cNvPr>
          <p:cNvGrpSpPr/>
          <p:nvPr/>
        </p:nvGrpSpPr>
        <p:grpSpPr>
          <a:xfrm>
            <a:off x="5656495" y="3332599"/>
            <a:ext cx="445260" cy="465370"/>
            <a:chOff x="5656495" y="3332599"/>
            <a:chExt cx="445260" cy="465370"/>
          </a:xfrm>
        </p:grpSpPr>
        <p:sp>
          <p:nvSpPr>
            <p:cNvPr id="69" name="Ellipse 68">
              <a:extLst>
                <a:ext uri="{FF2B5EF4-FFF2-40B4-BE49-F238E27FC236}">
                  <a16:creationId xmlns:a16="http://schemas.microsoft.com/office/drawing/2014/main" id="{79604AE0-6EDB-4287-9961-9FB0DCC69BBA}"/>
                </a:ext>
              </a:extLst>
            </p:cNvPr>
            <p:cNvSpPr/>
            <p:nvPr/>
          </p:nvSpPr>
          <p:spPr bwMode="auto">
            <a:xfrm>
              <a:off x="5759028" y="3332599"/>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 name="Rechteck 7">
              <a:extLst>
                <a:ext uri="{FF2B5EF4-FFF2-40B4-BE49-F238E27FC236}">
                  <a16:creationId xmlns:a16="http://schemas.microsoft.com/office/drawing/2014/main" id="{27BE48E8-95CD-4BEB-889A-38FC753B777C}"/>
                </a:ext>
              </a:extLst>
            </p:cNvPr>
            <p:cNvSpPr/>
            <p:nvPr/>
          </p:nvSpPr>
          <p:spPr bwMode="auto">
            <a:xfrm>
              <a:off x="5656495" y="3484565"/>
              <a:ext cx="445260" cy="3134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3200" b="1">
                  <a:solidFill>
                    <a:schemeClr val="tx1"/>
                  </a:solidFill>
                  <a:latin typeface="+mn-lt"/>
                  <a:ea typeface="Arial Unicode MS" panose="020B0604020202020204" pitchFamily="34" charset="-128"/>
                  <a:cs typeface="Arial Unicode MS" panose="020B0604020202020204" pitchFamily="34" charset="-128"/>
                </a:rPr>
                <a:t>+</a:t>
              </a:r>
            </a:p>
          </p:txBody>
        </p:sp>
      </p:grpSp>
      <p:grpSp>
        <p:nvGrpSpPr>
          <p:cNvPr id="41" name="Gruppieren 40">
            <a:extLst>
              <a:ext uri="{FF2B5EF4-FFF2-40B4-BE49-F238E27FC236}">
                <a16:creationId xmlns:a16="http://schemas.microsoft.com/office/drawing/2014/main" id="{3E0C2968-887C-4A4B-A053-B4E5C7B4EF77}"/>
              </a:ext>
            </a:extLst>
          </p:cNvPr>
          <p:cNvGrpSpPr/>
          <p:nvPr/>
        </p:nvGrpSpPr>
        <p:grpSpPr>
          <a:xfrm>
            <a:off x="6063171" y="2807962"/>
            <a:ext cx="322634" cy="371157"/>
            <a:chOff x="5649545" y="2548956"/>
            <a:chExt cx="322634" cy="371157"/>
          </a:xfrm>
        </p:grpSpPr>
        <p:sp>
          <p:nvSpPr>
            <p:cNvPr id="42" name="Ellipse 41">
              <a:extLst>
                <a:ext uri="{FF2B5EF4-FFF2-40B4-BE49-F238E27FC236}">
                  <a16:creationId xmlns:a16="http://schemas.microsoft.com/office/drawing/2014/main" id="{F76C56EA-30EA-4C76-AB5C-35DED1149E29}"/>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3" name="Gerade Verbindung mit Pfeil 42">
              <a:extLst>
                <a:ext uri="{FF2B5EF4-FFF2-40B4-BE49-F238E27FC236}">
                  <a16:creationId xmlns:a16="http://schemas.microsoft.com/office/drawing/2014/main" id="{B1A2EFF6-D355-41AA-844C-E4D6A1EF16FC}"/>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44" name="Gruppieren 43">
            <a:extLst>
              <a:ext uri="{FF2B5EF4-FFF2-40B4-BE49-F238E27FC236}">
                <a16:creationId xmlns:a16="http://schemas.microsoft.com/office/drawing/2014/main" id="{E558EBFE-AE13-4058-AC8E-1F8C46E84023}"/>
              </a:ext>
            </a:extLst>
          </p:cNvPr>
          <p:cNvGrpSpPr/>
          <p:nvPr/>
        </p:nvGrpSpPr>
        <p:grpSpPr>
          <a:xfrm>
            <a:off x="5234916" y="3022339"/>
            <a:ext cx="445260" cy="465370"/>
            <a:chOff x="5656495" y="3332599"/>
            <a:chExt cx="445260" cy="465370"/>
          </a:xfrm>
        </p:grpSpPr>
        <p:sp>
          <p:nvSpPr>
            <p:cNvPr id="45" name="Ellipse 44">
              <a:extLst>
                <a:ext uri="{FF2B5EF4-FFF2-40B4-BE49-F238E27FC236}">
                  <a16:creationId xmlns:a16="http://schemas.microsoft.com/office/drawing/2014/main" id="{B808D76B-F270-4CE1-BED8-F3058C4AFA50}"/>
                </a:ext>
              </a:extLst>
            </p:cNvPr>
            <p:cNvSpPr/>
            <p:nvPr/>
          </p:nvSpPr>
          <p:spPr bwMode="auto">
            <a:xfrm>
              <a:off x="5759028" y="3332599"/>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6" name="Rechteck 45">
              <a:extLst>
                <a:ext uri="{FF2B5EF4-FFF2-40B4-BE49-F238E27FC236}">
                  <a16:creationId xmlns:a16="http://schemas.microsoft.com/office/drawing/2014/main" id="{C40345DD-ABFF-4BAA-AAD0-87B1DBAF6C18}"/>
                </a:ext>
              </a:extLst>
            </p:cNvPr>
            <p:cNvSpPr/>
            <p:nvPr/>
          </p:nvSpPr>
          <p:spPr bwMode="auto">
            <a:xfrm>
              <a:off x="5656495" y="3484565"/>
              <a:ext cx="445260" cy="3134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3200" b="1">
                  <a:solidFill>
                    <a:schemeClr val="tx1"/>
                  </a:solidFill>
                  <a:latin typeface="+mn-lt"/>
                  <a:ea typeface="Arial Unicode MS" panose="020B0604020202020204" pitchFamily="34" charset="-128"/>
                  <a:cs typeface="Arial Unicode MS" panose="020B0604020202020204" pitchFamily="34" charset="-128"/>
                </a:rPr>
                <a:t>+</a:t>
              </a:r>
            </a:p>
          </p:txBody>
        </p:sp>
      </p:grpSp>
      <p:sp>
        <p:nvSpPr>
          <p:cNvPr id="48" name="Ellipse 47">
            <a:extLst>
              <a:ext uri="{FF2B5EF4-FFF2-40B4-BE49-F238E27FC236}">
                <a16:creationId xmlns:a16="http://schemas.microsoft.com/office/drawing/2014/main" id="{6763CF63-D526-4938-8EB0-996A82B95AB0}"/>
              </a:ext>
            </a:extLst>
          </p:cNvPr>
          <p:cNvSpPr/>
          <p:nvPr/>
        </p:nvSpPr>
        <p:spPr bwMode="auto">
          <a:xfrm>
            <a:off x="7719355" y="2352661"/>
            <a:ext cx="1654617" cy="1646778"/>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49" name="Gruppieren 48">
            <a:extLst>
              <a:ext uri="{FF2B5EF4-FFF2-40B4-BE49-F238E27FC236}">
                <a16:creationId xmlns:a16="http://schemas.microsoft.com/office/drawing/2014/main" id="{DE9D2AFD-239D-4826-BF91-48AE5F9B5B2F}"/>
              </a:ext>
            </a:extLst>
          </p:cNvPr>
          <p:cNvGrpSpPr/>
          <p:nvPr/>
        </p:nvGrpSpPr>
        <p:grpSpPr>
          <a:xfrm>
            <a:off x="8384731" y="2600983"/>
            <a:ext cx="322634" cy="371157"/>
            <a:chOff x="5649545" y="2548956"/>
            <a:chExt cx="322634" cy="371157"/>
          </a:xfrm>
        </p:grpSpPr>
        <p:sp>
          <p:nvSpPr>
            <p:cNvPr id="61" name="Ellipse 60">
              <a:extLst>
                <a:ext uri="{FF2B5EF4-FFF2-40B4-BE49-F238E27FC236}">
                  <a16:creationId xmlns:a16="http://schemas.microsoft.com/office/drawing/2014/main" id="{4910B2C5-99CE-4CE6-BDAD-8982201FB4ED}"/>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67" name="Gerade Verbindung mit Pfeil 66">
              <a:extLst>
                <a:ext uri="{FF2B5EF4-FFF2-40B4-BE49-F238E27FC236}">
                  <a16:creationId xmlns:a16="http://schemas.microsoft.com/office/drawing/2014/main" id="{F768D3A8-6E19-4773-83A5-72A3F01EB0CD}"/>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76" name="Gruppieren 75">
            <a:extLst>
              <a:ext uri="{FF2B5EF4-FFF2-40B4-BE49-F238E27FC236}">
                <a16:creationId xmlns:a16="http://schemas.microsoft.com/office/drawing/2014/main" id="{7C88DD8C-7538-4CB0-888D-3D60E877762B}"/>
              </a:ext>
            </a:extLst>
          </p:cNvPr>
          <p:cNvGrpSpPr/>
          <p:nvPr/>
        </p:nvGrpSpPr>
        <p:grpSpPr>
          <a:xfrm>
            <a:off x="8798357" y="2859989"/>
            <a:ext cx="322634" cy="371157"/>
            <a:chOff x="5649545" y="2548956"/>
            <a:chExt cx="322634" cy="371157"/>
          </a:xfrm>
        </p:grpSpPr>
        <p:sp>
          <p:nvSpPr>
            <p:cNvPr id="77" name="Ellipse 76">
              <a:extLst>
                <a:ext uri="{FF2B5EF4-FFF2-40B4-BE49-F238E27FC236}">
                  <a16:creationId xmlns:a16="http://schemas.microsoft.com/office/drawing/2014/main" id="{C4167C85-1D35-4EDD-A7C6-D673A9150C80}"/>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78" name="Gerade Verbindung mit Pfeil 77">
              <a:extLst>
                <a:ext uri="{FF2B5EF4-FFF2-40B4-BE49-F238E27FC236}">
                  <a16:creationId xmlns:a16="http://schemas.microsoft.com/office/drawing/2014/main" id="{6E224DA0-4265-41AD-8AA1-4214FF85FA50}"/>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79" name="Gruppieren 78">
            <a:extLst>
              <a:ext uri="{FF2B5EF4-FFF2-40B4-BE49-F238E27FC236}">
                <a16:creationId xmlns:a16="http://schemas.microsoft.com/office/drawing/2014/main" id="{829304C9-1CEC-41BB-BFCC-48FA1A538F96}"/>
              </a:ext>
            </a:extLst>
          </p:cNvPr>
          <p:cNvGrpSpPr/>
          <p:nvPr/>
        </p:nvGrpSpPr>
        <p:grpSpPr>
          <a:xfrm>
            <a:off x="7970102" y="3074366"/>
            <a:ext cx="445260" cy="465370"/>
            <a:chOff x="5656495" y="3332599"/>
            <a:chExt cx="445260" cy="465370"/>
          </a:xfrm>
        </p:grpSpPr>
        <p:sp>
          <p:nvSpPr>
            <p:cNvPr id="80" name="Ellipse 79">
              <a:extLst>
                <a:ext uri="{FF2B5EF4-FFF2-40B4-BE49-F238E27FC236}">
                  <a16:creationId xmlns:a16="http://schemas.microsoft.com/office/drawing/2014/main" id="{64213F3B-18C3-4E76-A5D9-FD533B2616B4}"/>
                </a:ext>
              </a:extLst>
            </p:cNvPr>
            <p:cNvSpPr/>
            <p:nvPr/>
          </p:nvSpPr>
          <p:spPr bwMode="auto">
            <a:xfrm>
              <a:off x="5759028" y="3332599"/>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1" name="Rechteck 80">
              <a:extLst>
                <a:ext uri="{FF2B5EF4-FFF2-40B4-BE49-F238E27FC236}">
                  <a16:creationId xmlns:a16="http://schemas.microsoft.com/office/drawing/2014/main" id="{80BE0ACD-A7D4-41D0-B9DA-00B32771A30C}"/>
                </a:ext>
              </a:extLst>
            </p:cNvPr>
            <p:cNvSpPr/>
            <p:nvPr/>
          </p:nvSpPr>
          <p:spPr bwMode="auto">
            <a:xfrm>
              <a:off x="5656495" y="3484565"/>
              <a:ext cx="445260" cy="3134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3200" b="1">
                  <a:solidFill>
                    <a:schemeClr val="tx1"/>
                  </a:solidFill>
                  <a:latin typeface="+mn-lt"/>
                  <a:ea typeface="Arial Unicode MS" panose="020B0604020202020204" pitchFamily="34" charset="-128"/>
                  <a:cs typeface="Arial Unicode MS" panose="020B0604020202020204" pitchFamily="34" charset="-128"/>
                </a:rPr>
                <a:t>+</a:t>
              </a:r>
            </a:p>
          </p:txBody>
        </p:sp>
      </p:grpSp>
      <p:sp>
        <p:nvSpPr>
          <p:cNvPr id="82" name="Ellipse 81">
            <a:extLst>
              <a:ext uri="{FF2B5EF4-FFF2-40B4-BE49-F238E27FC236}">
                <a16:creationId xmlns:a16="http://schemas.microsoft.com/office/drawing/2014/main" id="{ADC4B5A9-D103-477D-A5E0-61B0BEA88490}"/>
              </a:ext>
            </a:extLst>
          </p:cNvPr>
          <p:cNvSpPr/>
          <p:nvPr/>
        </p:nvSpPr>
        <p:spPr bwMode="auto">
          <a:xfrm>
            <a:off x="9916671" y="2352661"/>
            <a:ext cx="1654617" cy="1646778"/>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83" name="Gruppieren 82">
            <a:extLst>
              <a:ext uri="{FF2B5EF4-FFF2-40B4-BE49-F238E27FC236}">
                <a16:creationId xmlns:a16="http://schemas.microsoft.com/office/drawing/2014/main" id="{6DD90AB9-85BD-40F5-A0F8-F8EC8C6782D7}"/>
              </a:ext>
            </a:extLst>
          </p:cNvPr>
          <p:cNvGrpSpPr/>
          <p:nvPr/>
        </p:nvGrpSpPr>
        <p:grpSpPr>
          <a:xfrm>
            <a:off x="10582047" y="2600983"/>
            <a:ext cx="322634" cy="371157"/>
            <a:chOff x="5649545" y="2548956"/>
            <a:chExt cx="322634" cy="371157"/>
          </a:xfrm>
        </p:grpSpPr>
        <p:sp>
          <p:nvSpPr>
            <p:cNvPr id="84" name="Ellipse 83">
              <a:extLst>
                <a:ext uri="{FF2B5EF4-FFF2-40B4-BE49-F238E27FC236}">
                  <a16:creationId xmlns:a16="http://schemas.microsoft.com/office/drawing/2014/main" id="{363B4182-8676-42B1-9AF9-96C73F817853}"/>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85" name="Gerade Verbindung mit Pfeil 84">
              <a:extLst>
                <a:ext uri="{FF2B5EF4-FFF2-40B4-BE49-F238E27FC236}">
                  <a16:creationId xmlns:a16="http://schemas.microsoft.com/office/drawing/2014/main" id="{748C2AC5-EB4D-4EB9-AF9B-FDC3199B9D07}"/>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89" name="Gruppieren 88">
            <a:extLst>
              <a:ext uri="{FF2B5EF4-FFF2-40B4-BE49-F238E27FC236}">
                <a16:creationId xmlns:a16="http://schemas.microsoft.com/office/drawing/2014/main" id="{45DAD2C5-CEE9-49E1-B0AD-26DA4B5A91F9}"/>
              </a:ext>
            </a:extLst>
          </p:cNvPr>
          <p:cNvGrpSpPr/>
          <p:nvPr/>
        </p:nvGrpSpPr>
        <p:grpSpPr>
          <a:xfrm>
            <a:off x="10995673" y="2859989"/>
            <a:ext cx="322634" cy="371157"/>
            <a:chOff x="5649545" y="2548956"/>
            <a:chExt cx="322634" cy="371157"/>
          </a:xfrm>
        </p:grpSpPr>
        <p:sp>
          <p:nvSpPr>
            <p:cNvPr id="90" name="Ellipse 89">
              <a:extLst>
                <a:ext uri="{FF2B5EF4-FFF2-40B4-BE49-F238E27FC236}">
                  <a16:creationId xmlns:a16="http://schemas.microsoft.com/office/drawing/2014/main" id="{2E10A935-9157-4A23-8C9F-E978485608BD}"/>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91" name="Gerade Verbindung mit Pfeil 90">
              <a:extLst>
                <a:ext uri="{FF2B5EF4-FFF2-40B4-BE49-F238E27FC236}">
                  <a16:creationId xmlns:a16="http://schemas.microsoft.com/office/drawing/2014/main" id="{E0767428-F8BF-43FA-AFCA-3C2E3BD3CF53}"/>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95" name="Gruppieren 94">
            <a:extLst>
              <a:ext uri="{FF2B5EF4-FFF2-40B4-BE49-F238E27FC236}">
                <a16:creationId xmlns:a16="http://schemas.microsoft.com/office/drawing/2014/main" id="{3954AC74-DB2D-4C48-B2F8-F11DD4873EC7}"/>
              </a:ext>
            </a:extLst>
          </p:cNvPr>
          <p:cNvGrpSpPr/>
          <p:nvPr/>
        </p:nvGrpSpPr>
        <p:grpSpPr>
          <a:xfrm>
            <a:off x="8460755" y="3287622"/>
            <a:ext cx="322634" cy="371157"/>
            <a:chOff x="5649545" y="2548956"/>
            <a:chExt cx="322634" cy="371157"/>
          </a:xfrm>
        </p:grpSpPr>
        <p:sp>
          <p:nvSpPr>
            <p:cNvPr id="96" name="Ellipse 95">
              <a:extLst>
                <a:ext uri="{FF2B5EF4-FFF2-40B4-BE49-F238E27FC236}">
                  <a16:creationId xmlns:a16="http://schemas.microsoft.com/office/drawing/2014/main" id="{9FDF4F9C-8AF5-4E74-A0FA-D11A12677E55}"/>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97" name="Gerade Verbindung mit Pfeil 96">
              <a:extLst>
                <a:ext uri="{FF2B5EF4-FFF2-40B4-BE49-F238E27FC236}">
                  <a16:creationId xmlns:a16="http://schemas.microsoft.com/office/drawing/2014/main" id="{7E78FD3F-E8A0-4F9A-9D97-9751E1A19B97}"/>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98" name="Gruppieren 97">
            <a:extLst>
              <a:ext uri="{FF2B5EF4-FFF2-40B4-BE49-F238E27FC236}">
                <a16:creationId xmlns:a16="http://schemas.microsoft.com/office/drawing/2014/main" id="{CAC577C1-3A69-4517-9DCE-DA468DF6F675}"/>
              </a:ext>
            </a:extLst>
          </p:cNvPr>
          <p:cNvGrpSpPr/>
          <p:nvPr/>
        </p:nvGrpSpPr>
        <p:grpSpPr>
          <a:xfrm>
            <a:off x="10141937" y="3066811"/>
            <a:ext cx="322634" cy="371157"/>
            <a:chOff x="5649545" y="2548956"/>
            <a:chExt cx="322634" cy="371157"/>
          </a:xfrm>
        </p:grpSpPr>
        <p:sp>
          <p:nvSpPr>
            <p:cNvPr id="99" name="Ellipse 98">
              <a:extLst>
                <a:ext uri="{FF2B5EF4-FFF2-40B4-BE49-F238E27FC236}">
                  <a16:creationId xmlns:a16="http://schemas.microsoft.com/office/drawing/2014/main" id="{29BFBBBB-9E46-4A99-8ACF-ED3A92DA8572}"/>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00" name="Gerade Verbindung mit Pfeil 99">
              <a:extLst>
                <a:ext uri="{FF2B5EF4-FFF2-40B4-BE49-F238E27FC236}">
                  <a16:creationId xmlns:a16="http://schemas.microsoft.com/office/drawing/2014/main" id="{5C86128B-2074-4048-AFB3-820B8D5BED6C}"/>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01" name="Gruppieren 100">
            <a:extLst>
              <a:ext uri="{FF2B5EF4-FFF2-40B4-BE49-F238E27FC236}">
                <a16:creationId xmlns:a16="http://schemas.microsoft.com/office/drawing/2014/main" id="{545398CF-0DDA-4FD1-8C49-0491695F95D0}"/>
              </a:ext>
            </a:extLst>
          </p:cNvPr>
          <p:cNvGrpSpPr/>
          <p:nvPr/>
        </p:nvGrpSpPr>
        <p:grpSpPr>
          <a:xfrm>
            <a:off x="10724187" y="3339167"/>
            <a:ext cx="322634" cy="371157"/>
            <a:chOff x="5649545" y="2548956"/>
            <a:chExt cx="322634" cy="371157"/>
          </a:xfrm>
        </p:grpSpPr>
        <p:sp>
          <p:nvSpPr>
            <p:cNvPr id="102" name="Ellipse 101">
              <a:extLst>
                <a:ext uri="{FF2B5EF4-FFF2-40B4-BE49-F238E27FC236}">
                  <a16:creationId xmlns:a16="http://schemas.microsoft.com/office/drawing/2014/main" id="{D2D312B4-E885-46D7-ADE5-BCAA3FF8B80B}"/>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03" name="Gerade Verbindung mit Pfeil 102">
              <a:extLst>
                <a:ext uri="{FF2B5EF4-FFF2-40B4-BE49-F238E27FC236}">
                  <a16:creationId xmlns:a16="http://schemas.microsoft.com/office/drawing/2014/main" id="{B73E643F-FA12-4FBF-A2B6-2107F056009B}"/>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692817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BEAF49-B69C-4F1B-9F38-8CFB51DAC732}"/>
              </a:ext>
            </a:extLst>
          </p:cNvPr>
          <p:cNvSpPr>
            <a:spLocks noGrp="1"/>
          </p:cNvSpPr>
          <p:nvPr>
            <p:ph type="title"/>
          </p:nvPr>
        </p:nvSpPr>
        <p:spPr/>
        <p:txBody>
          <a:bodyPr/>
          <a:lstStyle/>
          <a:p>
            <a:r>
              <a:rPr lang="en-US"/>
              <a:t>Iris Data Set: 75 Data Points about 3 Types of Irises</a:t>
            </a:r>
            <a:br>
              <a:rPr lang="en-US"/>
            </a:br>
            <a:endParaRPr lang="en-US"/>
          </a:p>
        </p:txBody>
      </p:sp>
      <p:sp>
        <p:nvSpPr>
          <p:cNvPr id="3" name="Inhaltsplatzhalter 2">
            <a:extLst>
              <a:ext uri="{FF2B5EF4-FFF2-40B4-BE49-F238E27FC236}">
                <a16:creationId xmlns:a16="http://schemas.microsoft.com/office/drawing/2014/main" id="{43BF1CAA-446F-4EDA-B9C8-C4846A2958EC}"/>
              </a:ext>
            </a:extLst>
          </p:cNvPr>
          <p:cNvSpPr>
            <a:spLocks noGrp="1"/>
          </p:cNvSpPr>
          <p:nvPr>
            <p:ph idx="1"/>
          </p:nvPr>
        </p:nvSpPr>
        <p:spPr>
          <a:noFill/>
          <a:ln w="9525">
            <a:noFill/>
            <a:miter lim="800000"/>
            <a:headEnd/>
            <a:tailEnd/>
          </a:ln>
        </p:spPr>
        <p:txBody>
          <a:bodyPr vert="horz" wrap="square" lIns="0" tIns="0" rIns="0" bIns="0" numCol="1" anchor="t" anchorCtr="0" compatLnSpc="1">
            <a:prstTxWarp prst="textNoShape">
              <a:avLst/>
            </a:prstTxWarp>
          </a:bodyPr>
          <a:lstStyle/>
          <a:p>
            <a:endParaRPr lang="en-US"/>
          </a:p>
          <a:p>
            <a:r>
              <a:rPr lang="en-US"/>
              <a:t>21x Iris Setosa 		27x Iris Versicolor 	27x Iris Virginica</a:t>
            </a:r>
          </a:p>
        </p:txBody>
      </p:sp>
      <p:sp>
        <p:nvSpPr>
          <p:cNvPr id="5" name="Inhaltsplatzhalter 4">
            <a:extLst>
              <a:ext uri="{FF2B5EF4-FFF2-40B4-BE49-F238E27FC236}">
                <a16:creationId xmlns:a16="http://schemas.microsoft.com/office/drawing/2014/main" id="{7BF1A6E8-7C6D-4C22-A102-4FC6FFBACFC7}"/>
              </a:ext>
            </a:extLst>
          </p:cNvPr>
          <p:cNvSpPr>
            <a:spLocks noGrp="1"/>
          </p:cNvSpPr>
          <p:nvPr>
            <p:ph sz="quarter" idx="13"/>
          </p:nvPr>
        </p:nvSpPr>
        <p:spPr>
          <a:xfrm>
            <a:off x="592676" y="4118442"/>
            <a:ext cx="4752032" cy="2304000"/>
          </a:xfrm>
        </p:spPr>
        <p:txBody>
          <a:bodyPr/>
          <a:lstStyle/>
          <a:p>
            <a:r>
              <a:rPr lang="en-US"/>
              <a:t>Measured length and width of leaves:</a:t>
            </a:r>
          </a:p>
          <a:p>
            <a:endParaRPr lang="en-US"/>
          </a:p>
          <a:p>
            <a:r>
              <a:rPr lang="en-US"/>
              <a:t>Sepal (dt: Kelchblatt)</a:t>
            </a:r>
          </a:p>
          <a:p>
            <a:r>
              <a:rPr lang="en-US"/>
              <a:t>Petal (dt. Blüten/ Kronblatt)</a:t>
            </a:r>
          </a:p>
          <a:p>
            <a:endParaRPr lang="en-US"/>
          </a:p>
        </p:txBody>
      </p:sp>
      <p:pic>
        <p:nvPicPr>
          <p:cNvPr id="1026" name="Picture 2" descr="Bildergebnis für iris setosa">
            <a:extLst>
              <a:ext uri="{FF2B5EF4-FFF2-40B4-BE49-F238E27FC236}">
                <a16:creationId xmlns:a16="http://schemas.microsoft.com/office/drawing/2014/main" id="{4BCA66EB-9E23-49DE-9253-283558728449}"/>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27063" y="2085748"/>
            <a:ext cx="1758139" cy="14512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ldergebnis für iris versicolor">
            <a:extLst>
              <a:ext uri="{FF2B5EF4-FFF2-40B4-BE49-F238E27FC236}">
                <a16:creationId xmlns:a16="http://schemas.microsoft.com/office/drawing/2014/main" id="{7028F54A-5400-45A4-9503-8142E5F4AF4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08534" y="2104873"/>
            <a:ext cx="1443762" cy="1443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ildergebnis für iris virgninica">
            <a:extLst>
              <a:ext uri="{FF2B5EF4-FFF2-40B4-BE49-F238E27FC236}">
                <a16:creationId xmlns:a16="http://schemas.microsoft.com/office/drawing/2014/main" id="{E5F28DDA-A04A-4C8A-9F1C-C6054806F16D}"/>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099883" y="2104873"/>
            <a:ext cx="1551702" cy="14321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ildergebnis für iris virgninica sepal">
            <a:extLst>
              <a:ext uri="{FF2B5EF4-FFF2-40B4-BE49-F238E27FC236}">
                <a16:creationId xmlns:a16="http://schemas.microsoft.com/office/drawing/2014/main" id="{F12EB078-B2A5-4E20-8EFF-05A58782AD2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836025" y="3393542"/>
            <a:ext cx="2607858" cy="2607858"/>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a:extLst>
              <a:ext uri="{FF2B5EF4-FFF2-40B4-BE49-F238E27FC236}">
                <a16:creationId xmlns:a16="http://schemas.microsoft.com/office/drawing/2014/main" id="{EC4D0917-F1D1-4A75-9C6C-63DD4E01A584}"/>
              </a:ext>
            </a:extLst>
          </p:cNvPr>
          <p:cNvSpPr/>
          <p:nvPr/>
        </p:nvSpPr>
        <p:spPr>
          <a:xfrm>
            <a:off x="6048672" y="4118442"/>
            <a:ext cx="6099175" cy="22016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a:lnSpc>
                <a:spcPct val="110000"/>
              </a:lnSpc>
              <a:spcBef>
                <a:spcPct val="0"/>
              </a:spcBef>
              <a:buClr>
                <a:schemeClr val="accent1"/>
              </a:buClr>
            </a:pPr>
            <a:r>
              <a:rPr lang="en-US">
                <a:solidFill>
                  <a:schemeClr val="tx1"/>
                </a:solidFill>
                <a:ea typeface="+mn-ea"/>
                <a:cs typeface="Arial" pitchFamily="34" charset="0"/>
              </a:rPr>
              <a:t>X[0]: SepalLengthCm	 </a:t>
            </a:r>
          </a:p>
          <a:p>
            <a:pPr>
              <a:lnSpc>
                <a:spcPct val="110000"/>
              </a:lnSpc>
              <a:spcBef>
                <a:spcPct val="0"/>
              </a:spcBef>
              <a:buClr>
                <a:schemeClr val="accent1"/>
              </a:buClr>
            </a:pPr>
            <a:r>
              <a:rPr lang="en-US">
                <a:solidFill>
                  <a:schemeClr val="tx1"/>
                </a:solidFill>
                <a:ea typeface="+mn-ea"/>
                <a:cs typeface="Arial" pitchFamily="34" charset="0"/>
              </a:rPr>
              <a:t>X[1]: SepalWidthCm	 </a:t>
            </a:r>
          </a:p>
          <a:p>
            <a:pPr>
              <a:lnSpc>
                <a:spcPct val="110000"/>
              </a:lnSpc>
              <a:spcBef>
                <a:spcPct val="0"/>
              </a:spcBef>
              <a:buClr>
                <a:schemeClr val="accent1"/>
              </a:buClr>
            </a:pPr>
            <a:r>
              <a:rPr lang="en-US">
                <a:solidFill>
                  <a:schemeClr val="tx1"/>
                </a:solidFill>
                <a:ea typeface="+mn-ea"/>
                <a:cs typeface="Arial" pitchFamily="34" charset="0"/>
              </a:rPr>
              <a:t>X[2]: PetalLengthCm	 </a:t>
            </a:r>
          </a:p>
          <a:p>
            <a:pPr>
              <a:lnSpc>
                <a:spcPct val="110000"/>
              </a:lnSpc>
              <a:spcBef>
                <a:spcPct val="0"/>
              </a:spcBef>
              <a:buClr>
                <a:schemeClr val="accent1"/>
              </a:buClr>
            </a:pPr>
            <a:r>
              <a:rPr lang="en-US">
                <a:solidFill>
                  <a:schemeClr val="tx1"/>
                </a:solidFill>
                <a:ea typeface="+mn-ea"/>
                <a:cs typeface="Arial" pitchFamily="34" charset="0"/>
              </a:rPr>
              <a:t>X[3]: PetalWidthCm</a:t>
            </a:r>
          </a:p>
          <a:p>
            <a:pPr>
              <a:lnSpc>
                <a:spcPct val="110000"/>
              </a:lnSpc>
              <a:spcBef>
                <a:spcPct val="0"/>
              </a:spcBef>
              <a:buClr>
                <a:schemeClr val="accent1"/>
              </a:buClr>
            </a:pPr>
            <a:endParaRPr lang="en-US">
              <a:solidFill>
                <a:schemeClr val="tx1"/>
              </a:solidFill>
              <a:ea typeface="+mn-ea"/>
              <a:cs typeface="Arial" pitchFamily="34" charset="0"/>
            </a:endParaRPr>
          </a:p>
        </p:txBody>
      </p:sp>
    </p:spTree>
    <p:extLst>
      <p:ext uri="{BB962C8B-B14F-4D97-AF65-F5344CB8AC3E}">
        <p14:creationId xmlns:p14="http://schemas.microsoft.com/office/powerpoint/2010/main" val="760128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5FDED-1561-40CB-9F95-E004DCBFB2C7}"/>
              </a:ext>
            </a:extLst>
          </p:cNvPr>
          <p:cNvSpPr>
            <a:spLocks noGrp="1"/>
          </p:cNvSpPr>
          <p:nvPr>
            <p:ph type="title"/>
          </p:nvPr>
        </p:nvSpPr>
        <p:spPr/>
        <p:txBody>
          <a:bodyPr/>
          <a:lstStyle/>
          <a:p>
            <a:r>
              <a:rPr lang="de-DE"/>
              <a:t>Plot Your Data!</a:t>
            </a:r>
            <a:endParaRPr lang="en-US"/>
          </a:p>
        </p:txBody>
      </p:sp>
      <p:sp>
        <p:nvSpPr>
          <p:cNvPr id="3" name="Inhaltsplatzhalter 2">
            <a:extLst>
              <a:ext uri="{FF2B5EF4-FFF2-40B4-BE49-F238E27FC236}">
                <a16:creationId xmlns:a16="http://schemas.microsoft.com/office/drawing/2014/main" id="{F4E34407-2337-4F35-B93F-99E2E77FD94A}"/>
              </a:ext>
            </a:extLst>
          </p:cNvPr>
          <p:cNvSpPr>
            <a:spLocks noGrp="1"/>
          </p:cNvSpPr>
          <p:nvPr>
            <p:ph idx="1"/>
          </p:nvPr>
        </p:nvSpPr>
        <p:spPr/>
        <p:txBody>
          <a:bodyPr/>
          <a:lstStyle/>
          <a:p>
            <a:endParaRPr lang="en-US"/>
          </a:p>
        </p:txBody>
      </p:sp>
      <p:sp>
        <p:nvSpPr>
          <p:cNvPr id="4" name="Inhaltsplatzhalter 3">
            <a:extLst>
              <a:ext uri="{FF2B5EF4-FFF2-40B4-BE49-F238E27FC236}">
                <a16:creationId xmlns:a16="http://schemas.microsoft.com/office/drawing/2014/main" id="{6F6A1224-039A-41A0-B270-CA4AB0673220}"/>
              </a:ext>
            </a:extLst>
          </p:cNvPr>
          <p:cNvSpPr>
            <a:spLocks noGrp="1"/>
          </p:cNvSpPr>
          <p:nvPr>
            <p:ph sz="quarter" idx="13"/>
          </p:nvPr>
        </p:nvSpPr>
        <p:spPr/>
        <p:txBody>
          <a:bodyPr/>
          <a:lstStyle/>
          <a:p>
            <a:endParaRPr lang="en-US"/>
          </a:p>
        </p:txBody>
      </p:sp>
      <p:pic>
        <p:nvPicPr>
          <p:cNvPr id="5" name="Grafik 4">
            <a:extLst>
              <a:ext uri="{FF2B5EF4-FFF2-40B4-BE49-F238E27FC236}">
                <a16:creationId xmlns:a16="http://schemas.microsoft.com/office/drawing/2014/main" id="{BDE198D8-CECE-4F22-BF42-30CD25720657}"/>
              </a:ext>
            </a:extLst>
          </p:cNvPr>
          <p:cNvPicPr>
            <a:picLocks noChangeAspect="1"/>
          </p:cNvPicPr>
          <p:nvPr/>
        </p:nvPicPr>
        <p:blipFill>
          <a:blip r:embed="rId2"/>
          <a:stretch>
            <a:fillRect/>
          </a:stretch>
        </p:blipFill>
        <p:spPr>
          <a:xfrm>
            <a:off x="639136" y="1439228"/>
            <a:ext cx="7122985" cy="4752772"/>
          </a:xfrm>
          <a:prstGeom prst="rect">
            <a:avLst/>
          </a:prstGeom>
        </p:spPr>
      </p:pic>
    </p:spTree>
    <p:extLst>
      <p:ext uri="{BB962C8B-B14F-4D97-AF65-F5344CB8AC3E}">
        <p14:creationId xmlns:p14="http://schemas.microsoft.com/office/powerpoint/2010/main" val="2219003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1E2CBB-E575-4537-91B7-6828927A5C42}"/>
              </a:ext>
            </a:extLst>
          </p:cNvPr>
          <p:cNvSpPr>
            <a:spLocks noGrp="1"/>
          </p:cNvSpPr>
          <p:nvPr>
            <p:ph type="title"/>
          </p:nvPr>
        </p:nvSpPr>
        <p:spPr>
          <a:noFill/>
          <a:ln w="38100"/>
        </p:spPr>
        <p:txBody>
          <a:bodyPr/>
          <a:lstStyle/>
          <a:p>
            <a:r>
              <a:rPr lang="en-US"/>
              <a:t>Training Data and Test Data</a:t>
            </a:r>
          </a:p>
        </p:txBody>
      </p:sp>
      <p:sp>
        <p:nvSpPr>
          <p:cNvPr id="3" name="Inhaltsplatzhalter 2">
            <a:extLst>
              <a:ext uri="{FF2B5EF4-FFF2-40B4-BE49-F238E27FC236}">
                <a16:creationId xmlns:a16="http://schemas.microsoft.com/office/drawing/2014/main" id="{EC5781A1-42B6-4EA9-8249-5C9067D36F62}"/>
              </a:ext>
            </a:extLst>
          </p:cNvPr>
          <p:cNvSpPr>
            <a:spLocks noGrp="1"/>
          </p:cNvSpPr>
          <p:nvPr>
            <p:ph idx="1"/>
          </p:nvPr>
        </p:nvSpPr>
        <p:spPr>
          <a:xfrm>
            <a:off x="627062" y="1444768"/>
            <a:ext cx="11088687" cy="1498024"/>
          </a:xfrm>
          <a:noFill/>
          <a:ln w="38100"/>
        </p:spPr>
        <p:txBody>
          <a:bodyPr/>
          <a:lstStyle/>
          <a:p>
            <a:pPr>
              <a:spcBef>
                <a:spcPts val="600"/>
              </a:spcBef>
              <a:spcAft>
                <a:spcPts val="600"/>
              </a:spcAft>
            </a:pPr>
            <a:r>
              <a:rPr lang="en-US"/>
              <a:t>Split your data in training and test data:</a:t>
            </a:r>
          </a:p>
          <a:p>
            <a:pPr marL="285750" indent="-285750">
              <a:spcBef>
                <a:spcPts val="600"/>
              </a:spcBef>
              <a:spcAft>
                <a:spcPts val="600"/>
              </a:spcAft>
              <a:buFont typeface="Arial" panose="020B0604020202020204" pitchFamily="34" charset="0"/>
              <a:buChar char="•"/>
            </a:pPr>
            <a:r>
              <a:rPr lang="en-US"/>
              <a:t>Training data: to train the model</a:t>
            </a:r>
          </a:p>
          <a:p>
            <a:pPr marL="285750" indent="-285750">
              <a:spcBef>
                <a:spcPts val="600"/>
              </a:spcBef>
              <a:spcAft>
                <a:spcPts val="600"/>
              </a:spcAft>
              <a:buFont typeface="Arial" panose="020B0604020202020204" pitchFamily="34" charset="0"/>
              <a:buChar char="•"/>
            </a:pPr>
            <a:r>
              <a:rPr lang="en-US"/>
              <a:t>Test data: to validate if the model works on data the model has not seen yet</a:t>
            </a:r>
          </a:p>
        </p:txBody>
      </p:sp>
      <p:sp>
        <p:nvSpPr>
          <p:cNvPr id="56" name="Rechteck 55">
            <a:extLst>
              <a:ext uri="{FF2B5EF4-FFF2-40B4-BE49-F238E27FC236}">
                <a16:creationId xmlns:a16="http://schemas.microsoft.com/office/drawing/2014/main" id="{9B41E5EB-121D-413E-AE44-9A71CF6A2A8F}"/>
              </a:ext>
            </a:extLst>
          </p:cNvPr>
          <p:cNvSpPr/>
          <p:nvPr/>
        </p:nvSpPr>
        <p:spPr bwMode="auto">
          <a:xfrm>
            <a:off x="4681207" y="4698005"/>
            <a:ext cx="2984867" cy="1573540"/>
          </a:xfrm>
          <a:prstGeom prst="rect">
            <a:avLst/>
          </a:prstGeom>
          <a:solidFill>
            <a:schemeClr val="accent4">
              <a:lumMod val="20000"/>
              <a:lumOff val="80000"/>
              <a:alpha val="29804"/>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Test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Rechteck 58">
            <a:extLst>
              <a:ext uri="{FF2B5EF4-FFF2-40B4-BE49-F238E27FC236}">
                <a16:creationId xmlns:a16="http://schemas.microsoft.com/office/drawing/2014/main" id="{3C3E015D-740C-4680-8D6B-D166C986AB7D}"/>
              </a:ext>
            </a:extLst>
          </p:cNvPr>
          <p:cNvSpPr/>
          <p:nvPr/>
        </p:nvSpPr>
        <p:spPr bwMode="auto">
          <a:xfrm>
            <a:off x="4681206" y="3146293"/>
            <a:ext cx="2984867" cy="1556790"/>
          </a:xfrm>
          <a:prstGeom prst="rect">
            <a:avLst/>
          </a:prstGeom>
          <a:solidFill>
            <a:schemeClr val="accent5">
              <a:lumMod val="20000"/>
              <a:lumOff val="80000"/>
              <a:alpha val="30196"/>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Training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Rechteck 59">
            <a:extLst>
              <a:ext uri="{FF2B5EF4-FFF2-40B4-BE49-F238E27FC236}">
                <a16:creationId xmlns:a16="http://schemas.microsoft.com/office/drawing/2014/main" id="{D6EFE5E1-74D9-438E-86E1-9475E168627E}"/>
              </a:ext>
            </a:extLst>
          </p:cNvPr>
          <p:cNvSpPr/>
          <p:nvPr/>
        </p:nvSpPr>
        <p:spPr bwMode="auto">
          <a:xfrm>
            <a:off x="2111863" y="3142627"/>
            <a:ext cx="1506174" cy="3128606"/>
          </a:xfrm>
          <a:prstGeom prst="rect">
            <a:avLst/>
          </a:prstGeom>
          <a:solidFill>
            <a:schemeClr val="accent3">
              <a:lumMod val="20000"/>
              <a:lumOff val="80000"/>
              <a:alpha val="29804"/>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Y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1" name="Rechteck 60">
            <a:extLst>
              <a:ext uri="{FF2B5EF4-FFF2-40B4-BE49-F238E27FC236}">
                <a16:creationId xmlns:a16="http://schemas.microsoft.com/office/drawing/2014/main" id="{1FB96911-851C-4AE2-B226-396955EB9BC9}"/>
              </a:ext>
            </a:extLst>
          </p:cNvPr>
          <p:cNvSpPr/>
          <p:nvPr/>
        </p:nvSpPr>
        <p:spPr bwMode="auto">
          <a:xfrm>
            <a:off x="627063" y="3142624"/>
            <a:ext cx="1484799" cy="3128606"/>
          </a:xfrm>
          <a:prstGeom prst="rect">
            <a:avLst/>
          </a:prstGeom>
          <a:solidFill>
            <a:srgbClr val="BECDD7">
              <a:alpha val="30196"/>
            </a:srgb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X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Rechteck 61">
            <a:extLst>
              <a:ext uri="{FF2B5EF4-FFF2-40B4-BE49-F238E27FC236}">
                <a16:creationId xmlns:a16="http://schemas.microsoft.com/office/drawing/2014/main" id="{DC274785-14AE-41BA-90A8-F1FF04A37BFC}"/>
              </a:ext>
            </a:extLst>
          </p:cNvPr>
          <p:cNvSpPr/>
          <p:nvPr/>
        </p:nvSpPr>
        <p:spPr bwMode="auto">
          <a:xfrm>
            <a:off x="627063" y="3142624"/>
            <a:ext cx="2990974" cy="3128610"/>
          </a:xfrm>
          <a:prstGeom prst="rect">
            <a:avLst/>
          </a:prstGeom>
          <a:noFill/>
          <a:ln w="9525">
            <a:solidFill>
              <a:schemeClr val="tx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Textfeld 62">
            <a:extLst>
              <a:ext uri="{FF2B5EF4-FFF2-40B4-BE49-F238E27FC236}">
                <a16:creationId xmlns:a16="http://schemas.microsoft.com/office/drawing/2014/main" id="{B8F11610-A6B1-4A15-A498-F16F37E27B2E}"/>
              </a:ext>
            </a:extLst>
          </p:cNvPr>
          <p:cNvSpPr txBox="1"/>
          <p:nvPr/>
        </p:nvSpPr>
        <p:spPr>
          <a:xfrm>
            <a:off x="770583" y="349780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latin typeface="+mn-lt"/>
                <a:ea typeface="Arial Unicode MS" panose="020B0604020202020204" pitchFamily="34" charset="-128"/>
                <a:cs typeface="Arial Unicode MS" panose="020B0604020202020204" pitchFamily="34" charset="-128"/>
              </a:rPr>
              <a:t>Iris 1</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Textfeld 63">
            <a:extLst>
              <a:ext uri="{FF2B5EF4-FFF2-40B4-BE49-F238E27FC236}">
                <a16:creationId xmlns:a16="http://schemas.microsoft.com/office/drawing/2014/main" id="{1137F5B6-E646-4AD3-AC74-2A4EB575260E}"/>
              </a:ext>
            </a:extLst>
          </p:cNvPr>
          <p:cNvSpPr txBox="1"/>
          <p:nvPr/>
        </p:nvSpPr>
        <p:spPr>
          <a:xfrm>
            <a:off x="1022611" y="3791836"/>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2</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Textfeld 64">
            <a:extLst>
              <a:ext uri="{FF2B5EF4-FFF2-40B4-BE49-F238E27FC236}">
                <a16:creationId xmlns:a16="http://schemas.microsoft.com/office/drawing/2014/main" id="{15E64B2C-EF3F-4778-96C7-59D2B12C9523}"/>
              </a:ext>
            </a:extLst>
          </p:cNvPr>
          <p:cNvSpPr txBox="1"/>
          <p:nvPr/>
        </p:nvSpPr>
        <p:spPr>
          <a:xfrm>
            <a:off x="1310643" y="4083935"/>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3</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Textfeld 65">
            <a:extLst>
              <a:ext uri="{FF2B5EF4-FFF2-40B4-BE49-F238E27FC236}">
                <a16:creationId xmlns:a16="http://schemas.microsoft.com/office/drawing/2014/main" id="{AF05CFC5-EFA7-46FB-A05C-25BDF0A805EB}"/>
              </a:ext>
            </a:extLst>
          </p:cNvPr>
          <p:cNvSpPr txBox="1"/>
          <p:nvPr/>
        </p:nvSpPr>
        <p:spPr>
          <a:xfrm>
            <a:off x="842591" y="439653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4</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Textfeld 66">
            <a:extLst>
              <a:ext uri="{FF2B5EF4-FFF2-40B4-BE49-F238E27FC236}">
                <a16:creationId xmlns:a16="http://schemas.microsoft.com/office/drawing/2014/main" id="{8931DB81-DF2F-4ECF-9401-6D9FC0CC9B95}"/>
              </a:ext>
            </a:extLst>
          </p:cNvPr>
          <p:cNvSpPr txBox="1"/>
          <p:nvPr/>
        </p:nvSpPr>
        <p:spPr>
          <a:xfrm>
            <a:off x="842591" y="5081936"/>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5</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Textfeld 67">
            <a:extLst>
              <a:ext uri="{FF2B5EF4-FFF2-40B4-BE49-F238E27FC236}">
                <a16:creationId xmlns:a16="http://schemas.microsoft.com/office/drawing/2014/main" id="{AAEC5A61-52E7-44A8-BFB2-69D276127804}"/>
              </a:ext>
            </a:extLst>
          </p:cNvPr>
          <p:cNvSpPr txBox="1"/>
          <p:nvPr/>
        </p:nvSpPr>
        <p:spPr>
          <a:xfrm>
            <a:off x="1058615" y="5598162"/>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6</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Textfeld 68">
            <a:extLst>
              <a:ext uri="{FF2B5EF4-FFF2-40B4-BE49-F238E27FC236}">
                <a16:creationId xmlns:a16="http://schemas.microsoft.com/office/drawing/2014/main" id="{0FECC414-18F8-4ECB-814B-EA1ADC81945F}"/>
              </a:ext>
            </a:extLst>
          </p:cNvPr>
          <p:cNvSpPr txBox="1"/>
          <p:nvPr/>
        </p:nvSpPr>
        <p:spPr>
          <a:xfrm>
            <a:off x="770583" y="5964417"/>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7</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70" name="Textfeld 69">
            <a:extLst>
              <a:ext uri="{FF2B5EF4-FFF2-40B4-BE49-F238E27FC236}">
                <a16:creationId xmlns:a16="http://schemas.microsoft.com/office/drawing/2014/main" id="{7ADDB041-66A4-4790-87E1-C3EEB2B49052}"/>
              </a:ext>
            </a:extLst>
          </p:cNvPr>
          <p:cNvSpPr txBox="1"/>
          <p:nvPr/>
        </p:nvSpPr>
        <p:spPr>
          <a:xfrm>
            <a:off x="2445980" y="349780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71" name="Textfeld 70">
            <a:extLst>
              <a:ext uri="{FF2B5EF4-FFF2-40B4-BE49-F238E27FC236}">
                <a16:creationId xmlns:a16="http://schemas.microsoft.com/office/drawing/2014/main" id="{8AFC6ECB-4E74-4992-BDBB-648563383AE2}"/>
              </a:ext>
            </a:extLst>
          </p:cNvPr>
          <p:cNvSpPr txBox="1"/>
          <p:nvPr/>
        </p:nvSpPr>
        <p:spPr>
          <a:xfrm>
            <a:off x="2706246" y="3791836"/>
            <a:ext cx="743345"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Versicolor</a:t>
            </a:r>
            <a:endParaRPr lang="en-US" sz="1200" b="1">
              <a:solidFill>
                <a:srgbClr val="FF0000"/>
              </a:solidFill>
              <a:latin typeface="+mn-lt"/>
              <a:ea typeface="Arial Unicode MS" panose="020B0604020202020204" pitchFamily="34" charset="-128"/>
              <a:cs typeface="Arial Unicode MS" panose="020B0604020202020204" pitchFamily="34" charset="-128"/>
            </a:endParaRPr>
          </a:p>
        </p:txBody>
      </p:sp>
      <p:sp>
        <p:nvSpPr>
          <p:cNvPr id="72" name="Textfeld 71">
            <a:extLst>
              <a:ext uri="{FF2B5EF4-FFF2-40B4-BE49-F238E27FC236}">
                <a16:creationId xmlns:a16="http://schemas.microsoft.com/office/drawing/2014/main" id="{0FED5CB3-64BC-4A2C-9290-CE0EEAD34D61}"/>
              </a:ext>
            </a:extLst>
          </p:cNvPr>
          <p:cNvSpPr txBox="1"/>
          <p:nvPr/>
        </p:nvSpPr>
        <p:spPr>
          <a:xfrm>
            <a:off x="2930823" y="4083935"/>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73" name="Textfeld 72">
            <a:extLst>
              <a:ext uri="{FF2B5EF4-FFF2-40B4-BE49-F238E27FC236}">
                <a16:creationId xmlns:a16="http://schemas.microsoft.com/office/drawing/2014/main" id="{34F0973F-0595-447F-936C-330FBB8B6CD4}"/>
              </a:ext>
            </a:extLst>
          </p:cNvPr>
          <p:cNvSpPr txBox="1"/>
          <p:nvPr/>
        </p:nvSpPr>
        <p:spPr>
          <a:xfrm>
            <a:off x="2540566" y="439653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74" name="Textfeld 73">
            <a:extLst>
              <a:ext uri="{FF2B5EF4-FFF2-40B4-BE49-F238E27FC236}">
                <a16:creationId xmlns:a16="http://schemas.microsoft.com/office/drawing/2014/main" id="{EAE1FEA4-75A2-4943-B7F8-8058272BAF0D}"/>
              </a:ext>
            </a:extLst>
          </p:cNvPr>
          <p:cNvSpPr txBox="1"/>
          <p:nvPr/>
        </p:nvSpPr>
        <p:spPr>
          <a:xfrm>
            <a:off x="2526683" y="5081936"/>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75" name="Textfeld 74">
            <a:extLst>
              <a:ext uri="{FF2B5EF4-FFF2-40B4-BE49-F238E27FC236}">
                <a16:creationId xmlns:a16="http://schemas.microsoft.com/office/drawing/2014/main" id="{5DF02667-5ADB-4F43-A4D0-D1DFB223E58B}"/>
              </a:ext>
            </a:extLst>
          </p:cNvPr>
          <p:cNvSpPr txBox="1"/>
          <p:nvPr/>
        </p:nvSpPr>
        <p:spPr>
          <a:xfrm>
            <a:off x="2714799" y="5598162"/>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76" name="Textfeld 75">
            <a:extLst>
              <a:ext uri="{FF2B5EF4-FFF2-40B4-BE49-F238E27FC236}">
                <a16:creationId xmlns:a16="http://schemas.microsoft.com/office/drawing/2014/main" id="{F200CA65-D79D-4E0C-A768-C4E660455F0E}"/>
              </a:ext>
            </a:extLst>
          </p:cNvPr>
          <p:cNvSpPr txBox="1"/>
          <p:nvPr/>
        </p:nvSpPr>
        <p:spPr>
          <a:xfrm>
            <a:off x="2477632" y="5960751"/>
            <a:ext cx="735330"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a:t>
            </a:r>
            <a:r>
              <a:rPr lang="de-DE" sz="1200">
                <a:solidFill>
                  <a:srgbClr val="FF0000"/>
                </a:solidFill>
                <a:latin typeface="+mn-lt"/>
                <a:ea typeface="Arial Unicode MS" panose="020B0604020202020204" pitchFamily="34" charset="-128"/>
                <a:cs typeface="Arial Unicode MS" panose="020B0604020202020204" pitchFamily="34" charset="-128"/>
              </a:rPr>
              <a:t>r</a:t>
            </a:r>
            <a:endParaRPr lang="en-US" sz="1200">
              <a:solidFill>
                <a:srgbClr val="FF0000"/>
              </a:solidFill>
              <a:latin typeface="+mn-lt"/>
              <a:ea typeface="Arial Unicode MS" panose="020B0604020202020204" pitchFamily="34" charset="-128"/>
              <a:cs typeface="Arial Unicode MS" panose="020B0604020202020204" pitchFamily="34" charset="-128"/>
            </a:endParaRPr>
          </a:p>
        </p:txBody>
      </p:sp>
      <p:cxnSp>
        <p:nvCxnSpPr>
          <p:cNvPr id="77" name="Gerade Verbindung mit Pfeil 76">
            <a:extLst>
              <a:ext uri="{FF2B5EF4-FFF2-40B4-BE49-F238E27FC236}">
                <a16:creationId xmlns:a16="http://schemas.microsoft.com/office/drawing/2014/main" id="{0869D36C-E922-4E2E-B5BB-1835D0E54DE3}"/>
              </a:ext>
            </a:extLst>
          </p:cNvPr>
          <p:cNvCxnSpPr/>
          <p:nvPr/>
        </p:nvCxnSpPr>
        <p:spPr bwMode="auto">
          <a:xfrm>
            <a:off x="1181440" y="3591819"/>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8" name="Gerade Verbindung mit Pfeil 77">
            <a:extLst>
              <a:ext uri="{FF2B5EF4-FFF2-40B4-BE49-F238E27FC236}">
                <a16:creationId xmlns:a16="http://schemas.microsoft.com/office/drawing/2014/main" id="{6D3C3EF7-A532-4829-912C-037A968FAFDC}"/>
              </a:ext>
            </a:extLst>
          </p:cNvPr>
          <p:cNvCxnSpPr/>
          <p:nvPr/>
        </p:nvCxnSpPr>
        <p:spPr bwMode="auto">
          <a:xfrm>
            <a:off x="1417455" y="3897368"/>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9" name="Gerade Verbindung mit Pfeil 78">
            <a:extLst>
              <a:ext uri="{FF2B5EF4-FFF2-40B4-BE49-F238E27FC236}">
                <a16:creationId xmlns:a16="http://schemas.microsoft.com/office/drawing/2014/main" id="{1E69F51E-4285-4CA9-9B02-005E01454191}"/>
              </a:ext>
            </a:extLst>
          </p:cNvPr>
          <p:cNvCxnSpPr/>
          <p:nvPr/>
        </p:nvCxnSpPr>
        <p:spPr bwMode="auto">
          <a:xfrm>
            <a:off x="1730657" y="4179413"/>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0" name="Gerade Verbindung mit Pfeil 79">
            <a:extLst>
              <a:ext uri="{FF2B5EF4-FFF2-40B4-BE49-F238E27FC236}">
                <a16:creationId xmlns:a16="http://schemas.microsoft.com/office/drawing/2014/main" id="{0364221D-051A-4B4C-8FBE-D8E8A1238D04}"/>
              </a:ext>
            </a:extLst>
          </p:cNvPr>
          <p:cNvCxnSpPr/>
          <p:nvPr/>
        </p:nvCxnSpPr>
        <p:spPr bwMode="auto">
          <a:xfrm>
            <a:off x="1264740" y="4508466"/>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1" name="Gerade Verbindung mit Pfeil 80">
            <a:extLst>
              <a:ext uri="{FF2B5EF4-FFF2-40B4-BE49-F238E27FC236}">
                <a16:creationId xmlns:a16="http://schemas.microsoft.com/office/drawing/2014/main" id="{1B722777-E878-446E-9AED-995D457905C9}"/>
              </a:ext>
            </a:extLst>
          </p:cNvPr>
          <p:cNvCxnSpPr/>
          <p:nvPr/>
        </p:nvCxnSpPr>
        <p:spPr bwMode="auto">
          <a:xfrm>
            <a:off x="1264740" y="5166572"/>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2" name="Gerade Verbindung mit Pfeil 81">
            <a:extLst>
              <a:ext uri="{FF2B5EF4-FFF2-40B4-BE49-F238E27FC236}">
                <a16:creationId xmlns:a16="http://schemas.microsoft.com/office/drawing/2014/main" id="{2A327B80-F221-4443-8FB7-7CA10B31BAD9}"/>
              </a:ext>
            </a:extLst>
          </p:cNvPr>
          <p:cNvCxnSpPr/>
          <p:nvPr/>
        </p:nvCxnSpPr>
        <p:spPr bwMode="auto">
          <a:xfrm>
            <a:off x="1494805" y="5690319"/>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3" name="Gerade Verbindung mit Pfeil 82">
            <a:extLst>
              <a:ext uri="{FF2B5EF4-FFF2-40B4-BE49-F238E27FC236}">
                <a16:creationId xmlns:a16="http://schemas.microsoft.com/office/drawing/2014/main" id="{50DD92CA-40A9-4127-BC38-FFE4EE01BBFF}"/>
              </a:ext>
            </a:extLst>
          </p:cNvPr>
          <p:cNvCxnSpPr/>
          <p:nvPr/>
        </p:nvCxnSpPr>
        <p:spPr bwMode="auto">
          <a:xfrm>
            <a:off x="1205646" y="6059715"/>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4" name="Rechteck 83">
            <a:extLst>
              <a:ext uri="{FF2B5EF4-FFF2-40B4-BE49-F238E27FC236}">
                <a16:creationId xmlns:a16="http://schemas.microsoft.com/office/drawing/2014/main" id="{92794E56-E289-43C3-8597-522808DCEC67}"/>
              </a:ext>
            </a:extLst>
          </p:cNvPr>
          <p:cNvSpPr/>
          <p:nvPr/>
        </p:nvSpPr>
        <p:spPr bwMode="auto">
          <a:xfrm>
            <a:off x="4681207" y="3146293"/>
            <a:ext cx="2984867" cy="3125252"/>
          </a:xfrm>
          <a:prstGeom prst="rect">
            <a:avLst/>
          </a:prstGeom>
          <a:noFill/>
          <a:ln w="9525">
            <a:solidFill>
              <a:schemeClr val="tx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5" name="Textfeld 84">
            <a:extLst>
              <a:ext uri="{FF2B5EF4-FFF2-40B4-BE49-F238E27FC236}">
                <a16:creationId xmlns:a16="http://schemas.microsoft.com/office/drawing/2014/main" id="{E8B2A9A5-D768-4D0C-8C63-4E00005633B7}"/>
              </a:ext>
            </a:extLst>
          </p:cNvPr>
          <p:cNvSpPr txBox="1"/>
          <p:nvPr/>
        </p:nvSpPr>
        <p:spPr>
          <a:xfrm>
            <a:off x="4803031" y="3501091"/>
            <a:ext cx="498777" cy="187424"/>
          </a:xfrm>
          <a:prstGeom prst="rect">
            <a:avLst/>
          </a:prstGeom>
          <a:noFill/>
        </p:spPr>
        <p:txBody>
          <a:bodyPr wrap="squar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1</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6" name="Textfeld 85">
            <a:extLst>
              <a:ext uri="{FF2B5EF4-FFF2-40B4-BE49-F238E27FC236}">
                <a16:creationId xmlns:a16="http://schemas.microsoft.com/office/drawing/2014/main" id="{D925F616-EF9F-4D75-9956-450AE0552515}"/>
              </a:ext>
            </a:extLst>
          </p:cNvPr>
          <p:cNvSpPr txBox="1"/>
          <p:nvPr/>
        </p:nvSpPr>
        <p:spPr>
          <a:xfrm>
            <a:off x="5055059" y="3794808"/>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 </a:t>
            </a:r>
            <a:r>
              <a:rPr lang="de-DE" sz="1200">
                <a:solidFill>
                  <a:schemeClr val="tx1"/>
                </a:solidFill>
                <a:latin typeface="+mn-lt"/>
                <a:ea typeface="Arial Unicode MS" panose="020B0604020202020204" pitchFamily="34" charset="-128"/>
                <a:cs typeface="Arial Unicode MS" panose="020B0604020202020204" pitchFamily="34" charset="-128"/>
              </a:rPr>
              <a:t>2</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7" name="Textfeld 86">
            <a:extLst>
              <a:ext uri="{FF2B5EF4-FFF2-40B4-BE49-F238E27FC236}">
                <a16:creationId xmlns:a16="http://schemas.microsoft.com/office/drawing/2014/main" id="{73E78A53-96A9-4549-9720-805236E52825}"/>
              </a:ext>
            </a:extLst>
          </p:cNvPr>
          <p:cNvSpPr txBox="1"/>
          <p:nvPr/>
        </p:nvSpPr>
        <p:spPr>
          <a:xfrm>
            <a:off x="5379095" y="408659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3</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8" name="Textfeld 87">
            <a:extLst>
              <a:ext uri="{FF2B5EF4-FFF2-40B4-BE49-F238E27FC236}">
                <a16:creationId xmlns:a16="http://schemas.microsoft.com/office/drawing/2014/main" id="{D8453C59-1515-4402-8EA4-41206049FF68}"/>
              </a:ext>
            </a:extLst>
          </p:cNvPr>
          <p:cNvSpPr txBox="1"/>
          <p:nvPr/>
        </p:nvSpPr>
        <p:spPr>
          <a:xfrm>
            <a:off x="4911043" y="4398857"/>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4</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9" name="Textfeld 88">
            <a:extLst>
              <a:ext uri="{FF2B5EF4-FFF2-40B4-BE49-F238E27FC236}">
                <a16:creationId xmlns:a16="http://schemas.microsoft.com/office/drawing/2014/main" id="{A2CE93EA-6357-4D4C-9883-E1EFF240017B}"/>
              </a:ext>
            </a:extLst>
          </p:cNvPr>
          <p:cNvSpPr txBox="1"/>
          <p:nvPr/>
        </p:nvSpPr>
        <p:spPr>
          <a:xfrm>
            <a:off x="4875039" y="508352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5</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90" name="Textfeld 89">
            <a:extLst>
              <a:ext uri="{FF2B5EF4-FFF2-40B4-BE49-F238E27FC236}">
                <a16:creationId xmlns:a16="http://schemas.microsoft.com/office/drawing/2014/main" id="{E0E21B52-697B-4392-B28F-CDAC90B72974}"/>
              </a:ext>
            </a:extLst>
          </p:cNvPr>
          <p:cNvSpPr txBox="1"/>
          <p:nvPr/>
        </p:nvSpPr>
        <p:spPr>
          <a:xfrm>
            <a:off x="5117678" y="5599196"/>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6</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91" name="Textfeld 90">
            <a:extLst>
              <a:ext uri="{FF2B5EF4-FFF2-40B4-BE49-F238E27FC236}">
                <a16:creationId xmlns:a16="http://schemas.microsoft.com/office/drawing/2014/main" id="{BB5C39CA-EDC3-4521-8250-FC42A267835D}"/>
              </a:ext>
            </a:extLst>
          </p:cNvPr>
          <p:cNvSpPr txBox="1"/>
          <p:nvPr/>
        </p:nvSpPr>
        <p:spPr>
          <a:xfrm>
            <a:off x="4839035" y="5965058"/>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7</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cxnSp>
        <p:nvCxnSpPr>
          <p:cNvPr id="92" name="Gerade Verbindung mit Pfeil 91">
            <a:extLst>
              <a:ext uri="{FF2B5EF4-FFF2-40B4-BE49-F238E27FC236}">
                <a16:creationId xmlns:a16="http://schemas.microsoft.com/office/drawing/2014/main" id="{067111AD-4826-4728-95E7-79FFED5A7E5C}"/>
              </a:ext>
            </a:extLst>
          </p:cNvPr>
          <p:cNvCxnSpPr/>
          <p:nvPr/>
        </p:nvCxnSpPr>
        <p:spPr bwMode="auto">
          <a:xfrm>
            <a:off x="5234452" y="3595006"/>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3" name="Gerade Verbindung mit Pfeil 92">
            <a:extLst>
              <a:ext uri="{FF2B5EF4-FFF2-40B4-BE49-F238E27FC236}">
                <a16:creationId xmlns:a16="http://schemas.microsoft.com/office/drawing/2014/main" id="{0E63137A-50B1-4833-ABCB-C6D3ED166BC4}"/>
              </a:ext>
            </a:extLst>
          </p:cNvPr>
          <p:cNvCxnSpPr/>
          <p:nvPr/>
        </p:nvCxnSpPr>
        <p:spPr bwMode="auto">
          <a:xfrm>
            <a:off x="5469985" y="3900227"/>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4" name="Gerade Verbindung mit Pfeil 93">
            <a:extLst>
              <a:ext uri="{FF2B5EF4-FFF2-40B4-BE49-F238E27FC236}">
                <a16:creationId xmlns:a16="http://schemas.microsoft.com/office/drawing/2014/main" id="{2E061D59-F39C-4685-9304-CF119A3C3CE4}"/>
              </a:ext>
            </a:extLst>
          </p:cNvPr>
          <p:cNvCxnSpPr/>
          <p:nvPr/>
        </p:nvCxnSpPr>
        <p:spPr bwMode="auto">
          <a:xfrm>
            <a:off x="5782548" y="4181969"/>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5" name="Gerade Verbindung mit Pfeil 94">
            <a:extLst>
              <a:ext uri="{FF2B5EF4-FFF2-40B4-BE49-F238E27FC236}">
                <a16:creationId xmlns:a16="http://schemas.microsoft.com/office/drawing/2014/main" id="{26B4BD9F-1B27-4286-81F9-E7D5D1330B1E}"/>
              </a:ext>
            </a:extLst>
          </p:cNvPr>
          <p:cNvCxnSpPr/>
          <p:nvPr/>
        </p:nvCxnSpPr>
        <p:spPr bwMode="auto">
          <a:xfrm>
            <a:off x="5317581" y="4510669"/>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6" name="Gerade Verbindung mit Pfeil 95">
            <a:extLst>
              <a:ext uri="{FF2B5EF4-FFF2-40B4-BE49-F238E27FC236}">
                <a16:creationId xmlns:a16="http://schemas.microsoft.com/office/drawing/2014/main" id="{EC38F19D-6B1A-4A03-87F2-3224F6B03F89}"/>
              </a:ext>
            </a:extLst>
          </p:cNvPr>
          <p:cNvCxnSpPr/>
          <p:nvPr/>
        </p:nvCxnSpPr>
        <p:spPr bwMode="auto">
          <a:xfrm>
            <a:off x="5317581" y="5168069"/>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7" name="Gerade Verbindung mit Pfeil 96">
            <a:extLst>
              <a:ext uri="{FF2B5EF4-FFF2-40B4-BE49-F238E27FC236}">
                <a16:creationId xmlns:a16="http://schemas.microsoft.com/office/drawing/2014/main" id="{BE343AB4-85B6-4D5C-BC61-56B68DA9DB91}"/>
              </a:ext>
            </a:extLst>
          </p:cNvPr>
          <p:cNvCxnSpPr/>
          <p:nvPr/>
        </p:nvCxnSpPr>
        <p:spPr bwMode="auto">
          <a:xfrm>
            <a:off x="5547177" y="5691254"/>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8" name="Gerade Verbindung mit Pfeil 97">
            <a:extLst>
              <a:ext uri="{FF2B5EF4-FFF2-40B4-BE49-F238E27FC236}">
                <a16:creationId xmlns:a16="http://schemas.microsoft.com/office/drawing/2014/main" id="{C3C800BC-2538-46D8-9357-7557FD54BDDE}"/>
              </a:ext>
            </a:extLst>
          </p:cNvPr>
          <p:cNvCxnSpPr/>
          <p:nvPr/>
        </p:nvCxnSpPr>
        <p:spPr bwMode="auto">
          <a:xfrm>
            <a:off x="5258608" y="6060254"/>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99" name="Pfeil: nach rechts 98">
            <a:extLst>
              <a:ext uri="{FF2B5EF4-FFF2-40B4-BE49-F238E27FC236}">
                <a16:creationId xmlns:a16="http://schemas.microsoft.com/office/drawing/2014/main" id="{32D8D886-2E02-4C7F-BF8F-DDAA572DA8B2}"/>
              </a:ext>
            </a:extLst>
          </p:cNvPr>
          <p:cNvSpPr/>
          <p:nvPr/>
        </p:nvSpPr>
        <p:spPr bwMode="auto">
          <a:xfrm>
            <a:off x="3722911" y="4398857"/>
            <a:ext cx="889087" cy="594607"/>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00" name="Textfeld 99">
            <a:extLst>
              <a:ext uri="{FF2B5EF4-FFF2-40B4-BE49-F238E27FC236}">
                <a16:creationId xmlns:a16="http://schemas.microsoft.com/office/drawing/2014/main" id="{ABF7B522-50DF-4DC0-9A4B-8823510078F9}"/>
              </a:ext>
            </a:extLst>
          </p:cNvPr>
          <p:cNvSpPr txBox="1"/>
          <p:nvPr/>
        </p:nvSpPr>
        <p:spPr>
          <a:xfrm>
            <a:off x="6500720" y="351302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101" name="Textfeld 100">
            <a:extLst>
              <a:ext uri="{FF2B5EF4-FFF2-40B4-BE49-F238E27FC236}">
                <a16:creationId xmlns:a16="http://schemas.microsoft.com/office/drawing/2014/main" id="{4B7E268E-5110-495A-B7DF-3BC08A751EFD}"/>
              </a:ext>
            </a:extLst>
          </p:cNvPr>
          <p:cNvSpPr txBox="1"/>
          <p:nvPr/>
        </p:nvSpPr>
        <p:spPr>
          <a:xfrm>
            <a:off x="6760986" y="3807056"/>
            <a:ext cx="743345"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Versicolor</a:t>
            </a:r>
            <a:endParaRPr lang="en-US" sz="1200" b="1">
              <a:solidFill>
                <a:srgbClr val="FF0000"/>
              </a:solidFill>
              <a:latin typeface="+mn-lt"/>
              <a:ea typeface="Arial Unicode MS" panose="020B0604020202020204" pitchFamily="34" charset="-128"/>
              <a:cs typeface="Arial Unicode MS" panose="020B0604020202020204" pitchFamily="34" charset="-128"/>
            </a:endParaRPr>
          </a:p>
        </p:txBody>
      </p:sp>
      <p:sp>
        <p:nvSpPr>
          <p:cNvPr id="102" name="Textfeld 101">
            <a:extLst>
              <a:ext uri="{FF2B5EF4-FFF2-40B4-BE49-F238E27FC236}">
                <a16:creationId xmlns:a16="http://schemas.microsoft.com/office/drawing/2014/main" id="{DDAD9434-1FC1-4278-9C27-E360D2C609BC}"/>
              </a:ext>
            </a:extLst>
          </p:cNvPr>
          <p:cNvSpPr txBox="1"/>
          <p:nvPr/>
        </p:nvSpPr>
        <p:spPr>
          <a:xfrm>
            <a:off x="6985563" y="4099155"/>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103" name="Textfeld 102">
            <a:extLst>
              <a:ext uri="{FF2B5EF4-FFF2-40B4-BE49-F238E27FC236}">
                <a16:creationId xmlns:a16="http://schemas.microsoft.com/office/drawing/2014/main" id="{8DF0E60C-867D-4616-86F7-19D2EE967308}"/>
              </a:ext>
            </a:extLst>
          </p:cNvPr>
          <p:cNvSpPr txBox="1"/>
          <p:nvPr/>
        </p:nvSpPr>
        <p:spPr>
          <a:xfrm>
            <a:off x="6595306" y="441175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104" name="Textfeld 103">
            <a:extLst>
              <a:ext uri="{FF2B5EF4-FFF2-40B4-BE49-F238E27FC236}">
                <a16:creationId xmlns:a16="http://schemas.microsoft.com/office/drawing/2014/main" id="{8F770E15-59BB-4213-BE26-4575CF81D118}"/>
              </a:ext>
            </a:extLst>
          </p:cNvPr>
          <p:cNvSpPr txBox="1"/>
          <p:nvPr/>
        </p:nvSpPr>
        <p:spPr>
          <a:xfrm>
            <a:off x="6581423" y="5097156"/>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105" name="Textfeld 104">
            <a:extLst>
              <a:ext uri="{FF2B5EF4-FFF2-40B4-BE49-F238E27FC236}">
                <a16:creationId xmlns:a16="http://schemas.microsoft.com/office/drawing/2014/main" id="{692E7C26-33F6-4F86-B4A0-B54577B917CF}"/>
              </a:ext>
            </a:extLst>
          </p:cNvPr>
          <p:cNvSpPr txBox="1"/>
          <p:nvPr/>
        </p:nvSpPr>
        <p:spPr>
          <a:xfrm>
            <a:off x="6769539" y="5613382"/>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106" name="Textfeld 105">
            <a:extLst>
              <a:ext uri="{FF2B5EF4-FFF2-40B4-BE49-F238E27FC236}">
                <a16:creationId xmlns:a16="http://schemas.microsoft.com/office/drawing/2014/main" id="{4151BF6E-302E-4A3E-A21C-6695D8B11DBE}"/>
              </a:ext>
            </a:extLst>
          </p:cNvPr>
          <p:cNvSpPr txBox="1"/>
          <p:nvPr/>
        </p:nvSpPr>
        <p:spPr>
          <a:xfrm>
            <a:off x="6532372" y="5975971"/>
            <a:ext cx="735330"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a:t>
            </a:r>
            <a:r>
              <a:rPr lang="de-DE" sz="1200">
                <a:solidFill>
                  <a:srgbClr val="FF0000"/>
                </a:solidFill>
                <a:latin typeface="+mn-lt"/>
                <a:ea typeface="Arial Unicode MS" panose="020B0604020202020204" pitchFamily="34" charset="-128"/>
                <a:cs typeface="Arial Unicode MS" panose="020B0604020202020204" pitchFamily="34" charset="-128"/>
              </a:rPr>
              <a:t>r</a:t>
            </a:r>
            <a:endParaRPr lang="en-US" sz="1200">
              <a:solidFill>
                <a:srgbClr val="FF0000"/>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0424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hteck 105">
            <a:extLst>
              <a:ext uri="{FF2B5EF4-FFF2-40B4-BE49-F238E27FC236}">
                <a16:creationId xmlns:a16="http://schemas.microsoft.com/office/drawing/2014/main" id="{EC5FAF6C-211B-44BE-BC4E-C459E1834251}"/>
              </a:ext>
            </a:extLst>
          </p:cNvPr>
          <p:cNvSpPr/>
          <p:nvPr/>
        </p:nvSpPr>
        <p:spPr bwMode="auto">
          <a:xfrm>
            <a:off x="8741741" y="4698005"/>
            <a:ext cx="2981038" cy="1581339"/>
          </a:xfrm>
          <a:prstGeom prst="rect">
            <a:avLst/>
          </a:prstGeom>
          <a:solidFill>
            <a:schemeClr val="accent4">
              <a:lumMod val="20000"/>
              <a:lumOff val="80000"/>
              <a:alpha val="29804"/>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Test Data Model Prediction</a:t>
            </a:r>
          </a:p>
        </p:txBody>
      </p:sp>
      <p:sp>
        <p:nvSpPr>
          <p:cNvPr id="55" name="Rechteck 54">
            <a:extLst>
              <a:ext uri="{FF2B5EF4-FFF2-40B4-BE49-F238E27FC236}">
                <a16:creationId xmlns:a16="http://schemas.microsoft.com/office/drawing/2014/main" id="{F8EC11A9-018C-426C-910B-DD422AA11404}"/>
              </a:ext>
            </a:extLst>
          </p:cNvPr>
          <p:cNvSpPr/>
          <p:nvPr/>
        </p:nvSpPr>
        <p:spPr bwMode="auto">
          <a:xfrm>
            <a:off x="4681207" y="4698005"/>
            <a:ext cx="2984867" cy="1573540"/>
          </a:xfrm>
          <a:prstGeom prst="rect">
            <a:avLst/>
          </a:prstGeom>
          <a:solidFill>
            <a:schemeClr val="accent4">
              <a:lumMod val="20000"/>
              <a:lumOff val="80000"/>
              <a:alpha val="29804"/>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Test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Rechteck 53">
            <a:extLst>
              <a:ext uri="{FF2B5EF4-FFF2-40B4-BE49-F238E27FC236}">
                <a16:creationId xmlns:a16="http://schemas.microsoft.com/office/drawing/2014/main" id="{BB6B0375-500F-4375-B949-F96342378C4B}"/>
              </a:ext>
            </a:extLst>
          </p:cNvPr>
          <p:cNvSpPr/>
          <p:nvPr/>
        </p:nvSpPr>
        <p:spPr bwMode="auto">
          <a:xfrm>
            <a:off x="4681206" y="3146293"/>
            <a:ext cx="2984867" cy="1556790"/>
          </a:xfrm>
          <a:prstGeom prst="rect">
            <a:avLst/>
          </a:prstGeom>
          <a:solidFill>
            <a:schemeClr val="accent5">
              <a:lumMod val="20000"/>
              <a:lumOff val="80000"/>
              <a:alpha val="30196"/>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Training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5A6E1C50-3112-47E9-B495-557601FFCE17}"/>
              </a:ext>
            </a:extLst>
          </p:cNvPr>
          <p:cNvSpPr/>
          <p:nvPr/>
        </p:nvSpPr>
        <p:spPr bwMode="auto">
          <a:xfrm>
            <a:off x="2111863" y="3142627"/>
            <a:ext cx="1506174" cy="3128606"/>
          </a:xfrm>
          <a:prstGeom prst="rect">
            <a:avLst/>
          </a:prstGeom>
          <a:solidFill>
            <a:schemeClr val="accent3">
              <a:lumMod val="20000"/>
              <a:lumOff val="80000"/>
              <a:alpha val="29804"/>
            </a:scheme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Y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28" name="Rechteck 27">
            <a:extLst>
              <a:ext uri="{FF2B5EF4-FFF2-40B4-BE49-F238E27FC236}">
                <a16:creationId xmlns:a16="http://schemas.microsoft.com/office/drawing/2014/main" id="{280423C9-C8B8-4A7D-AFA2-F8D6C248B2F0}"/>
              </a:ext>
            </a:extLst>
          </p:cNvPr>
          <p:cNvSpPr/>
          <p:nvPr/>
        </p:nvSpPr>
        <p:spPr bwMode="auto">
          <a:xfrm>
            <a:off x="627063" y="3142624"/>
            <a:ext cx="1484799" cy="3128606"/>
          </a:xfrm>
          <a:prstGeom prst="rect">
            <a:avLst/>
          </a:prstGeom>
          <a:solidFill>
            <a:srgbClr val="BECDD7">
              <a:alpha val="30196"/>
            </a:srgbClr>
          </a:solidFill>
          <a:ln>
            <a:noFill/>
          </a:ln>
          <a:effectLst/>
        </p:spPr>
        <p:txBody>
          <a:bodyPr wrap="square" lIns="108000" tIns="54000" rIns="108000" bIns="54000" numCol="1" spcCol="72000" rtlCol="0" anchor="t">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X Data</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2" name="Titel 1">
            <a:extLst>
              <a:ext uri="{FF2B5EF4-FFF2-40B4-BE49-F238E27FC236}">
                <a16:creationId xmlns:a16="http://schemas.microsoft.com/office/drawing/2014/main" id="{F51E2CBB-E575-4537-91B7-6828927A5C42}"/>
              </a:ext>
            </a:extLst>
          </p:cNvPr>
          <p:cNvSpPr>
            <a:spLocks noGrp="1"/>
          </p:cNvSpPr>
          <p:nvPr>
            <p:ph type="title"/>
          </p:nvPr>
        </p:nvSpPr>
        <p:spPr>
          <a:noFill/>
          <a:ln w="38100"/>
        </p:spPr>
        <p:txBody>
          <a:bodyPr/>
          <a:lstStyle/>
          <a:p>
            <a:r>
              <a:rPr lang="en-US"/>
              <a:t>Accuracy of Test Data</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EC5781A1-42B6-4EA9-8249-5C9067D36F62}"/>
                  </a:ext>
                </a:extLst>
              </p:cNvPr>
              <p:cNvSpPr>
                <a:spLocks noGrp="1"/>
              </p:cNvSpPr>
              <p:nvPr>
                <p:ph idx="1"/>
              </p:nvPr>
            </p:nvSpPr>
            <p:spPr>
              <a:xfrm>
                <a:off x="627062" y="1444768"/>
                <a:ext cx="11088687" cy="1498024"/>
              </a:xfrm>
              <a:noFill/>
              <a:ln w="38100"/>
            </p:spPr>
            <p:txBody>
              <a:bodyPr/>
              <a:lstStyle/>
              <a:p>
                <a:pPr marL="285750" indent="-285750">
                  <a:spcBef>
                    <a:spcPts val="600"/>
                  </a:spcBef>
                  <a:spcAft>
                    <a:spcPts val="0"/>
                  </a:spcAft>
                  <a:buFont typeface="Arial" panose="020B0604020202020204" pitchFamily="34" charset="0"/>
                  <a:buChar char="•"/>
                </a:pPr>
                <a:r>
                  <a:rPr lang="en-US" sz="1600">
                    <a:latin typeface="+mn-lt"/>
                  </a:rPr>
                  <a:t>Accuracy measures how correctly your model predicts the test data</a:t>
                </a:r>
              </a:p>
              <a:p>
                <a:pPr marL="285750" indent="-285750">
                  <a:spcBef>
                    <a:spcPts val="600"/>
                  </a:spcBef>
                  <a:spcAft>
                    <a:spcPts val="0"/>
                  </a:spcAft>
                  <a:buFont typeface="Arial" panose="020B0604020202020204" pitchFamily="34" charset="0"/>
                  <a:buChar char="•"/>
                </a:pPr>
                <a14:m>
                  <m:oMath xmlns:m="http://schemas.openxmlformats.org/officeDocument/2006/math">
                    <m:r>
                      <a:rPr lang="en-US" sz="1600" b="0" i="1" smtClean="0">
                        <a:latin typeface="Cambria Math" panose="02040503050406030204" pitchFamily="18" charset="0"/>
                      </a:rPr>
                      <m:t>𝐴𝑐𝑐𝑢𝑟𝑎𝑐𝑦</m:t>
                    </m:r>
                    <m:r>
                      <a:rPr lang="en-US" sz="1600" b="0" i="1" smtClean="0">
                        <a:latin typeface="Cambria Math" panose="02040503050406030204" pitchFamily="18" charset="0"/>
                      </a:rPr>
                      <m:t>= </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𝑁𝑢𝑚𝑏𝑒𝑟</m:t>
                        </m:r>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r>
                          <a:rPr lang="en-US" sz="1600" b="1" i="1" smtClean="0">
                            <a:latin typeface="Cambria Math" panose="02040503050406030204" pitchFamily="18" charset="0"/>
                          </a:rPr>
                          <m:t>𝒄𝒐𝒓𝒓𝒆𝒄𝒕</m:t>
                        </m:r>
                        <m:r>
                          <a:rPr lang="en-US" sz="1600" b="0" i="1" smtClean="0">
                            <a:latin typeface="Cambria Math" panose="02040503050406030204" pitchFamily="18" charset="0"/>
                          </a:rPr>
                          <m:t> </m:t>
                        </m:r>
                        <m:r>
                          <a:rPr lang="de-DE" sz="1600" b="0" i="1" smtClean="0">
                            <a:latin typeface="Cambria Math" panose="02040503050406030204" pitchFamily="18" charset="0"/>
                          </a:rPr>
                          <m:t>𝑡𝑒𝑠𝑡</m:t>
                        </m:r>
                        <m:r>
                          <a:rPr lang="de-DE" sz="1600" b="0" i="1" smtClean="0">
                            <a:latin typeface="Cambria Math" panose="02040503050406030204" pitchFamily="18" charset="0"/>
                          </a:rPr>
                          <m:t> </m:t>
                        </m:r>
                        <m:r>
                          <a:rPr lang="de-DE" sz="1600" b="0" i="1" smtClean="0">
                            <a:latin typeface="Cambria Math" panose="02040503050406030204" pitchFamily="18" charset="0"/>
                          </a:rPr>
                          <m:t>𝑑𝑎𝑡𝑎</m:t>
                        </m:r>
                        <m:r>
                          <a:rPr lang="de-DE" sz="1600" b="0" i="1" smtClean="0">
                            <a:latin typeface="Cambria Math" panose="02040503050406030204" pitchFamily="18" charset="0"/>
                          </a:rPr>
                          <m:t> </m:t>
                        </m:r>
                        <m:r>
                          <a:rPr lang="en-US" sz="1600" b="0" i="1" smtClean="0">
                            <a:latin typeface="Cambria Math" panose="02040503050406030204" pitchFamily="18" charset="0"/>
                          </a:rPr>
                          <m:t>𝑝𝑟𝑒𝑑𝑖𝑐𝑡𝑖𝑜𝑛𝑠</m:t>
                        </m:r>
                      </m:num>
                      <m:den>
                        <m:r>
                          <a:rPr lang="en-US" sz="1600" b="0" i="1" smtClean="0">
                            <a:latin typeface="Cambria Math" panose="02040503050406030204" pitchFamily="18" charset="0"/>
                          </a:rPr>
                          <m:t>𝑁𝑢𝑚𝑏𝑒𝑟</m:t>
                        </m:r>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r>
                          <a:rPr lang="en-US" sz="1600" b="1" i="1" smtClean="0">
                            <a:latin typeface="Cambria Math" panose="02040503050406030204" pitchFamily="18" charset="0"/>
                          </a:rPr>
                          <m:t>𝒂𝒍𝒍</m:t>
                        </m:r>
                        <m:r>
                          <a:rPr lang="en-US" sz="1600" b="0" i="1" smtClean="0">
                            <a:latin typeface="Cambria Math" panose="02040503050406030204" pitchFamily="18" charset="0"/>
                          </a:rPr>
                          <m:t> </m:t>
                        </m:r>
                        <m:r>
                          <a:rPr lang="de-DE" sz="1600" b="0" i="1" smtClean="0">
                            <a:latin typeface="Cambria Math" panose="02040503050406030204" pitchFamily="18" charset="0"/>
                          </a:rPr>
                          <m:t>𝑡𝑒𝑠𝑡</m:t>
                        </m:r>
                        <m:r>
                          <a:rPr lang="de-DE" sz="1600" b="0" i="1" smtClean="0">
                            <a:latin typeface="Cambria Math" panose="02040503050406030204" pitchFamily="18" charset="0"/>
                          </a:rPr>
                          <m:t> </m:t>
                        </m:r>
                        <m:r>
                          <a:rPr lang="de-DE" sz="1600" b="0" i="1" smtClean="0">
                            <a:latin typeface="Cambria Math" panose="02040503050406030204" pitchFamily="18" charset="0"/>
                          </a:rPr>
                          <m:t>𝑑𝑎𝑡𝑎</m:t>
                        </m:r>
                        <m:r>
                          <a:rPr lang="de-DE" sz="1600" b="0" i="1" smtClean="0">
                            <a:latin typeface="Cambria Math" panose="02040503050406030204" pitchFamily="18" charset="0"/>
                          </a:rPr>
                          <m:t> </m:t>
                        </m:r>
                        <m:r>
                          <a:rPr lang="en-US" sz="1600" b="0" i="1" smtClean="0">
                            <a:latin typeface="Cambria Math" panose="02040503050406030204" pitchFamily="18" charset="0"/>
                          </a:rPr>
                          <m:t>𝑝𝑟𝑒𝑑𝑖𝑐𝑡𝑖𝑜𝑛𝑠</m:t>
                        </m:r>
                        <m:r>
                          <a:rPr lang="de-DE" sz="1600" b="0" i="1" smtClean="0">
                            <a:latin typeface="Cambria Math" panose="02040503050406030204" pitchFamily="18" charset="0"/>
                          </a:rPr>
                          <m:t> </m:t>
                        </m:r>
                      </m:den>
                    </m:f>
                  </m:oMath>
                </a14:m>
                <a:endParaRPr lang="en-US" sz="1600">
                  <a:latin typeface="+mn-lt"/>
                </a:endParaRPr>
              </a:p>
              <a:p>
                <a:pPr marL="285750" indent="-285750">
                  <a:spcBef>
                    <a:spcPts val="600"/>
                  </a:spcBef>
                  <a:spcAft>
                    <a:spcPts val="0"/>
                  </a:spcAft>
                  <a:buFont typeface="Arial" panose="020B0604020202020204" pitchFamily="34" charset="0"/>
                  <a:buChar char="•"/>
                </a:pPr>
                <a:r>
                  <a:rPr lang="en-US" sz="1600">
                    <a:latin typeface="+mn-lt"/>
                  </a:rPr>
                  <a:t>In our example </a:t>
                </a:r>
                <a14:m>
                  <m:oMath xmlns:m="http://schemas.openxmlformats.org/officeDocument/2006/math">
                    <m:r>
                      <a:rPr lang="en-US" sz="1600" i="1" smtClean="0">
                        <a:latin typeface="Cambria Math" panose="02040503050406030204" pitchFamily="18" charset="0"/>
                      </a:rPr>
                      <m:t>𝐴𝑐𝑐𝑢𝑟𝑎𝑐𝑦</m:t>
                    </m:r>
                    <m:r>
                      <a:rPr lang="en-US" sz="1600" i="1" smtClean="0">
                        <a:latin typeface="Cambria Math" panose="02040503050406030204" pitchFamily="18" charset="0"/>
                      </a:rPr>
                      <m:t>= </m:t>
                    </m:r>
                    <m:f>
                      <m:fPr>
                        <m:ctrlPr>
                          <a:rPr lang="en-US" sz="1600" i="1" smtClean="0">
                            <a:latin typeface="Cambria Math" panose="02040503050406030204" pitchFamily="18" charset="0"/>
                          </a:rPr>
                        </m:ctrlPr>
                      </m:fPr>
                      <m:num>
                        <m:r>
                          <a:rPr lang="en-US" sz="1600" i="1" smtClean="0">
                            <a:latin typeface="Cambria Math" panose="02040503050406030204" pitchFamily="18" charset="0"/>
                          </a:rPr>
                          <m:t>2</m:t>
                        </m:r>
                      </m:num>
                      <m:den>
                        <m:r>
                          <a:rPr lang="en-US" sz="1600" i="1" smtClean="0">
                            <a:latin typeface="Cambria Math" panose="02040503050406030204" pitchFamily="18" charset="0"/>
                          </a:rPr>
                          <m:t>3</m:t>
                        </m:r>
                      </m:den>
                    </m:f>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≈67%</m:t>
                    </m:r>
                  </m:oMath>
                </a14:m>
                <a:endParaRPr lang="en-US" sz="1600">
                  <a:latin typeface="+mn-lt"/>
                </a:endParaRPr>
              </a:p>
            </p:txBody>
          </p:sp>
        </mc:Choice>
        <mc:Fallback xmlns="">
          <p:sp>
            <p:nvSpPr>
              <p:cNvPr id="3" name="Inhaltsplatzhalter 2">
                <a:extLst>
                  <a:ext uri="{FF2B5EF4-FFF2-40B4-BE49-F238E27FC236}">
                    <a16:creationId xmlns:a16="http://schemas.microsoft.com/office/drawing/2014/main" id="{EC5781A1-42B6-4EA9-8249-5C9067D36F62}"/>
                  </a:ext>
                </a:extLst>
              </p:cNvPr>
              <p:cNvSpPr>
                <a:spLocks noGrp="1" noRot="1" noChangeAspect="1" noMove="1" noResize="1" noEditPoints="1" noAdjustHandles="1" noChangeArrowheads="1" noChangeShapeType="1" noTextEdit="1"/>
              </p:cNvSpPr>
              <p:nvPr>
                <p:ph idx="1"/>
              </p:nvPr>
            </p:nvSpPr>
            <p:spPr>
              <a:xfrm>
                <a:off x="627062" y="1444768"/>
                <a:ext cx="11088687" cy="1498024"/>
              </a:xfrm>
              <a:blipFill>
                <a:blip r:embed="rId2"/>
                <a:stretch>
                  <a:fillRect l="-1045" t="-3659"/>
                </a:stretch>
              </a:blipFill>
              <a:ln w="38100"/>
            </p:spPr>
            <p:txBody>
              <a:bodyPr/>
              <a:lstStyle/>
              <a:p>
                <a:r>
                  <a:rPr lang="en-US">
                    <a:noFill/>
                  </a:rPr>
                  <a:t> </a:t>
                </a:r>
              </a:p>
            </p:txBody>
          </p:sp>
        </mc:Fallback>
      </mc:AlternateContent>
      <p:sp>
        <p:nvSpPr>
          <p:cNvPr id="4" name="Rechteck 3">
            <a:extLst>
              <a:ext uri="{FF2B5EF4-FFF2-40B4-BE49-F238E27FC236}">
                <a16:creationId xmlns:a16="http://schemas.microsoft.com/office/drawing/2014/main" id="{5BDCE6C1-8A0A-4354-8186-A5C61249C043}"/>
              </a:ext>
            </a:extLst>
          </p:cNvPr>
          <p:cNvSpPr/>
          <p:nvPr/>
        </p:nvSpPr>
        <p:spPr bwMode="auto">
          <a:xfrm>
            <a:off x="627063" y="3142624"/>
            <a:ext cx="2990974" cy="3128610"/>
          </a:xfrm>
          <a:prstGeom prst="rect">
            <a:avLst/>
          </a:prstGeom>
          <a:noFill/>
          <a:ln w="9525">
            <a:solidFill>
              <a:schemeClr val="tx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5" name="Textfeld 4">
            <a:extLst>
              <a:ext uri="{FF2B5EF4-FFF2-40B4-BE49-F238E27FC236}">
                <a16:creationId xmlns:a16="http://schemas.microsoft.com/office/drawing/2014/main" id="{9EA23C74-248D-4AA2-8E53-7D903F7B2509}"/>
              </a:ext>
            </a:extLst>
          </p:cNvPr>
          <p:cNvSpPr txBox="1"/>
          <p:nvPr/>
        </p:nvSpPr>
        <p:spPr>
          <a:xfrm>
            <a:off x="770583" y="349780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latin typeface="+mn-lt"/>
                <a:ea typeface="Arial Unicode MS" panose="020B0604020202020204" pitchFamily="34" charset="-128"/>
                <a:cs typeface="Arial Unicode MS" panose="020B0604020202020204" pitchFamily="34" charset="-128"/>
              </a:rPr>
              <a:t>Iris 1</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7" name="Textfeld 6">
            <a:extLst>
              <a:ext uri="{FF2B5EF4-FFF2-40B4-BE49-F238E27FC236}">
                <a16:creationId xmlns:a16="http://schemas.microsoft.com/office/drawing/2014/main" id="{6D3099D2-AEE1-468E-BA85-3B0ED413C572}"/>
              </a:ext>
            </a:extLst>
          </p:cNvPr>
          <p:cNvSpPr txBox="1"/>
          <p:nvPr/>
        </p:nvSpPr>
        <p:spPr>
          <a:xfrm>
            <a:off x="1022611" y="3791836"/>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2</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 name="Textfeld 7">
            <a:extLst>
              <a:ext uri="{FF2B5EF4-FFF2-40B4-BE49-F238E27FC236}">
                <a16:creationId xmlns:a16="http://schemas.microsoft.com/office/drawing/2014/main" id="{6F74A2CE-EF1D-4B4C-B873-01F7DEBEEA65}"/>
              </a:ext>
            </a:extLst>
          </p:cNvPr>
          <p:cNvSpPr txBox="1"/>
          <p:nvPr/>
        </p:nvSpPr>
        <p:spPr>
          <a:xfrm>
            <a:off x="1310643" y="4083935"/>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3</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9" name="Textfeld 8">
            <a:extLst>
              <a:ext uri="{FF2B5EF4-FFF2-40B4-BE49-F238E27FC236}">
                <a16:creationId xmlns:a16="http://schemas.microsoft.com/office/drawing/2014/main" id="{EDD68E4E-8C0C-4348-A323-42CB61574FCA}"/>
              </a:ext>
            </a:extLst>
          </p:cNvPr>
          <p:cNvSpPr txBox="1"/>
          <p:nvPr/>
        </p:nvSpPr>
        <p:spPr>
          <a:xfrm>
            <a:off x="842591" y="439653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4</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10" name="Textfeld 9">
            <a:extLst>
              <a:ext uri="{FF2B5EF4-FFF2-40B4-BE49-F238E27FC236}">
                <a16:creationId xmlns:a16="http://schemas.microsoft.com/office/drawing/2014/main" id="{69B195E8-FFB7-431C-A9B8-092DBB383455}"/>
              </a:ext>
            </a:extLst>
          </p:cNvPr>
          <p:cNvSpPr txBox="1"/>
          <p:nvPr/>
        </p:nvSpPr>
        <p:spPr>
          <a:xfrm>
            <a:off x="842591" y="5081936"/>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5</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3498448B-E3DE-455F-8FBE-7757DD616D2F}"/>
              </a:ext>
            </a:extLst>
          </p:cNvPr>
          <p:cNvSpPr txBox="1"/>
          <p:nvPr/>
        </p:nvSpPr>
        <p:spPr>
          <a:xfrm>
            <a:off x="1058615" y="5598162"/>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6</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12" name="Textfeld 11">
            <a:extLst>
              <a:ext uri="{FF2B5EF4-FFF2-40B4-BE49-F238E27FC236}">
                <a16:creationId xmlns:a16="http://schemas.microsoft.com/office/drawing/2014/main" id="{C294AC18-0223-4FBE-A288-1863A65BEA49}"/>
              </a:ext>
            </a:extLst>
          </p:cNvPr>
          <p:cNvSpPr txBox="1"/>
          <p:nvPr/>
        </p:nvSpPr>
        <p:spPr>
          <a:xfrm>
            <a:off x="770583" y="5964417"/>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7</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13" name="Textfeld 12">
            <a:extLst>
              <a:ext uri="{FF2B5EF4-FFF2-40B4-BE49-F238E27FC236}">
                <a16:creationId xmlns:a16="http://schemas.microsoft.com/office/drawing/2014/main" id="{09BD8580-EA86-4DC5-9729-3D93225C7725}"/>
              </a:ext>
            </a:extLst>
          </p:cNvPr>
          <p:cNvSpPr txBox="1"/>
          <p:nvPr/>
        </p:nvSpPr>
        <p:spPr>
          <a:xfrm>
            <a:off x="2445980" y="349780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14" name="Textfeld 13">
            <a:extLst>
              <a:ext uri="{FF2B5EF4-FFF2-40B4-BE49-F238E27FC236}">
                <a16:creationId xmlns:a16="http://schemas.microsoft.com/office/drawing/2014/main" id="{2A7DD181-AFB0-4E57-8595-A1178570881D}"/>
              </a:ext>
            </a:extLst>
          </p:cNvPr>
          <p:cNvSpPr txBox="1"/>
          <p:nvPr/>
        </p:nvSpPr>
        <p:spPr>
          <a:xfrm>
            <a:off x="2706246" y="3791836"/>
            <a:ext cx="743345"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Versicolor</a:t>
            </a:r>
            <a:endParaRPr lang="en-US" sz="1200" b="1">
              <a:solidFill>
                <a:srgbClr val="FF0000"/>
              </a:solidFill>
              <a:latin typeface="+mn-lt"/>
              <a:ea typeface="Arial Unicode MS" panose="020B0604020202020204" pitchFamily="34" charset="-128"/>
              <a:cs typeface="Arial Unicode MS" panose="020B0604020202020204" pitchFamily="34" charset="-128"/>
            </a:endParaRPr>
          </a:p>
        </p:txBody>
      </p:sp>
      <p:sp>
        <p:nvSpPr>
          <p:cNvPr id="15" name="Textfeld 14">
            <a:extLst>
              <a:ext uri="{FF2B5EF4-FFF2-40B4-BE49-F238E27FC236}">
                <a16:creationId xmlns:a16="http://schemas.microsoft.com/office/drawing/2014/main" id="{BCF0312F-C48E-4E1B-AB09-054874B705B5}"/>
              </a:ext>
            </a:extLst>
          </p:cNvPr>
          <p:cNvSpPr txBox="1"/>
          <p:nvPr/>
        </p:nvSpPr>
        <p:spPr>
          <a:xfrm>
            <a:off x="2930823" y="4083935"/>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16" name="Textfeld 15">
            <a:extLst>
              <a:ext uri="{FF2B5EF4-FFF2-40B4-BE49-F238E27FC236}">
                <a16:creationId xmlns:a16="http://schemas.microsoft.com/office/drawing/2014/main" id="{32836B71-D2A4-4626-A456-C92B480083A3}"/>
              </a:ext>
            </a:extLst>
          </p:cNvPr>
          <p:cNvSpPr txBox="1"/>
          <p:nvPr/>
        </p:nvSpPr>
        <p:spPr>
          <a:xfrm>
            <a:off x="2540566" y="439653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17" name="Textfeld 16">
            <a:extLst>
              <a:ext uri="{FF2B5EF4-FFF2-40B4-BE49-F238E27FC236}">
                <a16:creationId xmlns:a16="http://schemas.microsoft.com/office/drawing/2014/main" id="{589DE43B-6859-493C-BE4F-852D55A41E6A}"/>
              </a:ext>
            </a:extLst>
          </p:cNvPr>
          <p:cNvSpPr txBox="1"/>
          <p:nvPr/>
        </p:nvSpPr>
        <p:spPr>
          <a:xfrm>
            <a:off x="2526683" y="5081936"/>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18" name="Textfeld 17">
            <a:extLst>
              <a:ext uri="{FF2B5EF4-FFF2-40B4-BE49-F238E27FC236}">
                <a16:creationId xmlns:a16="http://schemas.microsoft.com/office/drawing/2014/main" id="{10309735-C883-4657-9877-9F66D67B9209}"/>
              </a:ext>
            </a:extLst>
          </p:cNvPr>
          <p:cNvSpPr txBox="1"/>
          <p:nvPr/>
        </p:nvSpPr>
        <p:spPr>
          <a:xfrm>
            <a:off x="2714799" y="5598162"/>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19" name="Textfeld 18">
            <a:extLst>
              <a:ext uri="{FF2B5EF4-FFF2-40B4-BE49-F238E27FC236}">
                <a16:creationId xmlns:a16="http://schemas.microsoft.com/office/drawing/2014/main" id="{AE509738-F114-4780-9D72-D83683C3CDFD}"/>
              </a:ext>
            </a:extLst>
          </p:cNvPr>
          <p:cNvSpPr txBox="1"/>
          <p:nvPr/>
        </p:nvSpPr>
        <p:spPr>
          <a:xfrm>
            <a:off x="2477632" y="5960751"/>
            <a:ext cx="735330"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a:t>
            </a:r>
            <a:r>
              <a:rPr lang="de-DE" sz="1200">
                <a:solidFill>
                  <a:srgbClr val="FF0000"/>
                </a:solidFill>
                <a:latin typeface="+mn-lt"/>
                <a:ea typeface="Arial Unicode MS" panose="020B0604020202020204" pitchFamily="34" charset="-128"/>
                <a:cs typeface="Arial Unicode MS" panose="020B0604020202020204" pitchFamily="34" charset="-128"/>
              </a:rPr>
              <a:t>r</a:t>
            </a:r>
            <a:endParaRPr lang="en-US" sz="1200">
              <a:solidFill>
                <a:srgbClr val="FF0000"/>
              </a:solidFill>
              <a:latin typeface="+mn-lt"/>
              <a:ea typeface="Arial Unicode MS" panose="020B0604020202020204" pitchFamily="34" charset="-128"/>
              <a:cs typeface="Arial Unicode MS" panose="020B0604020202020204" pitchFamily="34" charset="-128"/>
            </a:endParaRPr>
          </a:p>
        </p:txBody>
      </p:sp>
      <p:cxnSp>
        <p:nvCxnSpPr>
          <p:cNvPr id="21" name="Gerade Verbindung mit Pfeil 20">
            <a:extLst>
              <a:ext uri="{FF2B5EF4-FFF2-40B4-BE49-F238E27FC236}">
                <a16:creationId xmlns:a16="http://schemas.microsoft.com/office/drawing/2014/main" id="{3F1D2CFC-35AC-40AD-8A5E-2E0F5314E3BB}"/>
              </a:ext>
            </a:extLst>
          </p:cNvPr>
          <p:cNvCxnSpPr/>
          <p:nvPr/>
        </p:nvCxnSpPr>
        <p:spPr bwMode="auto">
          <a:xfrm>
            <a:off x="1181440" y="3591819"/>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mit Pfeil 21">
            <a:extLst>
              <a:ext uri="{FF2B5EF4-FFF2-40B4-BE49-F238E27FC236}">
                <a16:creationId xmlns:a16="http://schemas.microsoft.com/office/drawing/2014/main" id="{2E989A8E-15C5-4EB9-A624-891594629A79}"/>
              </a:ext>
            </a:extLst>
          </p:cNvPr>
          <p:cNvCxnSpPr/>
          <p:nvPr/>
        </p:nvCxnSpPr>
        <p:spPr bwMode="auto">
          <a:xfrm>
            <a:off x="1417455" y="3897368"/>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mit Pfeil 22">
            <a:extLst>
              <a:ext uri="{FF2B5EF4-FFF2-40B4-BE49-F238E27FC236}">
                <a16:creationId xmlns:a16="http://schemas.microsoft.com/office/drawing/2014/main" id="{A69390D6-10A5-4E43-B00C-4349678A03EA}"/>
              </a:ext>
            </a:extLst>
          </p:cNvPr>
          <p:cNvCxnSpPr/>
          <p:nvPr/>
        </p:nvCxnSpPr>
        <p:spPr bwMode="auto">
          <a:xfrm>
            <a:off x="1730657" y="4179413"/>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mit Pfeil 23">
            <a:extLst>
              <a:ext uri="{FF2B5EF4-FFF2-40B4-BE49-F238E27FC236}">
                <a16:creationId xmlns:a16="http://schemas.microsoft.com/office/drawing/2014/main" id="{D228088E-6CF5-429A-B932-56287FBA446F}"/>
              </a:ext>
            </a:extLst>
          </p:cNvPr>
          <p:cNvCxnSpPr/>
          <p:nvPr/>
        </p:nvCxnSpPr>
        <p:spPr bwMode="auto">
          <a:xfrm>
            <a:off x="1264740" y="4508466"/>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mit Pfeil 24">
            <a:extLst>
              <a:ext uri="{FF2B5EF4-FFF2-40B4-BE49-F238E27FC236}">
                <a16:creationId xmlns:a16="http://schemas.microsoft.com/office/drawing/2014/main" id="{DDE15DFA-25C4-4DB1-B5C7-955C31D88B27}"/>
              </a:ext>
            </a:extLst>
          </p:cNvPr>
          <p:cNvCxnSpPr/>
          <p:nvPr/>
        </p:nvCxnSpPr>
        <p:spPr bwMode="auto">
          <a:xfrm>
            <a:off x="1264740" y="5166572"/>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mit Pfeil 25">
            <a:extLst>
              <a:ext uri="{FF2B5EF4-FFF2-40B4-BE49-F238E27FC236}">
                <a16:creationId xmlns:a16="http://schemas.microsoft.com/office/drawing/2014/main" id="{C8F7402E-D454-4AE2-A0E4-1DB8B768E7E3}"/>
              </a:ext>
            </a:extLst>
          </p:cNvPr>
          <p:cNvCxnSpPr/>
          <p:nvPr/>
        </p:nvCxnSpPr>
        <p:spPr bwMode="auto">
          <a:xfrm>
            <a:off x="1494805" y="5690319"/>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mit Pfeil 26">
            <a:extLst>
              <a:ext uri="{FF2B5EF4-FFF2-40B4-BE49-F238E27FC236}">
                <a16:creationId xmlns:a16="http://schemas.microsoft.com/office/drawing/2014/main" id="{E8F6572D-84E6-480D-AC92-667F1FF87F92}"/>
              </a:ext>
            </a:extLst>
          </p:cNvPr>
          <p:cNvCxnSpPr/>
          <p:nvPr/>
        </p:nvCxnSpPr>
        <p:spPr bwMode="auto">
          <a:xfrm>
            <a:off x="1205646" y="6059715"/>
            <a:ext cx="1098435"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2" name="Rechteck 31">
            <a:extLst>
              <a:ext uri="{FF2B5EF4-FFF2-40B4-BE49-F238E27FC236}">
                <a16:creationId xmlns:a16="http://schemas.microsoft.com/office/drawing/2014/main" id="{82B056D1-6601-4676-B003-436FA21F09D0}"/>
              </a:ext>
            </a:extLst>
          </p:cNvPr>
          <p:cNvSpPr/>
          <p:nvPr/>
        </p:nvSpPr>
        <p:spPr bwMode="auto">
          <a:xfrm>
            <a:off x="4681207" y="3146293"/>
            <a:ext cx="2984867" cy="3125252"/>
          </a:xfrm>
          <a:prstGeom prst="rect">
            <a:avLst/>
          </a:prstGeom>
          <a:noFill/>
          <a:ln w="9525">
            <a:solidFill>
              <a:schemeClr val="tx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Textfeld 32">
            <a:extLst>
              <a:ext uri="{FF2B5EF4-FFF2-40B4-BE49-F238E27FC236}">
                <a16:creationId xmlns:a16="http://schemas.microsoft.com/office/drawing/2014/main" id="{23D772C5-F7F5-4850-AD76-C62C8E162744}"/>
              </a:ext>
            </a:extLst>
          </p:cNvPr>
          <p:cNvSpPr txBox="1"/>
          <p:nvPr/>
        </p:nvSpPr>
        <p:spPr>
          <a:xfrm>
            <a:off x="4803031" y="3501091"/>
            <a:ext cx="498777" cy="187424"/>
          </a:xfrm>
          <a:prstGeom prst="rect">
            <a:avLst/>
          </a:prstGeom>
          <a:noFill/>
        </p:spPr>
        <p:txBody>
          <a:bodyPr wrap="squar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1</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Textfeld 33">
            <a:extLst>
              <a:ext uri="{FF2B5EF4-FFF2-40B4-BE49-F238E27FC236}">
                <a16:creationId xmlns:a16="http://schemas.microsoft.com/office/drawing/2014/main" id="{AAC84680-1C77-41B3-9549-0BE6C5956BF5}"/>
              </a:ext>
            </a:extLst>
          </p:cNvPr>
          <p:cNvSpPr txBox="1"/>
          <p:nvPr/>
        </p:nvSpPr>
        <p:spPr>
          <a:xfrm>
            <a:off x="5055059" y="3794808"/>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 </a:t>
            </a:r>
            <a:r>
              <a:rPr lang="de-DE" sz="1200">
                <a:solidFill>
                  <a:schemeClr val="tx1"/>
                </a:solidFill>
                <a:latin typeface="+mn-lt"/>
                <a:ea typeface="Arial Unicode MS" panose="020B0604020202020204" pitchFamily="34" charset="-128"/>
                <a:cs typeface="Arial Unicode MS" panose="020B0604020202020204" pitchFamily="34" charset="-128"/>
              </a:rPr>
              <a:t>2</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Textfeld 34">
            <a:extLst>
              <a:ext uri="{FF2B5EF4-FFF2-40B4-BE49-F238E27FC236}">
                <a16:creationId xmlns:a16="http://schemas.microsoft.com/office/drawing/2014/main" id="{755501C7-60AE-41F3-9AD4-054D79CCAADD}"/>
              </a:ext>
            </a:extLst>
          </p:cNvPr>
          <p:cNvSpPr txBox="1"/>
          <p:nvPr/>
        </p:nvSpPr>
        <p:spPr>
          <a:xfrm>
            <a:off x="5379095" y="408659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3</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Textfeld 35">
            <a:extLst>
              <a:ext uri="{FF2B5EF4-FFF2-40B4-BE49-F238E27FC236}">
                <a16:creationId xmlns:a16="http://schemas.microsoft.com/office/drawing/2014/main" id="{C796A416-445E-4D31-B561-D1C4DFB1CEF1}"/>
              </a:ext>
            </a:extLst>
          </p:cNvPr>
          <p:cNvSpPr txBox="1"/>
          <p:nvPr/>
        </p:nvSpPr>
        <p:spPr>
          <a:xfrm>
            <a:off x="4911043" y="4398857"/>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4</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Textfeld 36">
            <a:extLst>
              <a:ext uri="{FF2B5EF4-FFF2-40B4-BE49-F238E27FC236}">
                <a16:creationId xmlns:a16="http://schemas.microsoft.com/office/drawing/2014/main" id="{B3A8FCC9-C2E2-494E-BC16-8A5142A1F627}"/>
              </a:ext>
            </a:extLst>
          </p:cNvPr>
          <p:cNvSpPr txBox="1"/>
          <p:nvPr/>
        </p:nvSpPr>
        <p:spPr>
          <a:xfrm>
            <a:off x="4875039" y="508352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5</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Textfeld 37">
            <a:extLst>
              <a:ext uri="{FF2B5EF4-FFF2-40B4-BE49-F238E27FC236}">
                <a16:creationId xmlns:a16="http://schemas.microsoft.com/office/drawing/2014/main" id="{0A7BC7C9-9D61-4A89-8AD8-4371F91556B9}"/>
              </a:ext>
            </a:extLst>
          </p:cNvPr>
          <p:cNvSpPr txBox="1"/>
          <p:nvPr/>
        </p:nvSpPr>
        <p:spPr>
          <a:xfrm>
            <a:off x="5117678" y="5599196"/>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6</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Textfeld 38">
            <a:extLst>
              <a:ext uri="{FF2B5EF4-FFF2-40B4-BE49-F238E27FC236}">
                <a16:creationId xmlns:a16="http://schemas.microsoft.com/office/drawing/2014/main" id="{1B8884BA-09D4-4352-B1CA-0F93BEB15F7D}"/>
              </a:ext>
            </a:extLst>
          </p:cNvPr>
          <p:cNvSpPr txBox="1"/>
          <p:nvPr/>
        </p:nvSpPr>
        <p:spPr>
          <a:xfrm>
            <a:off x="4839035" y="5965058"/>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7</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7" name="Gerade Verbindung mit Pfeil 46">
            <a:extLst>
              <a:ext uri="{FF2B5EF4-FFF2-40B4-BE49-F238E27FC236}">
                <a16:creationId xmlns:a16="http://schemas.microsoft.com/office/drawing/2014/main" id="{7C7B8FCC-FF68-4E53-A0C2-DCDB6B351D48}"/>
              </a:ext>
            </a:extLst>
          </p:cNvPr>
          <p:cNvCxnSpPr/>
          <p:nvPr/>
        </p:nvCxnSpPr>
        <p:spPr bwMode="auto">
          <a:xfrm>
            <a:off x="5234452" y="3595006"/>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 Verbindung mit Pfeil 47">
            <a:extLst>
              <a:ext uri="{FF2B5EF4-FFF2-40B4-BE49-F238E27FC236}">
                <a16:creationId xmlns:a16="http://schemas.microsoft.com/office/drawing/2014/main" id="{143EA873-48C9-4B9B-9DB2-1B4482BDDE7A}"/>
              </a:ext>
            </a:extLst>
          </p:cNvPr>
          <p:cNvCxnSpPr/>
          <p:nvPr/>
        </p:nvCxnSpPr>
        <p:spPr bwMode="auto">
          <a:xfrm>
            <a:off x="5469985" y="3900227"/>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9" name="Gerade Verbindung mit Pfeil 48">
            <a:extLst>
              <a:ext uri="{FF2B5EF4-FFF2-40B4-BE49-F238E27FC236}">
                <a16:creationId xmlns:a16="http://schemas.microsoft.com/office/drawing/2014/main" id="{B1B50517-4D47-4FEF-8C55-93F24ED9377C}"/>
              </a:ext>
            </a:extLst>
          </p:cNvPr>
          <p:cNvCxnSpPr/>
          <p:nvPr/>
        </p:nvCxnSpPr>
        <p:spPr bwMode="auto">
          <a:xfrm>
            <a:off x="5782548" y="4181969"/>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0" name="Gerade Verbindung mit Pfeil 49">
            <a:extLst>
              <a:ext uri="{FF2B5EF4-FFF2-40B4-BE49-F238E27FC236}">
                <a16:creationId xmlns:a16="http://schemas.microsoft.com/office/drawing/2014/main" id="{F9C28C09-3D45-4F5F-AF2B-6C29300C951E}"/>
              </a:ext>
            </a:extLst>
          </p:cNvPr>
          <p:cNvCxnSpPr/>
          <p:nvPr/>
        </p:nvCxnSpPr>
        <p:spPr bwMode="auto">
          <a:xfrm>
            <a:off x="5317581" y="4510669"/>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1" name="Gerade Verbindung mit Pfeil 50">
            <a:extLst>
              <a:ext uri="{FF2B5EF4-FFF2-40B4-BE49-F238E27FC236}">
                <a16:creationId xmlns:a16="http://schemas.microsoft.com/office/drawing/2014/main" id="{4327F664-39CF-4616-ADBA-78C82B4F3F92}"/>
              </a:ext>
            </a:extLst>
          </p:cNvPr>
          <p:cNvCxnSpPr/>
          <p:nvPr/>
        </p:nvCxnSpPr>
        <p:spPr bwMode="auto">
          <a:xfrm>
            <a:off x="5317581" y="5168069"/>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2" name="Gerade Verbindung mit Pfeil 51">
            <a:extLst>
              <a:ext uri="{FF2B5EF4-FFF2-40B4-BE49-F238E27FC236}">
                <a16:creationId xmlns:a16="http://schemas.microsoft.com/office/drawing/2014/main" id="{781ECA59-F04B-4293-B3EE-1B5DA50031DA}"/>
              </a:ext>
            </a:extLst>
          </p:cNvPr>
          <p:cNvCxnSpPr/>
          <p:nvPr/>
        </p:nvCxnSpPr>
        <p:spPr bwMode="auto">
          <a:xfrm>
            <a:off x="5547177" y="5691254"/>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3" name="Gerade Verbindung mit Pfeil 52">
            <a:extLst>
              <a:ext uri="{FF2B5EF4-FFF2-40B4-BE49-F238E27FC236}">
                <a16:creationId xmlns:a16="http://schemas.microsoft.com/office/drawing/2014/main" id="{DC3D9C00-B8EE-408B-975F-A29A86895D11}"/>
              </a:ext>
            </a:extLst>
          </p:cNvPr>
          <p:cNvCxnSpPr/>
          <p:nvPr/>
        </p:nvCxnSpPr>
        <p:spPr bwMode="auto">
          <a:xfrm>
            <a:off x="5258608" y="6060254"/>
            <a:ext cx="109619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96" name="Rechteck 95">
            <a:extLst>
              <a:ext uri="{FF2B5EF4-FFF2-40B4-BE49-F238E27FC236}">
                <a16:creationId xmlns:a16="http://schemas.microsoft.com/office/drawing/2014/main" id="{3949B0B2-1118-4D33-982B-7C40FA79C288}"/>
              </a:ext>
            </a:extLst>
          </p:cNvPr>
          <p:cNvSpPr/>
          <p:nvPr/>
        </p:nvSpPr>
        <p:spPr bwMode="auto">
          <a:xfrm>
            <a:off x="8737912" y="4698005"/>
            <a:ext cx="2981038" cy="1568437"/>
          </a:xfrm>
          <a:prstGeom prst="rect">
            <a:avLst/>
          </a:prstGeom>
          <a:noFill/>
          <a:ln w="9525">
            <a:solidFill>
              <a:schemeClr val="tx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97" name="Textfeld 96">
            <a:extLst>
              <a:ext uri="{FF2B5EF4-FFF2-40B4-BE49-F238E27FC236}">
                <a16:creationId xmlns:a16="http://schemas.microsoft.com/office/drawing/2014/main" id="{D6D77B00-4AC4-481A-9CBC-77B2FDAD122B}"/>
              </a:ext>
            </a:extLst>
          </p:cNvPr>
          <p:cNvSpPr txBox="1"/>
          <p:nvPr/>
        </p:nvSpPr>
        <p:spPr>
          <a:xfrm>
            <a:off x="8943491" y="5072534"/>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5</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98" name="Textfeld 97">
            <a:extLst>
              <a:ext uri="{FF2B5EF4-FFF2-40B4-BE49-F238E27FC236}">
                <a16:creationId xmlns:a16="http://schemas.microsoft.com/office/drawing/2014/main" id="{395A3E43-0FBF-49CE-BFDA-F63FBF8D6037}"/>
              </a:ext>
            </a:extLst>
          </p:cNvPr>
          <p:cNvSpPr txBox="1"/>
          <p:nvPr/>
        </p:nvSpPr>
        <p:spPr>
          <a:xfrm>
            <a:off x="9186130" y="5590761"/>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6</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99" name="Textfeld 98">
            <a:extLst>
              <a:ext uri="{FF2B5EF4-FFF2-40B4-BE49-F238E27FC236}">
                <a16:creationId xmlns:a16="http://schemas.microsoft.com/office/drawing/2014/main" id="{09C97F87-AE8E-4BFE-9654-771FAE342D30}"/>
              </a:ext>
            </a:extLst>
          </p:cNvPr>
          <p:cNvSpPr txBox="1"/>
          <p:nvPr/>
        </p:nvSpPr>
        <p:spPr>
          <a:xfrm>
            <a:off x="8898098" y="5958437"/>
            <a:ext cx="333425" cy="187424"/>
          </a:xfrm>
          <a:prstGeom prst="rect">
            <a:avLst/>
          </a:prstGeom>
          <a:noFill/>
        </p:spPr>
        <p:txBody>
          <a:bodyPr wrap="none" lIns="0" tIns="0" rIns="0" bIns="0" rtlCol="0">
            <a:spAutoFit/>
          </a:bodyPr>
          <a:lstStyle/>
          <a:p>
            <a:pPr>
              <a:lnSpc>
                <a:spcPct val="110000"/>
              </a:lnSpc>
              <a:spcBef>
                <a:spcPts val="0"/>
              </a:spcBef>
            </a:pPr>
            <a:r>
              <a:rPr lang="de-DE" sz="1200">
                <a:solidFill>
                  <a:schemeClr val="tx1"/>
                </a:solidFill>
                <a:ea typeface="Arial Unicode MS" panose="020B0604020202020204" pitchFamily="34" charset="-128"/>
                <a:cs typeface="Arial Unicode MS" panose="020B0604020202020204" pitchFamily="34" charset="-128"/>
              </a:rPr>
              <a:t>Iris</a:t>
            </a:r>
            <a:r>
              <a:rPr lang="de-DE" sz="1200">
                <a:solidFill>
                  <a:schemeClr val="tx1"/>
                </a:solidFill>
                <a:latin typeface="+mn-lt"/>
                <a:ea typeface="Arial Unicode MS" panose="020B0604020202020204" pitchFamily="34" charset="-128"/>
                <a:cs typeface="Arial Unicode MS" panose="020B0604020202020204" pitchFamily="34" charset="-128"/>
              </a:rPr>
              <a:t> 7</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03" name="Gerade Verbindung mit Pfeil 102">
            <a:extLst>
              <a:ext uri="{FF2B5EF4-FFF2-40B4-BE49-F238E27FC236}">
                <a16:creationId xmlns:a16="http://schemas.microsoft.com/office/drawing/2014/main" id="{8EB640BC-EC74-45A8-95B8-D6D95FCC5DA6}"/>
              </a:ext>
            </a:extLst>
          </p:cNvPr>
          <p:cNvCxnSpPr/>
          <p:nvPr/>
        </p:nvCxnSpPr>
        <p:spPr bwMode="auto">
          <a:xfrm>
            <a:off x="9373470" y="5157498"/>
            <a:ext cx="1094786"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4" name="Gerade Verbindung mit Pfeil 103">
            <a:extLst>
              <a:ext uri="{FF2B5EF4-FFF2-40B4-BE49-F238E27FC236}">
                <a16:creationId xmlns:a16="http://schemas.microsoft.com/office/drawing/2014/main" id="{EF528B15-7241-4E93-9052-3A37DF874D5A}"/>
              </a:ext>
            </a:extLst>
          </p:cNvPr>
          <p:cNvCxnSpPr/>
          <p:nvPr/>
        </p:nvCxnSpPr>
        <p:spPr bwMode="auto">
          <a:xfrm>
            <a:off x="9602771" y="5683275"/>
            <a:ext cx="1094786"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5" name="Gerade Verbindung mit Pfeil 104">
            <a:extLst>
              <a:ext uri="{FF2B5EF4-FFF2-40B4-BE49-F238E27FC236}">
                <a16:creationId xmlns:a16="http://schemas.microsoft.com/office/drawing/2014/main" id="{0F4321B7-39FD-4B8A-A69A-1BDB74F138D2}"/>
              </a:ext>
            </a:extLst>
          </p:cNvPr>
          <p:cNvCxnSpPr/>
          <p:nvPr/>
        </p:nvCxnSpPr>
        <p:spPr bwMode="auto">
          <a:xfrm>
            <a:off x="9314573" y="6054104"/>
            <a:ext cx="1094786"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7" name="Inhaltsplatzhalter 33" descr="Häkchen">
            <a:extLst>
              <a:ext uri="{FF2B5EF4-FFF2-40B4-BE49-F238E27FC236}">
                <a16:creationId xmlns:a16="http://schemas.microsoft.com/office/drawing/2014/main" id="{47698722-B734-4E4D-A241-7D47D985FF1A}"/>
              </a:ext>
            </a:extLst>
          </p:cNvPr>
          <p:cNvSpPr/>
          <p:nvPr/>
        </p:nvSpPr>
        <p:spPr>
          <a:xfrm>
            <a:off x="11377726" y="5900482"/>
            <a:ext cx="288000" cy="252000"/>
          </a:xfrm>
          <a:custGeom>
            <a:avLst/>
            <a:gdLst>
              <a:gd name="connsiteX0" fmla="*/ 474188 w 519749"/>
              <a:gd name="connsiteY0" fmla="*/ 0 h 365062"/>
              <a:gd name="connsiteX1" fmla="*/ 186188 w 519749"/>
              <a:gd name="connsiteY1" fmla="*/ 272250 h 365062"/>
              <a:gd name="connsiteX2" fmla="*/ 47813 w 519749"/>
              <a:gd name="connsiteY2" fmla="*/ 130500 h 365062"/>
              <a:gd name="connsiteX3" fmla="*/ 0 w 519749"/>
              <a:gd name="connsiteY3" fmla="*/ 176062 h 365062"/>
              <a:gd name="connsiteX4" fmla="*/ 183938 w 519749"/>
              <a:gd name="connsiteY4" fmla="*/ 365062 h 365062"/>
              <a:gd name="connsiteX5" fmla="*/ 232312 w 519749"/>
              <a:gd name="connsiteY5" fmla="*/ 320062 h 365062"/>
              <a:gd name="connsiteX6" fmla="*/ 519750 w 519749"/>
              <a:gd name="connsiteY6" fmla="*/ 47250 h 36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749" h="365062">
                <a:moveTo>
                  <a:pt x="474188" y="0"/>
                </a:moveTo>
                <a:lnTo>
                  <a:pt x="186188" y="272250"/>
                </a:lnTo>
                <a:lnTo>
                  <a:pt x="47813" y="130500"/>
                </a:lnTo>
                <a:lnTo>
                  <a:pt x="0" y="176062"/>
                </a:lnTo>
                <a:lnTo>
                  <a:pt x="183938" y="365062"/>
                </a:lnTo>
                <a:lnTo>
                  <a:pt x="232312" y="320062"/>
                </a:lnTo>
                <a:lnTo>
                  <a:pt x="519750" y="47250"/>
                </a:lnTo>
                <a:close/>
              </a:path>
            </a:pathLst>
          </a:custGeom>
          <a:solidFill>
            <a:srgbClr val="00B050"/>
          </a:solidFill>
          <a:ln w="5556" cap="flat">
            <a:noFill/>
            <a:prstDash val="solid"/>
            <a:miter/>
          </a:ln>
        </p:spPr>
        <p:txBody>
          <a:bodyPr rtlCol="0" anchor="ctr"/>
          <a:lstStyle/>
          <a:p>
            <a:endParaRPr lang="en-US" sz="1600"/>
          </a:p>
        </p:txBody>
      </p:sp>
      <p:sp>
        <p:nvSpPr>
          <p:cNvPr id="108" name="Grafik 35" descr="Schließen">
            <a:extLst>
              <a:ext uri="{FF2B5EF4-FFF2-40B4-BE49-F238E27FC236}">
                <a16:creationId xmlns:a16="http://schemas.microsoft.com/office/drawing/2014/main" id="{3731971C-3474-4F31-8697-C5CC6266CF81}"/>
              </a:ext>
            </a:extLst>
          </p:cNvPr>
          <p:cNvSpPr/>
          <p:nvPr/>
        </p:nvSpPr>
        <p:spPr>
          <a:xfrm>
            <a:off x="11634558" y="5524886"/>
            <a:ext cx="252000" cy="252000"/>
          </a:xfrm>
          <a:custGeom>
            <a:avLst/>
            <a:gdLst>
              <a:gd name="connsiteX0" fmla="*/ 398250 w 398250"/>
              <a:gd name="connsiteY0" fmla="*/ 47813 h 398250"/>
              <a:gd name="connsiteX1" fmla="*/ 350438 w 398250"/>
              <a:gd name="connsiteY1" fmla="*/ 0 h 398250"/>
              <a:gd name="connsiteX2" fmla="*/ 199125 w 398250"/>
              <a:gd name="connsiteY2" fmla="*/ 151313 h 398250"/>
              <a:gd name="connsiteX3" fmla="*/ 47813 w 398250"/>
              <a:gd name="connsiteY3" fmla="*/ 0 h 398250"/>
              <a:gd name="connsiteX4" fmla="*/ 0 w 398250"/>
              <a:gd name="connsiteY4" fmla="*/ 47813 h 398250"/>
              <a:gd name="connsiteX5" fmla="*/ 151313 w 398250"/>
              <a:gd name="connsiteY5" fmla="*/ 199125 h 398250"/>
              <a:gd name="connsiteX6" fmla="*/ 0 w 398250"/>
              <a:gd name="connsiteY6" fmla="*/ 350438 h 398250"/>
              <a:gd name="connsiteX7" fmla="*/ 47813 w 398250"/>
              <a:gd name="connsiteY7" fmla="*/ 398250 h 398250"/>
              <a:gd name="connsiteX8" fmla="*/ 199125 w 398250"/>
              <a:gd name="connsiteY8" fmla="*/ 246938 h 398250"/>
              <a:gd name="connsiteX9" fmla="*/ 350438 w 398250"/>
              <a:gd name="connsiteY9" fmla="*/ 398250 h 398250"/>
              <a:gd name="connsiteX10" fmla="*/ 398250 w 398250"/>
              <a:gd name="connsiteY10" fmla="*/ 350438 h 398250"/>
              <a:gd name="connsiteX11" fmla="*/ 246938 w 398250"/>
              <a:gd name="connsiteY11" fmla="*/ 199125 h 3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8250" h="398250">
                <a:moveTo>
                  <a:pt x="398250" y="47813"/>
                </a:moveTo>
                <a:lnTo>
                  <a:pt x="350438" y="0"/>
                </a:lnTo>
                <a:lnTo>
                  <a:pt x="199125" y="151313"/>
                </a:lnTo>
                <a:lnTo>
                  <a:pt x="47813" y="0"/>
                </a:lnTo>
                <a:lnTo>
                  <a:pt x="0" y="47813"/>
                </a:lnTo>
                <a:lnTo>
                  <a:pt x="151313" y="199125"/>
                </a:lnTo>
                <a:lnTo>
                  <a:pt x="0" y="350438"/>
                </a:lnTo>
                <a:lnTo>
                  <a:pt x="47813" y="398250"/>
                </a:lnTo>
                <a:lnTo>
                  <a:pt x="199125" y="246938"/>
                </a:lnTo>
                <a:lnTo>
                  <a:pt x="350438" y="398250"/>
                </a:lnTo>
                <a:lnTo>
                  <a:pt x="398250" y="350438"/>
                </a:lnTo>
                <a:lnTo>
                  <a:pt x="246938" y="199125"/>
                </a:lnTo>
                <a:close/>
              </a:path>
            </a:pathLst>
          </a:custGeom>
          <a:solidFill>
            <a:srgbClr val="FF0000"/>
          </a:solidFill>
          <a:ln w="5556" cap="flat">
            <a:noFill/>
            <a:prstDash val="solid"/>
            <a:miter/>
          </a:ln>
        </p:spPr>
        <p:txBody>
          <a:bodyPr rtlCol="0" anchor="ctr"/>
          <a:lstStyle/>
          <a:p>
            <a:endParaRPr lang="en-US" sz="1600"/>
          </a:p>
        </p:txBody>
      </p:sp>
      <p:sp>
        <p:nvSpPr>
          <p:cNvPr id="109" name="Inhaltsplatzhalter 33" descr="Häkchen">
            <a:extLst>
              <a:ext uri="{FF2B5EF4-FFF2-40B4-BE49-F238E27FC236}">
                <a16:creationId xmlns:a16="http://schemas.microsoft.com/office/drawing/2014/main" id="{9DB9CABB-3BB0-4CC2-9EFE-52016E262D3C}"/>
              </a:ext>
            </a:extLst>
          </p:cNvPr>
          <p:cNvSpPr/>
          <p:nvPr/>
        </p:nvSpPr>
        <p:spPr>
          <a:xfrm>
            <a:off x="11267517" y="5019412"/>
            <a:ext cx="288000" cy="252000"/>
          </a:xfrm>
          <a:custGeom>
            <a:avLst/>
            <a:gdLst>
              <a:gd name="connsiteX0" fmla="*/ 474188 w 519749"/>
              <a:gd name="connsiteY0" fmla="*/ 0 h 365062"/>
              <a:gd name="connsiteX1" fmla="*/ 186188 w 519749"/>
              <a:gd name="connsiteY1" fmla="*/ 272250 h 365062"/>
              <a:gd name="connsiteX2" fmla="*/ 47813 w 519749"/>
              <a:gd name="connsiteY2" fmla="*/ 130500 h 365062"/>
              <a:gd name="connsiteX3" fmla="*/ 0 w 519749"/>
              <a:gd name="connsiteY3" fmla="*/ 176062 h 365062"/>
              <a:gd name="connsiteX4" fmla="*/ 183938 w 519749"/>
              <a:gd name="connsiteY4" fmla="*/ 365062 h 365062"/>
              <a:gd name="connsiteX5" fmla="*/ 232312 w 519749"/>
              <a:gd name="connsiteY5" fmla="*/ 320062 h 365062"/>
              <a:gd name="connsiteX6" fmla="*/ 519750 w 519749"/>
              <a:gd name="connsiteY6" fmla="*/ 47250 h 36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749" h="365062">
                <a:moveTo>
                  <a:pt x="474188" y="0"/>
                </a:moveTo>
                <a:lnTo>
                  <a:pt x="186188" y="272250"/>
                </a:lnTo>
                <a:lnTo>
                  <a:pt x="47813" y="130500"/>
                </a:lnTo>
                <a:lnTo>
                  <a:pt x="0" y="176062"/>
                </a:lnTo>
                <a:lnTo>
                  <a:pt x="183938" y="365062"/>
                </a:lnTo>
                <a:lnTo>
                  <a:pt x="232312" y="320062"/>
                </a:lnTo>
                <a:lnTo>
                  <a:pt x="519750" y="47250"/>
                </a:lnTo>
                <a:close/>
              </a:path>
            </a:pathLst>
          </a:custGeom>
          <a:solidFill>
            <a:srgbClr val="00B050"/>
          </a:solidFill>
          <a:ln w="5556" cap="flat">
            <a:noFill/>
            <a:prstDash val="solid"/>
            <a:miter/>
          </a:ln>
        </p:spPr>
        <p:txBody>
          <a:bodyPr rtlCol="0" anchor="ctr"/>
          <a:lstStyle/>
          <a:p>
            <a:endParaRPr lang="en-US" sz="1600"/>
          </a:p>
        </p:txBody>
      </p:sp>
      <p:sp>
        <p:nvSpPr>
          <p:cNvPr id="110" name="Pfeil: nach rechts 109">
            <a:extLst>
              <a:ext uri="{FF2B5EF4-FFF2-40B4-BE49-F238E27FC236}">
                <a16:creationId xmlns:a16="http://schemas.microsoft.com/office/drawing/2014/main" id="{9DB270F1-325C-47E3-86AF-3B7BC5889CC9}"/>
              </a:ext>
            </a:extLst>
          </p:cNvPr>
          <p:cNvSpPr/>
          <p:nvPr/>
        </p:nvSpPr>
        <p:spPr bwMode="auto">
          <a:xfrm>
            <a:off x="3722911" y="4398857"/>
            <a:ext cx="889087" cy="594607"/>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1" name="Pfeil: nach rechts 110">
            <a:extLst>
              <a:ext uri="{FF2B5EF4-FFF2-40B4-BE49-F238E27FC236}">
                <a16:creationId xmlns:a16="http://schemas.microsoft.com/office/drawing/2014/main" id="{63CBE2A2-7C9C-441A-955B-656E63208694}"/>
              </a:ext>
            </a:extLst>
          </p:cNvPr>
          <p:cNvSpPr/>
          <p:nvPr/>
        </p:nvSpPr>
        <p:spPr bwMode="auto">
          <a:xfrm>
            <a:off x="7789249" y="5197892"/>
            <a:ext cx="889087" cy="594607"/>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Textfeld 70">
            <a:extLst>
              <a:ext uri="{FF2B5EF4-FFF2-40B4-BE49-F238E27FC236}">
                <a16:creationId xmlns:a16="http://schemas.microsoft.com/office/drawing/2014/main" id="{5A827D9F-A1B8-4232-9385-F6F9441E990D}"/>
              </a:ext>
            </a:extLst>
          </p:cNvPr>
          <p:cNvSpPr txBox="1"/>
          <p:nvPr/>
        </p:nvSpPr>
        <p:spPr>
          <a:xfrm>
            <a:off x="6500720" y="351302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72" name="Textfeld 71">
            <a:extLst>
              <a:ext uri="{FF2B5EF4-FFF2-40B4-BE49-F238E27FC236}">
                <a16:creationId xmlns:a16="http://schemas.microsoft.com/office/drawing/2014/main" id="{61F96BB9-CC0C-472E-849B-EDA5CE80AA5C}"/>
              </a:ext>
            </a:extLst>
          </p:cNvPr>
          <p:cNvSpPr txBox="1"/>
          <p:nvPr/>
        </p:nvSpPr>
        <p:spPr>
          <a:xfrm>
            <a:off x="6760986" y="3807056"/>
            <a:ext cx="743345"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Versicolor</a:t>
            </a:r>
            <a:endParaRPr lang="en-US" sz="1200" b="1">
              <a:solidFill>
                <a:srgbClr val="FF0000"/>
              </a:solidFill>
              <a:latin typeface="+mn-lt"/>
              <a:ea typeface="Arial Unicode MS" panose="020B0604020202020204" pitchFamily="34" charset="-128"/>
              <a:cs typeface="Arial Unicode MS" panose="020B0604020202020204" pitchFamily="34" charset="-128"/>
            </a:endParaRPr>
          </a:p>
        </p:txBody>
      </p:sp>
      <p:sp>
        <p:nvSpPr>
          <p:cNvPr id="73" name="Textfeld 72">
            <a:extLst>
              <a:ext uri="{FF2B5EF4-FFF2-40B4-BE49-F238E27FC236}">
                <a16:creationId xmlns:a16="http://schemas.microsoft.com/office/drawing/2014/main" id="{F059A71B-6368-4A32-B5E0-2FF55AFAB6DB}"/>
              </a:ext>
            </a:extLst>
          </p:cNvPr>
          <p:cNvSpPr txBox="1"/>
          <p:nvPr/>
        </p:nvSpPr>
        <p:spPr>
          <a:xfrm>
            <a:off x="6985563" y="4099155"/>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74" name="Textfeld 73">
            <a:extLst>
              <a:ext uri="{FF2B5EF4-FFF2-40B4-BE49-F238E27FC236}">
                <a16:creationId xmlns:a16="http://schemas.microsoft.com/office/drawing/2014/main" id="{E6C046D7-B182-4895-9C58-1E67F05B6506}"/>
              </a:ext>
            </a:extLst>
          </p:cNvPr>
          <p:cNvSpPr txBox="1"/>
          <p:nvPr/>
        </p:nvSpPr>
        <p:spPr>
          <a:xfrm>
            <a:off x="6595306" y="4411754"/>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75" name="Textfeld 74">
            <a:extLst>
              <a:ext uri="{FF2B5EF4-FFF2-40B4-BE49-F238E27FC236}">
                <a16:creationId xmlns:a16="http://schemas.microsoft.com/office/drawing/2014/main" id="{FC2BF9B5-4362-425B-B327-EB0798A188AD}"/>
              </a:ext>
            </a:extLst>
          </p:cNvPr>
          <p:cNvSpPr txBox="1"/>
          <p:nvPr/>
        </p:nvSpPr>
        <p:spPr>
          <a:xfrm>
            <a:off x="6581423" y="5097156"/>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76" name="Textfeld 75">
            <a:extLst>
              <a:ext uri="{FF2B5EF4-FFF2-40B4-BE49-F238E27FC236}">
                <a16:creationId xmlns:a16="http://schemas.microsoft.com/office/drawing/2014/main" id="{35F6EFEB-B154-4DCC-89BB-181CC525EBE4}"/>
              </a:ext>
            </a:extLst>
          </p:cNvPr>
          <p:cNvSpPr txBox="1"/>
          <p:nvPr/>
        </p:nvSpPr>
        <p:spPr>
          <a:xfrm>
            <a:off x="6769539" y="5613382"/>
            <a:ext cx="64806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6">
                    <a:lumMod val="75000"/>
                  </a:schemeClr>
                </a:solidFill>
                <a:latin typeface="+mn-lt"/>
                <a:ea typeface="Arial Unicode MS" panose="020B0604020202020204" pitchFamily="34" charset="-128"/>
                <a:cs typeface="Arial Unicode MS" panose="020B0604020202020204" pitchFamily="34" charset="-128"/>
              </a:rPr>
              <a:t>Virginica</a:t>
            </a:r>
            <a:endParaRPr lang="en-US" sz="1200" b="1">
              <a:solidFill>
                <a:schemeClr val="accent6">
                  <a:lumMod val="75000"/>
                </a:schemeClr>
              </a:solidFill>
              <a:latin typeface="+mn-lt"/>
              <a:ea typeface="Arial Unicode MS" panose="020B0604020202020204" pitchFamily="34" charset="-128"/>
              <a:cs typeface="Arial Unicode MS" panose="020B0604020202020204" pitchFamily="34" charset="-128"/>
            </a:endParaRPr>
          </a:p>
        </p:txBody>
      </p:sp>
      <p:sp>
        <p:nvSpPr>
          <p:cNvPr id="77" name="Textfeld 76">
            <a:extLst>
              <a:ext uri="{FF2B5EF4-FFF2-40B4-BE49-F238E27FC236}">
                <a16:creationId xmlns:a16="http://schemas.microsoft.com/office/drawing/2014/main" id="{FEABBE22-C2B3-4585-92A3-686C9966AAF9}"/>
              </a:ext>
            </a:extLst>
          </p:cNvPr>
          <p:cNvSpPr txBox="1"/>
          <p:nvPr/>
        </p:nvSpPr>
        <p:spPr>
          <a:xfrm>
            <a:off x="6532372" y="5975971"/>
            <a:ext cx="735330"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a:t>
            </a:r>
            <a:r>
              <a:rPr lang="de-DE" sz="1200">
                <a:solidFill>
                  <a:srgbClr val="FF0000"/>
                </a:solidFill>
                <a:latin typeface="+mn-lt"/>
                <a:ea typeface="Arial Unicode MS" panose="020B0604020202020204" pitchFamily="34" charset="-128"/>
                <a:cs typeface="Arial Unicode MS" panose="020B0604020202020204" pitchFamily="34" charset="-128"/>
              </a:rPr>
              <a:t>r</a:t>
            </a:r>
            <a:endParaRPr lang="en-US" sz="1200">
              <a:solidFill>
                <a:srgbClr val="FF0000"/>
              </a:solidFill>
              <a:latin typeface="+mn-lt"/>
              <a:ea typeface="Arial Unicode MS" panose="020B0604020202020204" pitchFamily="34" charset="-128"/>
              <a:cs typeface="Arial Unicode MS" panose="020B0604020202020204" pitchFamily="34" charset="-128"/>
            </a:endParaRPr>
          </a:p>
        </p:txBody>
      </p:sp>
      <p:sp>
        <p:nvSpPr>
          <p:cNvPr id="81" name="Textfeld 80">
            <a:extLst>
              <a:ext uri="{FF2B5EF4-FFF2-40B4-BE49-F238E27FC236}">
                <a16:creationId xmlns:a16="http://schemas.microsoft.com/office/drawing/2014/main" id="{76F997C2-98B6-4095-8A2A-EFA7B09625C8}"/>
              </a:ext>
            </a:extLst>
          </p:cNvPr>
          <p:cNvSpPr txBox="1"/>
          <p:nvPr/>
        </p:nvSpPr>
        <p:spPr>
          <a:xfrm>
            <a:off x="10635633" y="5066391"/>
            <a:ext cx="503343" cy="187424"/>
          </a:xfrm>
          <a:prstGeom prst="rect">
            <a:avLst/>
          </a:prstGeom>
          <a:noFill/>
        </p:spPr>
        <p:txBody>
          <a:bodyPr wrap="none" lIns="0" tIns="0" rIns="0" bIns="0" rtlCol="0">
            <a:spAutoFit/>
          </a:bodyPr>
          <a:lstStyle/>
          <a:p>
            <a:pPr>
              <a:lnSpc>
                <a:spcPct val="110000"/>
              </a:lnSpc>
              <a:spcBef>
                <a:spcPts val="0"/>
              </a:spcBef>
            </a:pPr>
            <a:r>
              <a:rPr lang="de-DE" sz="1200" b="1">
                <a:solidFill>
                  <a:schemeClr val="accent3">
                    <a:lumMod val="75000"/>
                  </a:schemeClr>
                </a:solidFill>
                <a:latin typeface="+mn-lt"/>
                <a:ea typeface="Arial Unicode MS" panose="020B0604020202020204" pitchFamily="34" charset="-128"/>
                <a:cs typeface="Arial Unicode MS" panose="020B0604020202020204" pitchFamily="34" charset="-128"/>
              </a:rPr>
              <a:t>Setosa</a:t>
            </a:r>
            <a:endParaRPr lang="en-US" sz="1200" b="1">
              <a:solidFill>
                <a:schemeClr val="accent3">
                  <a:lumMod val="75000"/>
                </a:schemeClr>
              </a:solidFill>
              <a:latin typeface="+mn-lt"/>
              <a:ea typeface="Arial Unicode MS" panose="020B0604020202020204" pitchFamily="34" charset="-128"/>
              <a:cs typeface="Arial Unicode MS" panose="020B0604020202020204" pitchFamily="34" charset="-128"/>
            </a:endParaRPr>
          </a:p>
        </p:txBody>
      </p:sp>
      <p:sp>
        <p:nvSpPr>
          <p:cNvPr id="82" name="Textfeld 81">
            <a:extLst>
              <a:ext uri="{FF2B5EF4-FFF2-40B4-BE49-F238E27FC236}">
                <a16:creationId xmlns:a16="http://schemas.microsoft.com/office/drawing/2014/main" id="{945BA0E6-3ABD-4AD8-978A-0DA7FD5DFD8B}"/>
              </a:ext>
            </a:extLst>
          </p:cNvPr>
          <p:cNvSpPr txBox="1"/>
          <p:nvPr/>
        </p:nvSpPr>
        <p:spPr>
          <a:xfrm>
            <a:off x="10823749" y="5582617"/>
            <a:ext cx="743345"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Versicolor</a:t>
            </a:r>
            <a:endParaRPr lang="en-US" sz="1200" b="1">
              <a:solidFill>
                <a:srgbClr val="FF0000"/>
              </a:solidFill>
              <a:latin typeface="+mn-lt"/>
              <a:ea typeface="Arial Unicode MS" panose="020B0604020202020204" pitchFamily="34" charset="-128"/>
              <a:cs typeface="Arial Unicode MS" panose="020B0604020202020204" pitchFamily="34" charset="-128"/>
            </a:endParaRPr>
          </a:p>
        </p:txBody>
      </p:sp>
      <p:sp>
        <p:nvSpPr>
          <p:cNvPr id="83" name="Textfeld 82">
            <a:extLst>
              <a:ext uri="{FF2B5EF4-FFF2-40B4-BE49-F238E27FC236}">
                <a16:creationId xmlns:a16="http://schemas.microsoft.com/office/drawing/2014/main" id="{D9A7789F-5A97-4344-957D-EC5294F89E96}"/>
              </a:ext>
            </a:extLst>
          </p:cNvPr>
          <p:cNvSpPr txBox="1"/>
          <p:nvPr/>
        </p:nvSpPr>
        <p:spPr>
          <a:xfrm>
            <a:off x="10586582" y="5945206"/>
            <a:ext cx="735330" cy="187424"/>
          </a:xfrm>
          <a:prstGeom prst="rect">
            <a:avLst/>
          </a:prstGeom>
          <a:noFill/>
        </p:spPr>
        <p:txBody>
          <a:bodyPr wrap="none" lIns="0" tIns="0" rIns="0" bIns="0" rtlCol="0">
            <a:spAutoFit/>
          </a:bodyPr>
          <a:lstStyle/>
          <a:p>
            <a:pPr>
              <a:lnSpc>
                <a:spcPct val="110000"/>
              </a:lnSpc>
              <a:spcBef>
                <a:spcPts val="0"/>
              </a:spcBef>
            </a:pPr>
            <a:r>
              <a:rPr lang="de-DE" sz="1200" b="1">
                <a:solidFill>
                  <a:srgbClr val="FF0000"/>
                </a:solidFill>
                <a:latin typeface="+mn-lt"/>
                <a:ea typeface="Arial Unicode MS" panose="020B0604020202020204" pitchFamily="34" charset="-128"/>
                <a:cs typeface="Arial Unicode MS" panose="020B0604020202020204" pitchFamily="34" charset="-128"/>
              </a:rPr>
              <a:t>Versicolo</a:t>
            </a:r>
            <a:r>
              <a:rPr lang="de-DE" sz="1200">
                <a:solidFill>
                  <a:srgbClr val="FF0000"/>
                </a:solidFill>
                <a:latin typeface="+mn-lt"/>
                <a:ea typeface="Arial Unicode MS" panose="020B0604020202020204" pitchFamily="34" charset="-128"/>
                <a:cs typeface="Arial Unicode MS" panose="020B0604020202020204" pitchFamily="34" charset="-128"/>
              </a:rPr>
              <a:t>r</a:t>
            </a:r>
            <a:endParaRPr lang="en-US" sz="1200">
              <a:solidFill>
                <a:srgbClr val="FF0000"/>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984734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581017-C29C-4BC5-9101-E17C15FCBB08}"/>
              </a:ext>
            </a:extLst>
          </p:cNvPr>
          <p:cNvSpPr>
            <a:spLocks noGrp="1"/>
          </p:cNvSpPr>
          <p:nvPr>
            <p:ph type="title"/>
          </p:nvPr>
        </p:nvSpPr>
        <p:spPr/>
        <p:txBody>
          <a:bodyPr/>
          <a:lstStyle/>
          <a:p>
            <a:r>
              <a:rPr lang="en-US"/>
              <a:t>Accuracy of Train Data</a:t>
            </a:r>
          </a:p>
        </p:txBody>
      </p:sp>
      <p:sp>
        <p:nvSpPr>
          <p:cNvPr id="3" name="Inhaltsplatzhalter 2">
            <a:extLst>
              <a:ext uri="{FF2B5EF4-FFF2-40B4-BE49-F238E27FC236}">
                <a16:creationId xmlns:a16="http://schemas.microsoft.com/office/drawing/2014/main" id="{37E4E1F2-63B0-4374-A3F9-CAA62039EFE6}"/>
              </a:ext>
            </a:extLst>
          </p:cNvPr>
          <p:cNvSpPr>
            <a:spLocks noGrp="1"/>
          </p:cNvSpPr>
          <p:nvPr>
            <p:ph sz="half" idx="1"/>
          </p:nvPr>
        </p:nvSpPr>
        <p:spPr/>
        <p:txBody>
          <a:bodyPr/>
          <a:lstStyle/>
          <a:p>
            <a:pPr marL="285750" indent="-285750">
              <a:spcBef>
                <a:spcPts val="600"/>
              </a:spcBef>
              <a:spcAft>
                <a:spcPts val="600"/>
              </a:spcAft>
              <a:buFont typeface="Arial" panose="020B0604020202020204" pitchFamily="34" charset="0"/>
              <a:buChar char="•"/>
            </a:pPr>
            <a:r>
              <a:rPr lang="en-US"/>
              <a:t>Sometimes it‘s useful to see how good the model is on the test and on the train data </a:t>
            </a:r>
          </a:p>
        </p:txBody>
      </p:sp>
      <p:pic>
        <p:nvPicPr>
          <p:cNvPr id="5" name="Inhaltsplatzhalter 4">
            <a:extLst>
              <a:ext uri="{FF2B5EF4-FFF2-40B4-BE49-F238E27FC236}">
                <a16:creationId xmlns:a16="http://schemas.microsoft.com/office/drawing/2014/main" id="{D4A50455-8C7A-46A0-BBBA-3649975DB72F}"/>
              </a:ext>
            </a:extLst>
          </p:cNvPr>
          <p:cNvPicPr>
            <a:picLocks noGrp="1" noChangeAspect="1"/>
          </p:cNvPicPr>
          <p:nvPr>
            <p:ph sz="half" idx="2"/>
          </p:nvPr>
        </p:nvPicPr>
        <p:blipFill>
          <a:blip r:embed="rId2"/>
          <a:stretch>
            <a:fillRect/>
          </a:stretch>
        </p:blipFill>
        <p:spPr>
          <a:xfrm>
            <a:off x="6553466" y="1694269"/>
            <a:ext cx="5004556" cy="3344947"/>
          </a:xfrm>
          <a:prstGeom prst="rect">
            <a:avLst/>
          </a:prstGeom>
        </p:spPr>
      </p:pic>
    </p:spTree>
    <p:extLst>
      <p:ext uri="{BB962C8B-B14F-4D97-AF65-F5344CB8AC3E}">
        <p14:creationId xmlns:p14="http://schemas.microsoft.com/office/powerpoint/2010/main" val="3192268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50EDB2-7BF5-4794-ADDA-5BD2810DE0E8}"/>
              </a:ext>
            </a:extLst>
          </p:cNvPr>
          <p:cNvSpPr>
            <a:spLocks noGrp="1"/>
          </p:cNvSpPr>
          <p:nvPr>
            <p:ph type="title"/>
          </p:nvPr>
        </p:nvSpPr>
        <p:spPr/>
        <p:txBody>
          <a:bodyPr/>
          <a:lstStyle/>
          <a:p>
            <a:r>
              <a:rPr lang="en-US"/>
              <a:t>How to Jupyter Notebook: Editing Tool for Python</a:t>
            </a:r>
          </a:p>
        </p:txBody>
      </p:sp>
      <p:sp>
        <p:nvSpPr>
          <p:cNvPr id="3" name="Inhaltsplatzhalter 2">
            <a:extLst>
              <a:ext uri="{FF2B5EF4-FFF2-40B4-BE49-F238E27FC236}">
                <a16:creationId xmlns:a16="http://schemas.microsoft.com/office/drawing/2014/main" id="{A70256C3-FB4A-4BEB-A28B-7B49FED2CC8F}"/>
              </a:ext>
            </a:extLst>
          </p:cNvPr>
          <p:cNvSpPr>
            <a:spLocks noGrp="1"/>
          </p:cNvSpPr>
          <p:nvPr>
            <p:ph idx="1"/>
          </p:nvPr>
        </p:nvSpPr>
        <p:spPr>
          <a:xfrm>
            <a:off x="627063" y="1440000"/>
            <a:ext cx="10728696" cy="4752000"/>
          </a:xfrm>
        </p:spPr>
        <p:txBody>
          <a:bodyPr/>
          <a:lstStyle/>
          <a:p>
            <a:pPr marL="285750" indent="-285750">
              <a:spcBef>
                <a:spcPts val="600"/>
              </a:spcBef>
              <a:spcAft>
                <a:spcPts val="600"/>
              </a:spcAft>
              <a:buFont typeface="Arial" panose="020B0604020202020204" pitchFamily="34" charset="0"/>
              <a:buChar char="•"/>
            </a:pPr>
            <a:r>
              <a:rPr lang="en-US"/>
              <a:t>Every box is program code which you can run with shift + enter</a:t>
            </a:r>
          </a:p>
          <a:p>
            <a:pPr marL="285750" indent="-285750">
              <a:spcBef>
                <a:spcPts val="600"/>
              </a:spcBef>
              <a:spcAft>
                <a:spcPts val="600"/>
              </a:spcAft>
              <a:buFont typeface="Arial" panose="020B0604020202020204" pitchFamily="34" charset="0"/>
              <a:buChar char="•"/>
            </a:pPr>
            <a:r>
              <a:rPr lang="en-US"/>
              <a:t>There's a symbol in front of each box</a:t>
            </a:r>
          </a:p>
          <a:p>
            <a:pPr marL="465138" lvl="1" indent="-285750">
              <a:spcBef>
                <a:spcPts val="600"/>
              </a:spcBef>
              <a:spcAft>
                <a:spcPts val="600"/>
              </a:spcAft>
              <a:buFont typeface="Arial" panose="020B0604020202020204" pitchFamily="34" charset="0"/>
              <a:buChar char="•"/>
            </a:pPr>
            <a:r>
              <a:rPr lang="en-US"/>
              <a:t>[ ] means the cell is not executed</a:t>
            </a:r>
          </a:p>
          <a:p>
            <a:pPr marL="465138" lvl="1" indent="-285750">
              <a:spcBef>
                <a:spcPts val="600"/>
              </a:spcBef>
              <a:spcAft>
                <a:spcPts val="600"/>
              </a:spcAft>
              <a:buFont typeface="Arial" panose="020B0604020202020204" pitchFamily="34" charset="0"/>
              <a:buChar char="•"/>
            </a:pPr>
            <a:r>
              <a:rPr lang="en-US"/>
              <a:t>[*] means the cell is executed and the code is running</a:t>
            </a:r>
          </a:p>
          <a:p>
            <a:pPr marL="465138" lvl="1" indent="-285750">
              <a:spcBef>
                <a:spcPts val="600"/>
              </a:spcBef>
              <a:spcAft>
                <a:spcPts val="600"/>
              </a:spcAft>
              <a:buFont typeface="Arial" panose="020B0604020202020204" pitchFamily="34" charset="0"/>
              <a:buChar char="•"/>
            </a:pPr>
            <a:r>
              <a:rPr lang="en-US"/>
              <a:t>[3] means that the calculation is completed (continuous numerating of executed boxes)</a:t>
            </a:r>
          </a:p>
          <a:p>
            <a:pPr marL="465138" lvl="1" indent="-285750">
              <a:spcBef>
                <a:spcPts val="600"/>
              </a:spcBef>
              <a:spcAft>
                <a:spcPts val="600"/>
              </a:spcAft>
              <a:buFont typeface="Arial" panose="020B0604020202020204" pitchFamily="34" charset="0"/>
              <a:buChar char="•"/>
            </a:pPr>
            <a:endParaRPr lang="en-US"/>
          </a:p>
          <a:p>
            <a:pPr marL="285750" indent="-285750">
              <a:spcBef>
                <a:spcPts val="600"/>
              </a:spcBef>
              <a:spcAft>
                <a:spcPts val="600"/>
              </a:spcAft>
              <a:buFont typeface="Arial" panose="020B0604020202020204" pitchFamily="34" charset="0"/>
              <a:buChar char="•"/>
            </a:pPr>
            <a:r>
              <a:rPr lang="en-US"/>
              <a:t>After running the exercise cells, your results will be saved</a:t>
            </a:r>
          </a:p>
          <a:p>
            <a:pPr marL="285750" indent="-285750">
              <a:spcBef>
                <a:spcPts val="600"/>
              </a:spcBef>
              <a:spcAft>
                <a:spcPts val="600"/>
              </a:spcAft>
              <a:buFont typeface="Arial" panose="020B0604020202020204" pitchFamily="34" charset="0"/>
              <a:buChar char="•"/>
            </a:pPr>
            <a:r>
              <a:rPr lang="en-US"/>
              <a:t>If you’ve made a mistake, run the entire notebook again (at least the first 4 lines, then every input / result will be reset)</a:t>
            </a:r>
          </a:p>
        </p:txBody>
      </p:sp>
    </p:spTree>
    <p:extLst>
      <p:ext uri="{BB962C8B-B14F-4D97-AF65-F5344CB8AC3E}">
        <p14:creationId xmlns:p14="http://schemas.microsoft.com/office/powerpoint/2010/main" val="4098525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B841665F-D70C-42C7-9AEF-336D86171C8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143931" y="1412875"/>
            <a:ext cx="6575242" cy="4573286"/>
          </a:xfrm>
          <a:prstGeom prst="rect">
            <a:avLst/>
          </a:prstGeom>
        </p:spPr>
      </p:pic>
      <p:sp>
        <p:nvSpPr>
          <p:cNvPr id="2" name="Titel 1">
            <a:extLst>
              <a:ext uri="{FF2B5EF4-FFF2-40B4-BE49-F238E27FC236}">
                <a16:creationId xmlns:a16="http://schemas.microsoft.com/office/drawing/2014/main" id="{A834356C-1477-4E1F-B4E4-D1FFC0D48C87}"/>
              </a:ext>
            </a:extLst>
          </p:cNvPr>
          <p:cNvSpPr>
            <a:spLocks noGrp="1"/>
          </p:cNvSpPr>
          <p:nvPr>
            <p:ph type="title"/>
          </p:nvPr>
        </p:nvSpPr>
        <p:spPr/>
        <p:txBody>
          <a:bodyPr/>
          <a:lstStyle/>
          <a:p>
            <a:r>
              <a:rPr lang="en-US"/>
              <a:t>Exercise 1:</a:t>
            </a:r>
            <a:br>
              <a:rPr lang="en-US"/>
            </a:br>
            <a:r>
              <a:rPr lang="en-US"/>
              <a:t>Explore the Parameter Max Depth</a:t>
            </a:r>
          </a:p>
        </p:txBody>
      </p:sp>
      <p:sp>
        <p:nvSpPr>
          <p:cNvPr id="21" name="Textfeld 20">
            <a:extLst>
              <a:ext uri="{FF2B5EF4-FFF2-40B4-BE49-F238E27FC236}">
                <a16:creationId xmlns:a16="http://schemas.microsoft.com/office/drawing/2014/main" id="{12A26B5B-26D7-49E4-A446-A34AD193C860}"/>
              </a:ext>
            </a:extLst>
          </p:cNvPr>
          <p:cNvSpPr txBox="1"/>
          <p:nvPr/>
        </p:nvSpPr>
        <p:spPr>
          <a:xfrm>
            <a:off x="410543" y="1443038"/>
            <a:ext cx="4319422" cy="1149775"/>
          </a:xfrm>
          <a:prstGeom prst="rect">
            <a:avLst/>
          </a:prstGeom>
          <a:noFill/>
        </p:spPr>
        <p:txBody>
          <a:bodyPr wrap="square" lIns="0" tIns="0" rIns="0" bIns="0" rtlCol="0">
            <a:noAutofit/>
          </a:bodyPr>
          <a:lstStyle/>
          <a:p>
            <a:pPr marL="342900" indent="-342900">
              <a:spcBef>
                <a:spcPts val="600"/>
              </a:spcBef>
              <a:spcAft>
                <a:spcPts val="600"/>
              </a:spcAft>
              <a:buFont typeface="+mj-lt"/>
              <a:buAutoNum type="arabicPeriod"/>
            </a:pPr>
            <a:r>
              <a:rPr lang="en-US" sz="1400">
                <a:solidFill>
                  <a:schemeClr val="tx1"/>
                </a:solidFill>
                <a:latin typeface="+mn-lt"/>
                <a:ea typeface="Arial Unicode MS" panose="020B0604020202020204" pitchFamily="34" charset="-128"/>
                <a:cs typeface="Arial Unicode MS" panose="020B0604020202020204" pitchFamily="34" charset="-128"/>
              </a:rPr>
              <a:t>Open the ML1.ipynb Notebook</a:t>
            </a:r>
          </a:p>
          <a:p>
            <a:pPr marL="342900" indent="-342900">
              <a:spcBef>
                <a:spcPts val="600"/>
              </a:spcBef>
              <a:spcAft>
                <a:spcPts val="600"/>
              </a:spcAft>
              <a:buFont typeface="+mj-lt"/>
              <a:buAutoNum type="arabicPeriod"/>
            </a:pPr>
            <a:r>
              <a:rPr lang="en-US" sz="1400">
                <a:solidFill>
                  <a:schemeClr val="tx1"/>
                </a:solidFill>
                <a:latin typeface="+mn-lt"/>
                <a:ea typeface="Arial Unicode MS" panose="020B0604020202020204" pitchFamily="34" charset="-128"/>
                <a:cs typeface="Arial Unicode MS" panose="020B0604020202020204" pitchFamily="34" charset="-128"/>
              </a:rPr>
              <a:t>Run through all cells till Exercise 1: Decision Trees (shift+enter)</a:t>
            </a:r>
          </a:p>
          <a:p>
            <a:pPr marL="342900" indent="-342900">
              <a:spcBef>
                <a:spcPts val="600"/>
              </a:spcBef>
              <a:spcAft>
                <a:spcPts val="600"/>
              </a:spcAft>
              <a:buFont typeface="+mj-lt"/>
              <a:buAutoNum type="arabicPeriod"/>
            </a:pPr>
            <a:r>
              <a:rPr lang="en-US" sz="1400">
                <a:solidFill>
                  <a:schemeClr val="tx1"/>
                </a:solidFill>
                <a:latin typeface="+mn-lt"/>
                <a:ea typeface="Arial Unicode MS" panose="020B0604020202020204" pitchFamily="34" charset="-128"/>
                <a:cs typeface="Arial Unicode MS" panose="020B0604020202020204" pitchFamily="34" charset="-128"/>
              </a:rPr>
              <a:t>Change MaxDepth to 1</a:t>
            </a:r>
          </a:p>
          <a:p>
            <a:pPr marL="342900" indent="-342900">
              <a:spcBef>
                <a:spcPts val="600"/>
              </a:spcBef>
              <a:spcAft>
                <a:spcPts val="600"/>
              </a:spcAft>
              <a:buFont typeface="+mj-lt"/>
              <a:buAutoNum type="arabicPeriod"/>
            </a:pPr>
            <a:r>
              <a:rPr lang="en-US" sz="1400">
                <a:solidFill>
                  <a:schemeClr val="tx1"/>
                </a:solidFill>
                <a:latin typeface="+mn-lt"/>
                <a:ea typeface="Arial Unicode MS" panose="020B0604020202020204" pitchFamily="34" charset="-128"/>
                <a:cs typeface="Arial Unicode MS" panose="020B0604020202020204" pitchFamily="34" charset="-128"/>
              </a:rPr>
              <a:t>Run the cell </a:t>
            </a:r>
          </a:p>
          <a:p>
            <a:pPr>
              <a:spcBef>
                <a:spcPts val="600"/>
              </a:spcBef>
              <a:spcAft>
                <a:spcPts val="0"/>
              </a:spcAft>
            </a:pPr>
            <a:r>
              <a:rPr lang="en-US" sz="1400">
                <a:solidFill>
                  <a:schemeClr val="tx1"/>
                </a:solidFill>
                <a:latin typeface="+mn-lt"/>
                <a:ea typeface="Arial Unicode MS" panose="020B0604020202020204" pitchFamily="34" charset="-128"/>
                <a:cs typeface="Arial Unicode MS" panose="020B0604020202020204" pitchFamily="34" charset="-128"/>
              </a:rPr>
              <a:t>Repeat:</a:t>
            </a:r>
          </a:p>
          <a:p>
            <a:pPr marL="342900" indent="-342900">
              <a:spcBef>
                <a:spcPts val="600"/>
              </a:spcBef>
              <a:spcAft>
                <a:spcPts val="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with different Max Depth: 1, 2, 3, 4, … 10</a:t>
            </a:r>
          </a:p>
          <a:p>
            <a:pPr lvl="1">
              <a:spcBef>
                <a:spcPts val="600"/>
              </a:spcBef>
              <a:spcAft>
                <a:spcPts val="0"/>
              </a:spcAft>
            </a:pPr>
            <a:r>
              <a:rPr lang="en-US" sz="1200" i="1">
                <a:solidFill>
                  <a:schemeClr val="tx1"/>
                </a:solidFill>
                <a:latin typeface="+mn-lt"/>
                <a:ea typeface="Arial Unicode MS" panose="020B0604020202020204" pitchFamily="34" charset="-128"/>
                <a:cs typeface="Arial Unicode MS" panose="020B0604020202020204" pitchFamily="34" charset="-128"/>
              </a:rPr>
              <a:t>Run the cell every time with shift+enter.</a:t>
            </a:r>
            <a:endParaRPr lang="en-US" sz="1200">
              <a:solidFill>
                <a:schemeClr val="tx1"/>
              </a:solidFill>
              <a:latin typeface="+mn-lt"/>
              <a:ea typeface="Arial Unicode MS" panose="020B0604020202020204" pitchFamily="34" charset="-128"/>
              <a:cs typeface="Arial Unicode MS" panose="020B0604020202020204" pitchFamily="34" charset="-128"/>
            </a:endParaRPr>
          </a:p>
          <a:p>
            <a:pPr lvl="1">
              <a:spcBef>
                <a:spcPts val="600"/>
              </a:spcBef>
              <a:spcAft>
                <a:spcPts val="0"/>
              </a:spcAft>
            </a:pPr>
            <a:r>
              <a:rPr lang="en-US" sz="1200">
                <a:solidFill>
                  <a:schemeClr val="tx1"/>
                </a:solidFill>
                <a:latin typeface="+mn-lt"/>
                <a:ea typeface="Arial Unicode MS" panose="020B0604020202020204" pitchFamily="34" charset="-128"/>
                <a:cs typeface="Arial Unicode MS" panose="020B0604020202020204" pitchFamily="34" charset="-128"/>
              </a:rPr>
              <a:t>Don’t change anything else so that we can compare.</a:t>
            </a:r>
          </a:p>
          <a:p>
            <a:pPr marL="342900" indent="-342900">
              <a:spcBef>
                <a:spcPts val="600"/>
              </a:spcBef>
              <a:spcAft>
                <a:spcPts val="60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Consider the change in the accuracy of training and test data sets and the entropy for different maximum depths.</a:t>
            </a:r>
          </a:p>
          <a:p>
            <a:pPr>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5. Compare accuracy of training and test data sets. Which difference do you see? </a:t>
            </a:r>
          </a:p>
          <a:p>
            <a:pPr>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6. Run the next two cells (till </a:t>
            </a:r>
            <a:r>
              <a:rPr lang="en-US" sz="1400" i="1">
                <a:solidFill>
                  <a:schemeClr val="tx1"/>
                </a:solidFill>
                <a:latin typeface="+mn-lt"/>
                <a:ea typeface="Arial Unicode MS" panose="020B0604020202020204" pitchFamily="34" charset="-128"/>
                <a:cs typeface="Arial Unicode MS" panose="020B0604020202020204" pitchFamily="34" charset="-128"/>
              </a:rPr>
              <a:t>show_trees(resultEx1) </a:t>
            </a:r>
            <a:r>
              <a:rPr lang="en-US" sz="1400">
                <a:solidFill>
                  <a:schemeClr val="tx1"/>
                </a:solidFill>
                <a:latin typeface="+mn-lt"/>
                <a:ea typeface="Arial Unicode MS" panose="020B0604020202020204" pitchFamily="34" charset="-128"/>
                <a:cs typeface="Arial Unicode MS" panose="020B0604020202020204" pitchFamily="34" charset="-128"/>
              </a:rPr>
              <a:t>) and have a look at the trees. </a:t>
            </a:r>
            <a:r>
              <a:rPr lang="en-US" sz="1400">
                <a:solidFill>
                  <a:schemeClr val="tx1"/>
                </a:solidFill>
                <a:ea typeface="Arial Unicode MS" panose="020B0604020202020204" pitchFamily="34" charset="-128"/>
                <a:cs typeface="Arial Unicode MS" panose="020B0604020202020204" pitchFamily="34" charset="-128"/>
              </a:rPr>
              <a:t>What development of entropy, accuracy do you see?</a:t>
            </a:r>
            <a:endParaRPr lang="en-US" sz="1400">
              <a:solidFill>
                <a:schemeClr val="tx1"/>
              </a:solidFill>
              <a:latin typeface="+mn-lt"/>
              <a:ea typeface="Arial Unicode MS" panose="020B0604020202020204" pitchFamily="34" charset="-128"/>
              <a:cs typeface="Arial Unicode MS" panose="020B0604020202020204" pitchFamily="34" charset="-128"/>
            </a:endParaRPr>
          </a:p>
        </p:txBody>
      </p:sp>
      <p:pic>
        <p:nvPicPr>
          <p:cNvPr id="33" name="Picture 8" descr="Bildergebnis für iris virgninica sepal">
            <a:extLst>
              <a:ext uri="{FF2B5EF4-FFF2-40B4-BE49-F238E27FC236}">
                <a16:creationId xmlns:a16="http://schemas.microsoft.com/office/drawing/2014/main" id="{AE7D5980-4E41-43AD-957B-B0072BDAE39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777679" y="3824145"/>
            <a:ext cx="2143125" cy="214312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erade Verbindung mit Pfeil 6">
            <a:extLst>
              <a:ext uri="{FF2B5EF4-FFF2-40B4-BE49-F238E27FC236}">
                <a16:creationId xmlns:a16="http://schemas.microsoft.com/office/drawing/2014/main" id="{492F1D79-E658-4449-8182-E5CA30F5A915}"/>
              </a:ext>
            </a:extLst>
          </p:cNvPr>
          <p:cNvCxnSpPr/>
          <p:nvPr/>
        </p:nvCxnSpPr>
        <p:spPr bwMode="auto">
          <a:xfrm>
            <a:off x="3002831" y="2592813"/>
            <a:ext cx="2844316" cy="1772291"/>
          </a:xfrm>
          <a:prstGeom prst="straightConnector1">
            <a:avLst/>
          </a:prstGeom>
          <a:solidFill>
            <a:schemeClr val="tx2"/>
          </a:solidFill>
          <a:ln w="571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 name="Rechteck 2">
            <a:extLst>
              <a:ext uri="{FF2B5EF4-FFF2-40B4-BE49-F238E27FC236}">
                <a16:creationId xmlns:a16="http://schemas.microsoft.com/office/drawing/2014/main" id="{4AFBC517-B2D0-471E-A914-B0375E318B39}"/>
              </a:ext>
            </a:extLst>
          </p:cNvPr>
          <p:cNvSpPr/>
          <p:nvPr/>
        </p:nvSpPr>
        <p:spPr bwMode="auto">
          <a:xfrm>
            <a:off x="5919155" y="4257092"/>
            <a:ext cx="1368152" cy="324036"/>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740885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8F2C61-221A-4704-9028-210BCE313AFB}"/>
              </a:ext>
            </a:extLst>
          </p:cNvPr>
          <p:cNvSpPr>
            <a:spLocks noGrp="1"/>
          </p:cNvSpPr>
          <p:nvPr>
            <p:ph type="title"/>
          </p:nvPr>
        </p:nvSpPr>
        <p:spPr/>
        <p:txBody>
          <a:bodyPr/>
          <a:lstStyle/>
          <a:p>
            <a:r>
              <a:rPr lang="en-US"/>
              <a:t>Explore the Parameter Max Depth</a:t>
            </a:r>
          </a:p>
        </p:txBody>
      </p:sp>
      <p:sp>
        <p:nvSpPr>
          <p:cNvPr id="4" name="Textfeld 3">
            <a:extLst>
              <a:ext uri="{FF2B5EF4-FFF2-40B4-BE49-F238E27FC236}">
                <a16:creationId xmlns:a16="http://schemas.microsoft.com/office/drawing/2014/main" id="{BC15216F-0783-4E23-86BB-230B7DB7A616}"/>
              </a:ext>
            </a:extLst>
          </p:cNvPr>
          <p:cNvSpPr txBox="1"/>
          <p:nvPr/>
        </p:nvSpPr>
        <p:spPr>
          <a:xfrm>
            <a:off x="7395319" y="1808820"/>
            <a:ext cx="914400" cy="914400"/>
          </a:xfrm>
          <a:prstGeom prst="rect">
            <a:avLst/>
          </a:prstGeom>
          <a:noFill/>
        </p:spPr>
        <p:txBody>
          <a:bodyPr wrap="none" lIns="0" tIns="0" rIns="0" bIns="0" rtlCol="0">
            <a:noAutofit/>
          </a:bodyPr>
          <a:lstStyle/>
          <a:p>
            <a:pPr>
              <a:lnSpc>
                <a:spcPct val="110000"/>
              </a:lnSpc>
              <a:spcBef>
                <a:spcPts val="0"/>
              </a:spcBef>
            </a:pPr>
            <a:r>
              <a:rPr lang="de-DE" sz="1200">
                <a:solidFill>
                  <a:schemeClr val="tx1"/>
                </a:solidFill>
                <a:latin typeface="+mn-lt"/>
                <a:ea typeface="Arial Unicode MS" panose="020B0604020202020204" pitchFamily="34" charset="-128"/>
                <a:cs typeface="Arial Unicode MS" panose="020B0604020202020204" pitchFamily="34" charset="-128"/>
              </a:rPr>
              <a:t>- </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5" name="Textfeld 4">
            <a:extLst>
              <a:ext uri="{FF2B5EF4-FFF2-40B4-BE49-F238E27FC236}">
                <a16:creationId xmlns:a16="http://schemas.microsoft.com/office/drawing/2014/main" id="{0CC2F9F8-6ED3-4E38-ACEC-529486686A63}"/>
              </a:ext>
            </a:extLst>
          </p:cNvPr>
          <p:cNvSpPr txBox="1"/>
          <p:nvPr/>
        </p:nvSpPr>
        <p:spPr>
          <a:xfrm>
            <a:off x="7055275" y="1788038"/>
            <a:ext cx="4381025" cy="1807674"/>
          </a:xfrm>
          <a:prstGeom prst="rect">
            <a:avLst/>
          </a:prstGeom>
          <a:noFill/>
        </p:spPr>
        <p:txBody>
          <a:bodyPr wrap="square" lIns="0" tIns="0" rIns="0" bIns="0" rtlCol="0">
            <a:spAutoFit/>
          </a:bodyPr>
          <a:lstStyle/>
          <a:p>
            <a:pPr marL="171450" indent="-1714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At the beginning the accuracy increases with increasing max depth</a:t>
            </a:r>
          </a:p>
          <a:p>
            <a:pPr marL="171450" indent="-1714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For max depth &gt; 2 the accuracy don’t change very much</a:t>
            </a:r>
          </a:p>
          <a:p>
            <a:pPr>
              <a:lnSpc>
                <a:spcPct val="110000"/>
              </a:lnSpc>
              <a:spcBef>
                <a:spcPts val="600"/>
              </a:spcBef>
              <a:spcAft>
                <a:spcPts val="600"/>
              </a:spcAft>
            </a:pPr>
            <a:endParaRPr lang="en-US">
              <a:solidFill>
                <a:schemeClr val="tx1"/>
              </a:solidFill>
              <a:latin typeface="+mn-lt"/>
              <a:ea typeface="Arial Unicode MS" panose="020B0604020202020204" pitchFamily="34" charset="-128"/>
              <a:cs typeface="Arial Unicode MS" panose="020B0604020202020204" pitchFamily="34" charset="-128"/>
            </a:endParaRPr>
          </a:p>
        </p:txBody>
      </p:sp>
      <p:pic>
        <p:nvPicPr>
          <p:cNvPr id="6" name="Grafik 5">
            <a:extLst>
              <a:ext uri="{FF2B5EF4-FFF2-40B4-BE49-F238E27FC236}">
                <a16:creationId xmlns:a16="http://schemas.microsoft.com/office/drawing/2014/main" id="{46E51C44-6698-46E1-A828-9FD42E5138FF}"/>
              </a:ext>
            </a:extLst>
          </p:cNvPr>
          <p:cNvPicPr>
            <a:picLocks noChangeAspect="1"/>
          </p:cNvPicPr>
          <p:nvPr/>
        </p:nvPicPr>
        <p:blipFill>
          <a:blip r:embed="rId3"/>
          <a:stretch>
            <a:fillRect/>
          </a:stretch>
        </p:blipFill>
        <p:spPr>
          <a:xfrm>
            <a:off x="627063" y="1600072"/>
            <a:ext cx="6249394" cy="4097179"/>
          </a:xfrm>
          <a:prstGeom prst="rect">
            <a:avLst/>
          </a:prstGeom>
        </p:spPr>
      </p:pic>
    </p:spTree>
    <p:extLst>
      <p:ext uri="{BB962C8B-B14F-4D97-AF65-F5344CB8AC3E}">
        <p14:creationId xmlns:p14="http://schemas.microsoft.com/office/powerpoint/2010/main" val="3787511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F07EABF-031A-43EA-96B7-05B4A29AE476}"/>
              </a:ext>
            </a:extLst>
          </p:cNvPr>
          <p:cNvPicPr>
            <a:picLocks noChangeAspect="1"/>
          </p:cNvPicPr>
          <p:nvPr/>
        </p:nvPicPr>
        <p:blipFill>
          <a:blip r:embed="rId2"/>
          <a:stretch>
            <a:fillRect/>
          </a:stretch>
        </p:blipFill>
        <p:spPr>
          <a:xfrm>
            <a:off x="734579" y="1489058"/>
            <a:ext cx="5958805" cy="4256289"/>
          </a:xfrm>
          <a:prstGeom prst="rect">
            <a:avLst/>
          </a:prstGeom>
        </p:spPr>
      </p:pic>
      <p:sp>
        <p:nvSpPr>
          <p:cNvPr id="2" name="Titel 1">
            <a:extLst>
              <a:ext uri="{FF2B5EF4-FFF2-40B4-BE49-F238E27FC236}">
                <a16:creationId xmlns:a16="http://schemas.microsoft.com/office/drawing/2014/main" id="{188F2C61-221A-4704-9028-210BCE313AFB}"/>
              </a:ext>
            </a:extLst>
          </p:cNvPr>
          <p:cNvSpPr>
            <a:spLocks noGrp="1"/>
          </p:cNvSpPr>
          <p:nvPr>
            <p:ph type="title"/>
          </p:nvPr>
        </p:nvSpPr>
        <p:spPr/>
        <p:txBody>
          <a:bodyPr/>
          <a:lstStyle/>
          <a:p>
            <a:r>
              <a:rPr lang="en-US"/>
              <a:t>Explore the Parameter Max Depth</a:t>
            </a:r>
          </a:p>
        </p:txBody>
      </p:sp>
      <p:sp>
        <p:nvSpPr>
          <p:cNvPr id="4" name="Textfeld 3">
            <a:extLst>
              <a:ext uri="{FF2B5EF4-FFF2-40B4-BE49-F238E27FC236}">
                <a16:creationId xmlns:a16="http://schemas.microsoft.com/office/drawing/2014/main" id="{BC15216F-0783-4E23-86BB-230B7DB7A616}"/>
              </a:ext>
            </a:extLst>
          </p:cNvPr>
          <p:cNvSpPr txBox="1"/>
          <p:nvPr/>
        </p:nvSpPr>
        <p:spPr>
          <a:xfrm>
            <a:off x="7395319" y="1808820"/>
            <a:ext cx="914400" cy="914400"/>
          </a:xfrm>
          <a:prstGeom prst="rect">
            <a:avLst/>
          </a:prstGeom>
          <a:noFill/>
        </p:spPr>
        <p:txBody>
          <a:bodyPr wrap="none" lIns="0" tIns="0" rIns="0" bIns="0" rtlCol="0">
            <a:noAutofit/>
          </a:bodyPr>
          <a:lstStyle/>
          <a:p>
            <a:pPr>
              <a:lnSpc>
                <a:spcPct val="110000"/>
              </a:lnSpc>
              <a:spcBef>
                <a:spcPts val="0"/>
              </a:spcBef>
            </a:pPr>
            <a:r>
              <a:rPr lang="de-DE" sz="1200">
                <a:solidFill>
                  <a:schemeClr val="tx1"/>
                </a:solidFill>
                <a:latin typeface="+mn-lt"/>
                <a:ea typeface="Arial Unicode MS" panose="020B0604020202020204" pitchFamily="34" charset="-128"/>
                <a:cs typeface="Arial Unicode MS" panose="020B0604020202020204" pitchFamily="34" charset="-128"/>
              </a:rPr>
              <a:t>- </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5" name="Textfeld 4">
            <a:extLst>
              <a:ext uri="{FF2B5EF4-FFF2-40B4-BE49-F238E27FC236}">
                <a16:creationId xmlns:a16="http://schemas.microsoft.com/office/drawing/2014/main" id="{0CC2F9F8-6ED3-4E38-ACEC-529486686A63}"/>
              </a:ext>
            </a:extLst>
          </p:cNvPr>
          <p:cNvSpPr txBox="1"/>
          <p:nvPr/>
        </p:nvSpPr>
        <p:spPr>
          <a:xfrm>
            <a:off x="6963270" y="1791038"/>
            <a:ext cx="4752479" cy="281103"/>
          </a:xfrm>
          <a:prstGeom prst="rect">
            <a:avLst/>
          </a:prstGeom>
          <a:noFill/>
        </p:spPr>
        <p:txBody>
          <a:bodyPr wrap="square" lIns="0" tIns="0" rIns="0" bIns="0" rtlCol="0">
            <a:spAutoFit/>
          </a:bodyPr>
          <a:lstStyle/>
          <a:p>
            <a:pPr>
              <a:lnSpc>
                <a:spcPct val="110000"/>
              </a:lnSpc>
              <a:spcBef>
                <a:spcPts val="600"/>
              </a:spcBef>
              <a:spcAft>
                <a:spcPts val="600"/>
              </a:spcAft>
            </a:pPr>
            <a:r>
              <a:rPr lang="en-US">
                <a:solidFill>
                  <a:schemeClr val="tx1"/>
                </a:solidFill>
                <a:latin typeface="+mn-lt"/>
                <a:ea typeface="Arial Unicode MS" panose="020B0604020202020204" pitchFamily="34" charset="-128"/>
                <a:cs typeface="Arial Unicode MS" panose="020B0604020202020204" pitchFamily="34" charset="-128"/>
              </a:rPr>
              <a:t>Entropy decreases for “purer” nodes</a:t>
            </a:r>
          </a:p>
        </p:txBody>
      </p:sp>
      <p:sp>
        <p:nvSpPr>
          <p:cNvPr id="7" name="Rechteck 6">
            <a:extLst>
              <a:ext uri="{FF2B5EF4-FFF2-40B4-BE49-F238E27FC236}">
                <a16:creationId xmlns:a16="http://schemas.microsoft.com/office/drawing/2014/main" id="{E61943B4-2972-45DF-8C95-AB5C03E75DA5}"/>
              </a:ext>
            </a:extLst>
          </p:cNvPr>
          <p:cNvSpPr/>
          <p:nvPr/>
        </p:nvSpPr>
        <p:spPr bwMode="auto">
          <a:xfrm>
            <a:off x="3501973" y="2158020"/>
            <a:ext cx="518406" cy="216000"/>
          </a:xfrm>
          <a:prstGeom prst="rect">
            <a:avLst/>
          </a:prstGeom>
          <a:solidFill>
            <a:srgbClr val="FF0000">
              <a:alpha val="25098"/>
            </a:srgbClr>
          </a:solidFill>
          <a:ln w="9525">
            <a:no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 name="Rechteck 7">
            <a:extLst>
              <a:ext uri="{FF2B5EF4-FFF2-40B4-BE49-F238E27FC236}">
                <a16:creationId xmlns:a16="http://schemas.microsoft.com/office/drawing/2014/main" id="{20FC4B22-D47A-45EB-9D7E-70DCFE4A49C3}"/>
              </a:ext>
            </a:extLst>
          </p:cNvPr>
          <p:cNvSpPr/>
          <p:nvPr/>
        </p:nvSpPr>
        <p:spPr bwMode="auto">
          <a:xfrm>
            <a:off x="3164911" y="2575018"/>
            <a:ext cx="1049323" cy="216000"/>
          </a:xfrm>
          <a:prstGeom prst="rect">
            <a:avLst/>
          </a:prstGeom>
          <a:solidFill>
            <a:srgbClr val="FF0000">
              <a:alpha val="25098"/>
            </a:srgbClr>
          </a:solidFill>
          <a:ln w="9525">
            <a:no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 name="Rechteck 8">
            <a:extLst>
              <a:ext uri="{FF2B5EF4-FFF2-40B4-BE49-F238E27FC236}">
                <a16:creationId xmlns:a16="http://schemas.microsoft.com/office/drawing/2014/main" id="{F5837419-FF8B-405F-8F28-D2A4F98F0850}"/>
              </a:ext>
            </a:extLst>
          </p:cNvPr>
          <p:cNvSpPr/>
          <p:nvPr/>
        </p:nvSpPr>
        <p:spPr bwMode="auto">
          <a:xfrm>
            <a:off x="4691322" y="3095169"/>
            <a:ext cx="518406" cy="216000"/>
          </a:xfrm>
          <a:prstGeom prst="rect">
            <a:avLst/>
          </a:prstGeom>
          <a:solidFill>
            <a:srgbClr val="FFC000">
              <a:alpha val="25098"/>
            </a:srgbClr>
          </a:solidFill>
          <a:ln w="9525">
            <a:no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0" name="Rechteck 9">
            <a:extLst>
              <a:ext uri="{FF2B5EF4-FFF2-40B4-BE49-F238E27FC236}">
                <a16:creationId xmlns:a16="http://schemas.microsoft.com/office/drawing/2014/main" id="{57C63B82-58BE-410C-A80A-1DFF06175249}"/>
              </a:ext>
            </a:extLst>
          </p:cNvPr>
          <p:cNvSpPr/>
          <p:nvPr/>
        </p:nvSpPr>
        <p:spPr bwMode="auto">
          <a:xfrm>
            <a:off x="4370983" y="3530315"/>
            <a:ext cx="972000" cy="222721"/>
          </a:xfrm>
          <a:prstGeom prst="rect">
            <a:avLst/>
          </a:prstGeom>
          <a:solidFill>
            <a:srgbClr val="FFC000">
              <a:alpha val="25098"/>
            </a:srgbClr>
          </a:solidFill>
          <a:ln w="9525">
            <a:no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 name="Rechteck 10">
            <a:extLst>
              <a:ext uri="{FF2B5EF4-FFF2-40B4-BE49-F238E27FC236}">
                <a16:creationId xmlns:a16="http://schemas.microsoft.com/office/drawing/2014/main" id="{044DF8DE-194A-4B94-8AD3-0F61A131AE7F}"/>
              </a:ext>
            </a:extLst>
          </p:cNvPr>
          <p:cNvSpPr/>
          <p:nvPr/>
        </p:nvSpPr>
        <p:spPr bwMode="auto">
          <a:xfrm>
            <a:off x="5803460" y="3892550"/>
            <a:ext cx="518406" cy="305243"/>
          </a:xfrm>
          <a:prstGeom prst="rect">
            <a:avLst/>
          </a:prstGeom>
          <a:solidFill>
            <a:srgbClr val="00B050">
              <a:alpha val="25098"/>
            </a:srgbClr>
          </a:solidFill>
          <a:ln w="9525">
            <a:no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 name="Rechteck 11">
            <a:extLst>
              <a:ext uri="{FF2B5EF4-FFF2-40B4-BE49-F238E27FC236}">
                <a16:creationId xmlns:a16="http://schemas.microsoft.com/office/drawing/2014/main" id="{9D7D93E7-7A5E-499A-A7F7-733588338138}"/>
              </a:ext>
            </a:extLst>
          </p:cNvPr>
          <p:cNvSpPr/>
          <p:nvPr/>
        </p:nvSpPr>
        <p:spPr bwMode="auto">
          <a:xfrm>
            <a:off x="5595223" y="4381500"/>
            <a:ext cx="900000" cy="248293"/>
          </a:xfrm>
          <a:prstGeom prst="rect">
            <a:avLst/>
          </a:prstGeom>
          <a:solidFill>
            <a:srgbClr val="00B050">
              <a:alpha val="25098"/>
            </a:srgbClr>
          </a:solidFill>
          <a:ln w="9525">
            <a:no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778276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8070C1-A749-4086-AF66-CCCDFB2C9B31}"/>
              </a:ext>
            </a:extLst>
          </p:cNvPr>
          <p:cNvSpPr>
            <a:spLocks noGrp="1"/>
          </p:cNvSpPr>
          <p:nvPr>
            <p:ph type="title" sz="quarter"/>
          </p:nvPr>
        </p:nvSpPr>
        <p:spPr/>
        <p:txBody>
          <a:bodyPr/>
          <a:lstStyle/>
          <a:p>
            <a:r>
              <a:rPr lang="en-US"/>
              <a:t>Example 2: Number Recognition</a:t>
            </a:r>
          </a:p>
        </p:txBody>
      </p:sp>
      <p:sp>
        <p:nvSpPr>
          <p:cNvPr id="3" name="Inhaltsplatzhalter 2">
            <a:extLst>
              <a:ext uri="{FF2B5EF4-FFF2-40B4-BE49-F238E27FC236}">
                <a16:creationId xmlns:a16="http://schemas.microsoft.com/office/drawing/2014/main" id="{D07C0C44-E47D-4DE6-A6B9-3E1A275750A9}"/>
              </a:ext>
            </a:extLst>
          </p:cNvPr>
          <p:cNvSpPr>
            <a:spLocks noGrp="1"/>
          </p:cNvSpPr>
          <p:nvPr>
            <p:ph sz="quarter" idx="1"/>
          </p:nvPr>
        </p:nvSpPr>
        <p:spPr/>
        <p:txBody>
          <a:bodyPr/>
          <a:lstStyle/>
          <a:p>
            <a:pPr>
              <a:spcBef>
                <a:spcPts val="600"/>
              </a:spcBef>
              <a:spcAft>
                <a:spcPts val="600"/>
              </a:spcAft>
            </a:pPr>
            <a:r>
              <a:rPr lang="en-US"/>
              <a:t>X-Variables: 28x28 = 784 variables with pixel data</a:t>
            </a:r>
          </a:p>
          <a:p>
            <a:pPr>
              <a:spcBef>
                <a:spcPts val="600"/>
              </a:spcBef>
              <a:spcAft>
                <a:spcPts val="600"/>
              </a:spcAft>
            </a:pPr>
            <a:r>
              <a:rPr lang="en-US"/>
              <a:t>X-Range: 0-255 for intensity of the pixel </a:t>
            </a:r>
          </a:p>
          <a:p>
            <a:pPr>
              <a:spcBef>
                <a:spcPts val="600"/>
              </a:spcBef>
              <a:spcAft>
                <a:spcPts val="600"/>
              </a:spcAft>
            </a:pPr>
            <a:r>
              <a:rPr lang="en-US"/>
              <a:t>Y-Variable: correct number: 0, 1, …., 9</a:t>
            </a:r>
          </a:p>
          <a:p>
            <a:pPr>
              <a:spcBef>
                <a:spcPts val="600"/>
              </a:spcBef>
              <a:spcAft>
                <a:spcPts val="600"/>
              </a:spcAft>
            </a:pPr>
            <a:r>
              <a:rPr lang="en-US"/>
              <a:t>Numbers (700): 630 training data + 70 test data</a:t>
            </a:r>
          </a:p>
          <a:p>
            <a:endParaRPr lang="en-US"/>
          </a:p>
        </p:txBody>
      </p:sp>
      <p:sp>
        <p:nvSpPr>
          <p:cNvPr id="4" name="Inhaltsplatzhalter 3">
            <a:extLst>
              <a:ext uri="{FF2B5EF4-FFF2-40B4-BE49-F238E27FC236}">
                <a16:creationId xmlns:a16="http://schemas.microsoft.com/office/drawing/2014/main" id="{2EB26616-12B9-4282-A9BC-FB9D69D4DCF1}"/>
              </a:ext>
            </a:extLst>
          </p:cNvPr>
          <p:cNvSpPr>
            <a:spLocks noGrp="1"/>
          </p:cNvSpPr>
          <p:nvPr>
            <p:ph sz="quarter" idx="2"/>
          </p:nvPr>
        </p:nvSpPr>
        <p:spPr/>
        <p:txBody>
          <a:bodyPr/>
          <a:lstStyle/>
          <a:p>
            <a:r>
              <a:rPr lang="en-US"/>
              <a:t>Easy to identify:</a:t>
            </a:r>
          </a:p>
        </p:txBody>
      </p:sp>
      <p:sp>
        <p:nvSpPr>
          <p:cNvPr id="7" name="Inhaltsplatzhalter 3">
            <a:extLst>
              <a:ext uri="{FF2B5EF4-FFF2-40B4-BE49-F238E27FC236}">
                <a16:creationId xmlns:a16="http://schemas.microsoft.com/office/drawing/2014/main" id="{B4A77CD4-7E35-4ECA-9F98-CB986B85F165}"/>
              </a:ext>
            </a:extLst>
          </p:cNvPr>
          <p:cNvSpPr txBox="1">
            <a:spLocks/>
          </p:cNvSpPr>
          <p:nvPr/>
        </p:nvSpPr>
        <p:spPr bwMode="auto">
          <a:xfrm>
            <a:off x="6268607" y="3467217"/>
            <a:ext cx="5472112" cy="2304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solidFill>
                  <a:schemeClr val="tx1"/>
                </a:solidFill>
                <a:latin typeface="Arial" pitchFamily="34" charset="0"/>
                <a:ea typeface="+mn-ea"/>
                <a:cs typeface="Arial" pitchFamily="34" charset="0"/>
              </a:defRPr>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r>
              <a:rPr lang="en-US" kern="0"/>
              <a:t>Hard to identify:</a:t>
            </a:r>
          </a:p>
        </p:txBody>
      </p:sp>
      <p:pic>
        <p:nvPicPr>
          <p:cNvPr id="13" name="Grafik 1" descr="image001">
            <a:extLst>
              <a:ext uri="{FF2B5EF4-FFF2-40B4-BE49-F238E27FC236}">
                <a16:creationId xmlns:a16="http://schemas.microsoft.com/office/drawing/2014/main" id="{02618A2F-2AED-4D32-9670-440FFA5E16A7}"/>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676422" y="3895510"/>
            <a:ext cx="1895361" cy="194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Grafik 1" descr="image001">
            <a:extLst>
              <a:ext uri="{FF2B5EF4-FFF2-40B4-BE49-F238E27FC236}">
                <a16:creationId xmlns:a16="http://schemas.microsoft.com/office/drawing/2014/main" id="{409A0538-B852-43CA-B64B-44A66BA7FD2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679833" y="1565488"/>
            <a:ext cx="1895361" cy="194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949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2D75553-51CE-4041-9FC0-8139E92D09D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67981" y="3717237"/>
            <a:ext cx="6503302" cy="2423629"/>
          </a:xfrm>
          <a:prstGeom prst="rect">
            <a:avLst/>
          </a:prstGeom>
        </p:spPr>
      </p:pic>
      <p:sp>
        <p:nvSpPr>
          <p:cNvPr id="2" name="Titel 1">
            <a:extLst>
              <a:ext uri="{FF2B5EF4-FFF2-40B4-BE49-F238E27FC236}">
                <a16:creationId xmlns:a16="http://schemas.microsoft.com/office/drawing/2014/main" id="{A834356C-1477-4E1F-B4E4-D1FFC0D48C87}"/>
              </a:ext>
            </a:extLst>
          </p:cNvPr>
          <p:cNvSpPr>
            <a:spLocks noGrp="1"/>
          </p:cNvSpPr>
          <p:nvPr>
            <p:ph type="title"/>
          </p:nvPr>
        </p:nvSpPr>
        <p:spPr/>
        <p:txBody>
          <a:bodyPr/>
          <a:lstStyle/>
          <a:p>
            <a:r>
              <a:rPr lang="en-US"/>
              <a:t>Exercise 2: Numbers Recognition</a:t>
            </a:r>
            <a:br>
              <a:rPr lang="en-US"/>
            </a:br>
            <a:r>
              <a:rPr lang="en-US"/>
              <a:t>Find the Optimal Tree Depth</a:t>
            </a:r>
          </a:p>
        </p:txBody>
      </p:sp>
      <p:sp>
        <p:nvSpPr>
          <p:cNvPr id="21" name="Textfeld 20">
            <a:extLst>
              <a:ext uri="{FF2B5EF4-FFF2-40B4-BE49-F238E27FC236}">
                <a16:creationId xmlns:a16="http://schemas.microsoft.com/office/drawing/2014/main" id="{12A26B5B-26D7-49E4-A446-A34AD193C860}"/>
              </a:ext>
            </a:extLst>
          </p:cNvPr>
          <p:cNvSpPr txBox="1"/>
          <p:nvPr/>
        </p:nvSpPr>
        <p:spPr>
          <a:xfrm>
            <a:off x="638122" y="1556819"/>
            <a:ext cx="5937334" cy="1149775"/>
          </a:xfrm>
          <a:prstGeom prst="rect">
            <a:avLst/>
          </a:prstGeom>
          <a:noFill/>
        </p:spPr>
        <p:txBody>
          <a:bodyPr wrap="square" lIns="0" tIns="0" rIns="0" bIns="0" rtlCol="0">
            <a:noAutofit/>
          </a:bodyPr>
          <a:lstStyle/>
          <a:p>
            <a:pPr marL="342900" indent="-342900">
              <a:lnSpc>
                <a:spcPct val="110000"/>
              </a:lnSpc>
              <a:spcBef>
                <a:spcPts val="600"/>
              </a:spcBef>
              <a:spcAft>
                <a:spcPts val="600"/>
              </a:spcAft>
              <a:buFont typeface="+mj-lt"/>
              <a:buAutoNum type="arabicPeriod"/>
            </a:pPr>
            <a:r>
              <a:rPr lang="en-US" sz="1600">
                <a:solidFill>
                  <a:schemeClr val="tx1"/>
                </a:solidFill>
                <a:latin typeface="+mn-lt"/>
                <a:ea typeface="Arial Unicode MS" panose="020B0604020202020204" pitchFamily="34" charset="-128"/>
                <a:cs typeface="Arial Unicode MS" panose="020B0604020202020204" pitchFamily="34" charset="-128"/>
              </a:rPr>
              <a:t>Go to Exercise 2: Decision Trees</a:t>
            </a:r>
          </a:p>
          <a:p>
            <a:pPr marL="342900" indent="-342900">
              <a:lnSpc>
                <a:spcPct val="110000"/>
              </a:lnSpc>
              <a:spcBef>
                <a:spcPts val="600"/>
              </a:spcBef>
              <a:spcAft>
                <a:spcPts val="600"/>
              </a:spcAft>
              <a:buFont typeface="+mj-lt"/>
              <a:buAutoNum type="arabicPeriod"/>
            </a:pPr>
            <a:r>
              <a:rPr lang="en-US" sz="1600">
                <a:solidFill>
                  <a:schemeClr val="tx1"/>
                </a:solidFill>
                <a:latin typeface="+mn-lt"/>
                <a:ea typeface="Arial Unicode MS" panose="020B0604020202020204" pitchFamily="34" charset="-128"/>
                <a:cs typeface="Arial Unicode MS" panose="020B0604020202020204" pitchFamily="34" charset="-128"/>
              </a:rPr>
              <a:t>Perform decision tree with different Max Depth (1 – 20) and find the optimal depth</a:t>
            </a:r>
          </a:p>
          <a:p>
            <a:pPr marL="342900" indent="-342900">
              <a:lnSpc>
                <a:spcPct val="110000"/>
              </a:lnSpc>
              <a:spcBef>
                <a:spcPts val="600"/>
              </a:spcBef>
              <a:spcAft>
                <a:spcPts val="600"/>
              </a:spcAft>
              <a:buFont typeface="Arial" panose="020B0604020202020204" pitchFamily="34" charset="0"/>
              <a:buChar char="•"/>
            </a:pPr>
            <a:r>
              <a:rPr lang="en-US" sz="1600">
                <a:solidFill>
                  <a:schemeClr val="tx1"/>
                </a:solidFill>
                <a:latin typeface="+mn-lt"/>
                <a:ea typeface="Arial Unicode MS" panose="020B0604020202020204" pitchFamily="34" charset="-128"/>
                <a:cs typeface="Arial Unicode MS" panose="020B0604020202020204" pitchFamily="34" charset="-128"/>
              </a:rPr>
              <a:t>What else the optimal depth?</a:t>
            </a:r>
          </a:p>
          <a:p>
            <a:pPr marL="342900" indent="-342900">
              <a:lnSpc>
                <a:spcPct val="110000"/>
              </a:lnSpc>
              <a:spcBef>
                <a:spcPts val="600"/>
              </a:spcBef>
              <a:spcAft>
                <a:spcPts val="600"/>
              </a:spcAft>
              <a:buFont typeface="Arial" panose="020B0604020202020204" pitchFamily="34" charset="0"/>
              <a:buChar char="•"/>
            </a:pPr>
            <a:r>
              <a:rPr lang="en-US" sz="1600">
                <a:solidFill>
                  <a:schemeClr val="tx1"/>
                </a:solidFill>
                <a:latin typeface="+mn-lt"/>
                <a:ea typeface="Arial Unicode MS" panose="020B0604020202020204" pitchFamily="34" charset="-128"/>
                <a:cs typeface="Arial Unicode MS" panose="020B0604020202020204" pitchFamily="34" charset="-128"/>
              </a:rPr>
              <a:t>What else do you observe? </a:t>
            </a:r>
          </a:p>
          <a:p>
            <a:pPr marL="342900" indent="-342900">
              <a:lnSpc>
                <a:spcPct val="110000"/>
              </a:lnSpc>
              <a:spcBef>
                <a:spcPts val="0"/>
              </a:spcBef>
              <a:buFont typeface="+mj-lt"/>
              <a:buAutoNum type="arabicPeriod"/>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p:cxnSp>
        <p:nvCxnSpPr>
          <p:cNvPr id="5" name="Gerade Verbindung mit Pfeil 4">
            <a:extLst>
              <a:ext uri="{FF2B5EF4-FFF2-40B4-BE49-F238E27FC236}">
                <a16:creationId xmlns:a16="http://schemas.microsoft.com/office/drawing/2014/main" id="{B577355F-75EE-4229-B727-081EC7ED93F9}"/>
              </a:ext>
            </a:extLst>
          </p:cNvPr>
          <p:cNvCxnSpPr/>
          <p:nvPr/>
        </p:nvCxnSpPr>
        <p:spPr bwMode="auto">
          <a:xfrm flipH="1">
            <a:off x="1631902" y="2384322"/>
            <a:ext cx="3842389" cy="2993957"/>
          </a:xfrm>
          <a:prstGeom prst="straightConnector1">
            <a:avLst/>
          </a:prstGeom>
          <a:solidFill>
            <a:schemeClr val="tx2"/>
          </a:solidFill>
          <a:ln w="571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 name="Textfeld 5">
            <a:extLst>
              <a:ext uri="{FF2B5EF4-FFF2-40B4-BE49-F238E27FC236}">
                <a16:creationId xmlns:a16="http://schemas.microsoft.com/office/drawing/2014/main" id="{285566F0-0974-4F10-80F9-4D872EE6404C}"/>
              </a:ext>
            </a:extLst>
          </p:cNvPr>
          <p:cNvSpPr txBox="1"/>
          <p:nvPr/>
        </p:nvSpPr>
        <p:spPr>
          <a:xfrm>
            <a:off x="7987026" y="1412745"/>
            <a:ext cx="3516837" cy="914400"/>
          </a:xfrm>
          <a:prstGeom prst="rect">
            <a:avLst/>
          </a:prstGeom>
          <a:noFill/>
        </p:spPr>
        <p:txBody>
          <a:bodyPr wrap="squar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This head chart shows you what happens with the test data when you apply the model:</a:t>
            </a:r>
          </a:p>
        </p:txBody>
      </p:sp>
      <p:sp>
        <p:nvSpPr>
          <p:cNvPr id="15" name="Rechteck 14">
            <a:extLst>
              <a:ext uri="{FF2B5EF4-FFF2-40B4-BE49-F238E27FC236}">
                <a16:creationId xmlns:a16="http://schemas.microsoft.com/office/drawing/2014/main" id="{2208B3F9-FC10-4AD4-B4D6-CB06C6F0BEF3}"/>
              </a:ext>
            </a:extLst>
          </p:cNvPr>
          <p:cNvSpPr/>
          <p:nvPr/>
        </p:nvSpPr>
        <p:spPr bwMode="auto">
          <a:xfrm>
            <a:off x="590563" y="5378279"/>
            <a:ext cx="972108" cy="324036"/>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pic>
        <p:nvPicPr>
          <p:cNvPr id="3" name="Grafik 2">
            <a:extLst>
              <a:ext uri="{FF2B5EF4-FFF2-40B4-BE49-F238E27FC236}">
                <a16:creationId xmlns:a16="http://schemas.microsoft.com/office/drawing/2014/main" id="{F430F9BD-6168-49A7-9A0C-615F0D609195}"/>
              </a:ext>
            </a:extLst>
          </p:cNvPr>
          <p:cNvPicPr>
            <a:picLocks noChangeAspect="1"/>
          </p:cNvPicPr>
          <p:nvPr/>
        </p:nvPicPr>
        <p:blipFill>
          <a:blip r:embed="rId4"/>
          <a:stretch>
            <a:fillRect/>
          </a:stretch>
        </p:blipFill>
        <p:spPr>
          <a:xfrm>
            <a:off x="7552303" y="2706594"/>
            <a:ext cx="4419600" cy="3095625"/>
          </a:xfrm>
          <a:prstGeom prst="rect">
            <a:avLst/>
          </a:prstGeom>
        </p:spPr>
      </p:pic>
      <p:sp>
        <p:nvSpPr>
          <p:cNvPr id="4" name="Rechteck 3">
            <a:extLst>
              <a:ext uri="{FF2B5EF4-FFF2-40B4-BE49-F238E27FC236}">
                <a16:creationId xmlns:a16="http://schemas.microsoft.com/office/drawing/2014/main" id="{27A749B6-40A8-4BD2-B1F4-A80944CEBEA6}"/>
              </a:ext>
            </a:extLst>
          </p:cNvPr>
          <p:cNvSpPr/>
          <p:nvPr/>
        </p:nvSpPr>
        <p:spPr bwMode="auto">
          <a:xfrm>
            <a:off x="8151403" y="2332195"/>
            <a:ext cx="3240360" cy="322272"/>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Counts of Predictions</a:t>
            </a:r>
          </a:p>
        </p:txBody>
      </p:sp>
      <p:sp>
        <p:nvSpPr>
          <p:cNvPr id="17" name="Rechteck 16">
            <a:extLst>
              <a:ext uri="{FF2B5EF4-FFF2-40B4-BE49-F238E27FC236}">
                <a16:creationId xmlns:a16="http://schemas.microsoft.com/office/drawing/2014/main" id="{003569FB-642E-409D-B4C8-BC5F7CDC5DAD}"/>
              </a:ext>
            </a:extLst>
          </p:cNvPr>
          <p:cNvSpPr/>
          <p:nvPr/>
        </p:nvSpPr>
        <p:spPr bwMode="auto">
          <a:xfrm rot="2395846">
            <a:off x="7626250" y="3916743"/>
            <a:ext cx="4082938" cy="261737"/>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0" name="Pfeil: nach oben 9">
            <a:extLst>
              <a:ext uri="{FF2B5EF4-FFF2-40B4-BE49-F238E27FC236}">
                <a16:creationId xmlns:a16="http://schemas.microsoft.com/office/drawing/2014/main" id="{97BB0866-49E1-4E27-B7E0-83E9C93CBF47}"/>
              </a:ext>
            </a:extLst>
          </p:cNvPr>
          <p:cNvSpPr/>
          <p:nvPr/>
        </p:nvSpPr>
        <p:spPr bwMode="auto">
          <a:xfrm>
            <a:off x="10323595" y="5541935"/>
            <a:ext cx="1656184" cy="803389"/>
          </a:xfrm>
          <a:prstGeom prst="upArrow">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000">
                <a:solidFill>
                  <a:schemeClr val="tx1"/>
                </a:solidFill>
                <a:latin typeface="+mn-lt"/>
                <a:ea typeface="Arial Unicode MS" panose="020B0604020202020204" pitchFamily="34" charset="-128"/>
                <a:cs typeface="Arial Unicode MS" panose="020B0604020202020204" pitchFamily="34" charset="-128"/>
              </a:rPr>
              <a:t>Diagonal = correct predictions</a:t>
            </a:r>
          </a:p>
        </p:txBody>
      </p:sp>
    </p:spTree>
    <p:extLst>
      <p:ext uri="{BB962C8B-B14F-4D97-AF65-F5344CB8AC3E}">
        <p14:creationId xmlns:p14="http://schemas.microsoft.com/office/powerpoint/2010/main" val="2703890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nhaltsplatzhalter 18">
            <a:extLst>
              <a:ext uri="{FF2B5EF4-FFF2-40B4-BE49-F238E27FC236}">
                <a16:creationId xmlns:a16="http://schemas.microsoft.com/office/drawing/2014/main" id="{43C66CAA-BC09-4825-8B72-A8A804753F23}"/>
              </a:ext>
            </a:extLst>
          </p:cNvPr>
          <p:cNvPicPr>
            <a:picLocks noGrp="1" noChangeAspect="1"/>
          </p:cNvPicPr>
          <p:nvPr>
            <p:ph idx="1"/>
          </p:nvPr>
        </p:nvPicPr>
        <p:blipFill>
          <a:blip r:embed="rId2"/>
          <a:stretch>
            <a:fillRect/>
          </a:stretch>
        </p:blipFill>
        <p:spPr>
          <a:xfrm>
            <a:off x="666057" y="1471750"/>
            <a:ext cx="6249884" cy="4225501"/>
          </a:xfrm>
          <a:prstGeom prst="rect">
            <a:avLst/>
          </a:prstGeom>
        </p:spPr>
      </p:pic>
      <p:sp>
        <p:nvSpPr>
          <p:cNvPr id="5" name="Titel 4">
            <a:extLst>
              <a:ext uri="{FF2B5EF4-FFF2-40B4-BE49-F238E27FC236}">
                <a16:creationId xmlns:a16="http://schemas.microsoft.com/office/drawing/2014/main" id="{22B9358C-6A37-452B-9506-2AD982C5A650}"/>
              </a:ext>
            </a:extLst>
          </p:cNvPr>
          <p:cNvSpPr>
            <a:spLocks noGrp="1"/>
          </p:cNvSpPr>
          <p:nvPr>
            <p:ph type="title"/>
          </p:nvPr>
        </p:nvSpPr>
        <p:spPr/>
        <p:txBody>
          <a:bodyPr/>
          <a:lstStyle/>
          <a:p>
            <a:r>
              <a:rPr lang="en-US"/>
              <a:t>Exercise 2:</a:t>
            </a:r>
            <a:br>
              <a:rPr lang="en-US"/>
            </a:br>
            <a:r>
              <a:rPr lang="en-US"/>
              <a:t>Number Recognition Using Decision Tree</a:t>
            </a:r>
          </a:p>
        </p:txBody>
      </p:sp>
      <p:sp>
        <p:nvSpPr>
          <p:cNvPr id="7" name="Rechteck 6">
            <a:extLst>
              <a:ext uri="{FF2B5EF4-FFF2-40B4-BE49-F238E27FC236}">
                <a16:creationId xmlns:a16="http://schemas.microsoft.com/office/drawing/2014/main" id="{1750229E-B649-4B76-A065-AEDA26C88FB5}"/>
              </a:ext>
            </a:extLst>
          </p:cNvPr>
          <p:cNvSpPr/>
          <p:nvPr/>
        </p:nvSpPr>
        <p:spPr bwMode="auto">
          <a:xfrm>
            <a:off x="2500545" y="4514480"/>
            <a:ext cx="1620181" cy="482352"/>
          </a:xfrm>
          <a:prstGeom prst="rect">
            <a:avLst/>
          </a:prstGeom>
          <a:solidFill>
            <a:srgbClr val="FFC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Underfitting</a:t>
            </a:r>
          </a:p>
        </p:txBody>
      </p:sp>
      <p:sp>
        <p:nvSpPr>
          <p:cNvPr id="10" name="Rechteck 9">
            <a:extLst>
              <a:ext uri="{FF2B5EF4-FFF2-40B4-BE49-F238E27FC236}">
                <a16:creationId xmlns:a16="http://schemas.microsoft.com/office/drawing/2014/main" id="{90A363BE-0352-4653-8AA0-609CB2B8A685}"/>
              </a:ext>
            </a:extLst>
          </p:cNvPr>
          <p:cNvSpPr/>
          <p:nvPr/>
        </p:nvSpPr>
        <p:spPr bwMode="auto">
          <a:xfrm>
            <a:off x="5386470" y="3636235"/>
            <a:ext cx="1620181" cy="482352"/>
          </a:xfrm>
          <a:prstGeom prst="rect">
            <a:avLst/>
          </a:prstGeom>
          <a:solidFill>
            <a:srgbClr val="FFC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Overfitting</a:t>
            </a:r>
          </a:p>
        </p:txBody>
      </p:sp>
      <p:sp>
        <p:nvSpPr>
          <p:cNvPr id="11" name="Rechteck 10">
            <a:extLst>
              <a:ext uri="{FF2B5EF4-FFF2-40B4-BE49-F238E27FC236}">
                <a16:creationId xmlns:a16="http://schemas.microsoft.com/office/drawing/2014/main" id="{EA98F629-C3AD-432D-A8CD-128D3D2AC1CA}"/>
              </a:ext>
            </a:extLst>
          </p:cNvPr>
          <p:cNvSpPr/>
          <p:nvPr/>
        </p:nvSpPr>
        <p:spPr bwMode="auto">
          <a:xfrm>
            <a:off x="4576380" y="4343962"/>
            <a:ext cx="1620181" cy="482352"/>
          </a:xfrm>
          <a:prstGeom prst="rect">
            <a:avLst/>
          </a:prstGeom>
          <a:solidFill>
            <a:srgbClr val="92D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800">
                <a:solidFill>
                  <a:schemeClr val="tx1"/>
                </a:solidFill>
                <a:latin typeface="+mn-lt"/>
                <a:ea typeface="Arial Unicode MS" panose="020B0604020202020204" pitchFamily="34" charset="-128"/>
                <a:cs typeface="Arial Unicode MS" panose="020B0604020202020204" pitchFamily="34" charset="-128"/>
              </a:rPr>
              <a:t>Optimal fit</a:t>
            </a: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3" name="Gerade Verbindung mit Pfeil 12">
            <a:extLst>
              <a:ext uri="{FF2B5EF4-FFF2-40B4-BE49-F238E27FC236}">
                <a16:creationId xmlns:a16="http://schemas.microsoft.com/office/drawing/2014/main" id="{7617A67F-8FC7-41D5-961A-59432AB382E2}"/>
              </a:ext>
            </a:extLst>
          </p:cNvPr>
          <p:cNvCxnSpPr>
            <a:cxnSpLocks/>
          </p:cNvCxnSpPr>
          <p:nvPr/>
        </p:nvCxnSpPr>
        <p:spPr bwMode="auto">
          <a:xfrm flipH="1" flipV="1">
            <a:off x="2168351" y="4198373"/>
            <a:ext cx="402432" cy="379585"/>
          </a:xfrm>
          <a:prstGeom prst="straightConnector1">
            <a:avLst/>
          </a:prstGeom>
          <a:solidFill>
            <a:schemeClr val="tx2"/>
          </a:solidFill>
          <a:ln w="57150" cap="flat" cmpd="sng" algn="ctr">
            <a:solidFill>
              <a:srgbClr val="FFC00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mit Pfeil 15">
            <a:extLst>
              <a:ext uri="{FF2B5EF4-FFF2-40B4-BE49-F238E27FC236}">
                <a16:creationId xmlns:a16="http://schemas.microsoft.com/office/drawing/2014/main" id="{A400D209-A60C-44B9-8B5F-31BC89729104}"/>
              </a:ext>
            </a:extLst>
          </p:cNvPr>
          <p:cNvCxnSpPr>
            <a:cxnSpLocks/>
          </p:cNvCxnSpPr>
          <p:nvPr/>
        </p:nvCxnSpPr>
        <p:spPr bwMode="auto">
          <a:xfrm flipH="1" flipV="1">
            <a:off x="5092051" y="3190942"/>
            <a:ext cx="460090" cy="561908"/>
          </a:xfrm>
          <a:prstGeom prst="straightConnector1">
            <a:avLst/>
          </a:prstGeom>
          <a:solidFill>
            <a:schemeClr val="tx2"/>
          </a:solidFill>
          <a:ln w="57150" cap="flat" cmpd="sng" algn="ctr">
            <a:solidFill>
              <a:srgbClr val="FFC00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mit Pfeil 19">
            <a:extLst>
              <a:ext uri="{FF2B5EF4-FFF2-40B4-BE49-F238E27FC236}">
                <a16:creationId xmlns:a16="http://schemas.microsoft.com/office/drawing/2014/main" id="{6DB5C6DE-67A4-4939-B248-AF9D4B4AA14E}"/>
              </a:ext>
            </a:extLst>
          </p:cNvPr>
          <p:cNvCxnSpPr>
            <a:cxnSpLocks/>
          </p:cNvCxnSpPr>
          <p:nvPr/>
        </p:nvCxnSpPr>
        <p:spPr bwMode="auto">
          <a:xfrm flipH="1" flipV="1">
            <a:off x="3794919" y="3104964"/>
            <a:ext cx="841478" cy="1321726"/>
          </a:xfrm>
          <a:prstGeom prst="straightConnector1">
            <a:avLst/>
          </a:prstGeom>
          <a:solidFill>
            <a:schemeClr val="tx2"/>
          </a:solidFill>
          <a:ln w="57150" cap="flat" cmpd="sng" algn="ctr">
            <a:solidFill>
              <a:srgbClr val="92D05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7" name="Textfeld 16">
            <a:extLst>
              <a:ext uri="{FF2B5EF4-FFF2-40B4-BE49-F238E27FC236}">
                <a16:creationId xmlns:a16="http://schemas.microsoft.com/office/drawing/2014/main" id="{D3A1A78A-C333-44F0-A601-04055FA3680F}"/>
              </a:ext>
            </a:extLst>
          </p:cNvPr>
          <p:cNvSpPr txBox="1"/>
          <p:nvPr/>
        </p:nvSpPr>
        <p:spPr>
          <a:xfrm>
            <a:off x="7630129" y="1808236"/>
            <a:ext cx="3845977" cy="739690"/>
          </a:xfrm>
          <a:prstGeom prst="rect">
            <a:avLst/>
          </a:prstGeom>
          <a:noFill/>
        </p:spPr>
        <p:txBody>
          <a:bodyPr wrap="square" lIns="0" tIns="0" rIns="0" bIns="0" rtlCol="0">
            <a:spAutoFit/>
          </a:bodyPr>
          <a:lstStyle/>
          <a:p>
            <a:pPr>
              <a:lnSpc>
                <a:spcPct val="110000"/>
              </a:lnSpc>
              <a:spcBef>
                <a:spcPts val="600"/>
              </a:spcBef>
              <a:spcAft>
                <a:spcPts val="600"/>
              </a:spcAft>
            </a:pPr>
            <a:r>
              <a:rPr lang="en-US">
                <a:solidFill>
                  <a:schemeClr val="tx1"/>
                </a:solidFill>
                <a:latin typeface="+mn-lt"/>
                <a:ea typeface="Arial Unicode MS" panose="020B0604020202020204" pitchFamily="34" charset="-128"/>
                <a:cs typeface="Arial Unicode MS" panose="020B0604020202020204" pitchFamily="34" charset="-128"/>
              </a:rPr>
              <a:t>Optimal max depth around 6</a:t>
            </a:r>
          </a:p>
          <a:p>
            <a:pPr>
              <a:lnSpc>
                <a:spcPct val="110000"/>
              </a:lnSpc>
              <a:spcBef>
                <a:spcPts val="600"/>
              </a:spcBef>
              <a:spcAft>
                <a:spcPts val="600"/>
              </a:spcAft>
            </a:pPr>
            <a:endParaRPr lang="en-US">
              <a:solidFill>
                <a:schemeClr val="tx1"/>
              </a:solidFill>
              <a:latin typeface="+mn-lt"/>
              <a:ea typeface="Arial Unicode MS" panose="020B0604020202020204" pitchFamily="34" charset="-128"/>
              <a:cs typeface="Arial Unicode MS" panose="020B0604020202020204" pitchFamily="34" charset="-128"/>
            </a:endParaRPr>
          </a:p>
        </p:txBody>
      </p:sp>
      <p:sp>
        <p:nvSpPr>
          <p:cNvPr id="2" name="Geschweifte Klammer rechts 1">
            <a:extLst>
              <a:ext uri="{FF2B5EF4-FFF2-40B4-BE49-F238E27FC236}">
                <a16:creationId xmlns:a16="http://schemas.microsoft.com/office/drawing/2014/main" id="{03895385-93C3-4F6C-A16A-E3ECFF9306D3}"/>
              </a:ext>
            </a:extLst>
          </p:cNvPr>
          <p:cNvSpPr/>
          <p:nvPr/>
        </p:nvSpPr>
        <p:spPr bwMode="auto">
          <a:xfrm>
            <a:off x="7791363" y="2852936"/>
            <a:ext cx="808599" cy="2556284"/>
          </a:xfrm>
          <a:prstGeom prst="rightBrace">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ヒラギノ角ゴ Pro W3" charset="0"/>
            </a:endParaRPr>
          </a:p>
        </p:txBody>
      </p:sp>
      <p:sp>
        <p:nvSpPr>
          <p:cNvPr id="3" name="Rechteck 2">
            <a:extLst>
              <a:ext uri="{FF2B5EF4-FFF2-40B4-BE49-F238E27FC236}">
                <a16:creationId xmlns:a16="http://schemas.microsoft.com/office/drawing/2014/main" id="{02595E6E-8FD7-4E7F-AD3D-ED2B66A7DA35}"/>
              </a:ext>
            </a:extLst>
          </p:cNvPr>
          <p:cNvSpPr/>
          <p:nvPr/>
        </p:nvSpPr>
        <p:spPr bwMode="auto">
          <a:xfrm>
            <a:off x="8763471" y="3652036"/>
            <a:ext cx="2807816" cy="1121809"/>
          </a:xfrm>
          <a:prstGeom prst="rect">
            <a:avLst/>
          </a:prstGeom>
          <a:ln w="28575">
            <a:solidFill>
              <a:srgbClr val="00646E"/>
            </a:solidFill>
          </a:ln>
        </p:spPr>
        <p:txBody>
          <a:bodyPr wrap="square" tIns="144000" bIns="144000">
            <a:spAutoFit/>
          </a:bodyPr>
          <a:lstStyle/>
          <a:p>
            <a:pPr algn="ctr"/>
            <a:r>
              <a:rPr lang="en-US">
                <a:solidFill>
                  <a:schemeClr val="tx1"/>
                </a:solidFill>
              </a:rPr>
              <a:t>Over- and underfitting will be explained in the next section.</a:t>
            </a:r>
          </a:p>
        </p:txBody>
      </p:sp>
      <p:sp>
        <p:nvSpPr>
          <p:cNvPr id="14" name="Textfeld 13">
            <a:extLst>
              <a:ext uri="{FF2B5EF4-FFF2-40B4-BE49-F238E27FC236}">
                <a16:creationId xmlns:a16="http://schemas.microsoft.com/office/drawing/2014/main" id="{6AE8765A-654D-424A-84B5-B65EA2810647}"/>
              </a:ext>
            </a:extLst>
          </p:cNvPr>
          <p:cNvSpPr txBox="1"/>
          <p:nvPr/>
        </p:nvSpPr>
        <p:spPr>
          <a:xfrm>
            <a:off x="627063" y="6000332"/>
            <a:ext cx="11049693" cy="163956"/>
          </a:xfrm>
          <a:prstGeom prst="rect">
            <a:avLst/>
          </a:prstGeom>
          <a:noFill/>
        </p:spPr>
        <p:txBody>
          <a:bodyPr wrap="square" lIns="0" tIns="0" rIns="0" bIns="0" rtlCol="0">
            <a:spAutoFit/>
          </a:bodyPr>
          <a:lstStyle/>
          <a:p>
            <a:pPr>
              <a:lnSpc>
                <a:spcPct val="110000"/>
              </a:lnSpc>
              <a:spcBef>
                <a:spcPts val="0"/>
              </a:spcBef>
            </a:pPr>
            <a:r>
              <a:rPr lang="en-US" sz="1050">
                <a:solidFill>
                  <a:schemeClr val="tx1"/>
                </a:solidFill>
                <a:latin typeface="+mn-lt"/>
                <a:ea typeface="Arial Unicode MS" panose="020B0604020202020204" pitchFamily="34" charset="-128"/>
                <a:cs typeface="Arial Unicode MS" panose="020B0604020202020204" pitchFamily="34" charset="-128"/>
              </a:rPr>
              <a:t>For more information go to: </a:t>
            </a:r>
            <a:r>
              <a:rPr lang="en-US" sz="1050">
                <a:hlinkClick r:id="rId3"/>
              </a:rPr>
              <a:t>https://scikit-learn.org/stable/modules/generated/sklearn.tree.DecisionTreeClassifier.html#sklearn.tree.DecisionTreeClassifier</a:t>
            </a:r>
            <a:endParaRPr lang="en-US" sz="105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061732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43399" y="2996952"/>
            <a:ext cx="7654952"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339029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48435A-1A5F-4127-96F0-C5144C364EC3}"/>
              </a:ext>
            </a:extLst>
          </p:cNvPr>
          <p:cNvSpPr>
            <a:spLocks noGrp="1"/>
          </p:cNvSpPr>
          <p:nvPr>
            <p:ph type="title"/>
          </p:nvPr>
        </p:nvSpPr>
        <p:spPr/>
        <p:txBody>
          <a:bodyPr/>
          <a:lstStyle/>
          <a:p>
            <a:r>
              <a:rPr lang="en-US"/>
              <a:t>Model Limitations</a:t>
            </a:r>
          </a:p>
        </p:txBody>
      </p:sp>
      <p:sp>
        <p:nvSpPr>
          <p:cNvPr id="8" name="Rechteck 7">
            <a:extLst>
              <a:ext uri="{FF2B5EF4-FFF2-40B4-BE49-F238E27FC236}">
                <a16:creationId xmlns:a16="http://schemas.microsoft.com/office/drawing/2014/main" id="{EFB91369-E6A9-400B-97ED-E1398EF03262}"/>
              </a:ext>
            </a:extLst>
          </p:cNvPr>
          <p:cNvSpPr/>
          <p:nvPr/>
        </p:nvSpPr>
        <p:spPr bwMode="auto">
          <a:xfrm>
            <a:off x="627063" y="1895903"/>
            <a:ext cx="827596" cy="3477313"/>
          </a:xfrm>
          <a:prstGeom prst="rect">
            <a:avLst/>
          </a:prstGeom>
          <a:solidFill>
            <a:srgbClr val="00646E"/>
          </a:solidFill>
          <a:ln>
            <a:noFill/>
          </a:ln>
          <a:effec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rgbClr val="FFFFFF"/>
                </a:solidFill>
                <a:latin typeface="+mn-lt"/>
                <a:ea typeface="Arial Unicode MS" panose="020B0604020202020204" pitchFamily="34" charset="-128"/>
                <a:cs typeface="Arial Unicode MS" panose="020B0604020202020204" pitchFamily="34" charset="-128"/>
              </a:rPr>
              <a:t>Model Error</a:t>
            </a:r>
          </a:p>
        </p:txBody>
      </p:sp>
      <p:sp>
        <p:nvSpPr>
          <p:cNvPr id="28" name="Rechteck 27">
            <a:extLst>
              <a:ext uri="{FF2B5EF4-FFF2-40B4-BE49-F238E27FC236}">
                <a16:creationId xmlns:a16="http://schemas.microsoft.com/office/drawing/2014/main" id="{65A56EA7-59D4-4ABD-87C2-603940C568E9}"/>
              </a:ext>
            </a:extLst>
          </p:cNvPr>
          <p:cNvSpPr/>
          <p:nvPr/>
        </p:nvSpPr>
        <p:spPr bwMode="auto">
          <a:xfrm>
            <a:off x="1692877" y="1304863"/>
            <a:ext cx="1597985" cy="61196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Error Type</a:t>
            </a:r>
          </a:p>
        </p:txBody>
      </p:sp>
      <p:sp>
        <p:nvSpPr>
          <p:cNvPr id="44" name="Rechteck 43">
            <a:extLst>
              <a:ext uri="{FF2B5EF4-FFF2-40B4-BE49-F238E27FC236}">
                <a16:creationId xmlns:a16="http://schemas.microsoft.com/office/drawing/2014/main" id="{8B3B7685-938F-4A4C-83EC-B86D160512D9}"/>
              </a:ext>
            </a:extLst>
          </p:cNvPr>
          <p:cNvSpPr/>
          <p:nvPr/>
        </p:nvSpPr>
        <p:spPr bwMode="auto">
          <a:xfrm>
            <a:off x="3470883" y="1300484"/>
            <a:ext cx="1404155" cy="61196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Summary</a:t>
            </a:r>
          </a:p>
        </p:txBody>
      </p:sp>
      <p:sp>
        <p:nvSpPr>
          <p:cNvPr id="56" name="Rechteck 55">
            <a:extLst>
              <a:ext uri="{FF2B5EF4-FFF2-40B4-BE49-F238E27FC236}">
                <a16:creationId xmlns:a16="http://schemas.microsoft.com/office/drawing/2014/main" id="{9E2C62A1-4155-44C1-A33B-139E2B24C7B6}"/>
              </a:ext>
            </a:extLst>
          </p:cNvPr>
          <p:cNvSpPr/>
          <p:nvPr/>
        </p:nvSpPr>
        <p:spPr bwMode="auto">
          <a:xfrm>
            <a:off x="5055060" y="1289689"/>
            <a:ext cx="2376219" cy="61196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Details</a:t>
            </a:r>
          </a:p>
        </p:txBody>
      </p:sp>
      <p:grpSp>
        <p:nvGrpSpPr>
          <p:cNvPr id="3" name="Gruppieren 2">
            <a:extLst>
              <a:ext uri="{FF2B5EF4-FFF2-40B4-BE49-F238E27FC236}">
                <a16:creationId xmlns:a16="http://schemas.microsoft.com/office/drawing/2014/main" id="{12194346-7D00-4CED-91C5-59FDB2E1DE0E}"/>
              </a:ext>
            </a:extLst>
          </p:cNvPr>
          <p:cNvGrpSpPr/>
          <p:nvPr/>
        </p:nvGrpSpPr>
        <p:grpSpPr>
          <a:xfrm>
            <a:off x="1692878" y="1902154"/>
            <a:ext cx="10274950" cy="1653399"/>
            <a:chOff x="1692878" y="1902154"/>
            <a:chExt cx="10274950" cy="1231022"/>
          </a:xfrm>
        </p:grpSpPr>
        <p:sp>
          <p:nvSpPr>
            <p:cNvPr id="25" name="Rechteck 24">
              <a:extLst>
                <a:ext uri="{FF2B5EF4-FFF2-40B4-BE49-F238E27FC236}">
                  <a16:creationId xmlns:a16="http://schemas.microsoft.com/office/drawing/2014/main" id="{19875219-2DA8-4D4B-ACDD-CF4DB4033C4E}"/>
                </a:ext>
              </a:extLst>
            </p:cNvPr>
            <p:cNvSpPr/>
            <p:nvPr/>
          </p:nvSpPr>
          <p:spPr bwMode="auto">
            <a:xfrm>
              <a:off x="1692878" y="1917328"/>
              <a:ext cx="1597985" cy="1215848"/>
            </a:xfrm>
            <a:prstGeom prst="rect">
              <a:avLst/>
            </a:prstGeom>
            <a:solidFill>
              <a:srgbClr val="00646E"/>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rgbClr val="FFFFFF"/>
                  </a:solidFill>
                  <a:latin typeface="+mn-lt"/>
                  <a:ea typeface="Arial Unicode MS" panose="020B0604020202020204" pitchFamily="34" charset="-128"/>
                  <a:cs typeface="Arial Unicode MS" panose="020B0604020202020204" pitchFamily="34" charset="-128"/>
                </a:rPr>
                <a:t>Bias Error/ Underfitting</a:t>
              </a:r>
            </a:p>
          </p:txBody>
        </p:sp>
        <p:sp>
          <p:nvSpPr>
            <p:cNvPr id="41" name="Rechteck 40">
              <a:extLst>
                <a:ext uri="{FF2B5EF4-FFF2-40B4-BE49-F238E27FC236}">
                  <a16:creationId xmlns:a16="http://schemas.microsoft.com/office/drawing/2014/main" id="{2B7819F7-7B44-4223-811B-49ABC581A4F7}"/>
                </a:ext>
              </a:extLst>
            </p:cNvPr>
            <p:cNvSpPr/>
            <p:nvPr/>
          </p:nvSpPr>
          <p:spPr bwMode="auto">
            <a:xfrm>
              <a:off x="3470884" y="1912949"/>
              <a:ext cx="1404155" cy="1215848"/>
            </a:xfrm>
            <a:prstGeom prst="rect">
              <a:avLst/>
            </a:prstGeom>
            <a:no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a:solidFill>
                    <a:schemeClr val="tx1"/>
                  </a:solidFill>
                  <a:latin typeface="+mn-lt"/>
                  <a:ea typeface="Arial Unicode MS" panose="020B0604020202020204" pitchFamily="34" charset="-128"/>
                  <a:cs typeface="Arial Unicode MS" panose="020B0604020202020204" pitchFamily="34" charset="-128"/>
                </a:rPr>
                <a:t>Model is too simple</a:t>
              </a:r>
            </a:p>
          </p:txBody>
        </p:sp>
        <p:sp>
          <p:nvSpPr>
            <p:cNvPr id="53" name="Rechteck 52">
              <a:extLst>
                <a:ext uri="{FF2B5EF4-FFF2-40B4-BE49-F238E27FC236}">
                  <a16:creationId xmlns:a16="http://schemas.microsoft.com/office/drawing/2014/main" id="{324FFF47-F275-4F6B-98EA-4EFA15A66DF3}"/>
                </a:ext>
              </a:extLst>
            </p:cNvPr>
            <p:cNvSpPr/>
            <p:nvPr/>
          </p:nvSpPr>
          <p:spPr bwMode="auto">
            <a:xfrm>
              <a:off x="5055059" y="1902154"/>
              <a:ext cx="3406570"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a:lnSpc>
                  <a:spcPct val="110000"/>
                </a:lnSpc>
                <a:spcBef>
                  <a:spcPct val="0"/>
                </a:spcBef>
              </a:pPr>
              <a:r>
                <a:rPr lang="en-US" sz="1600">
                  <a:solidFill>
                    <a:schemeClr val="tx1"/>
                  </a:solidFill>
                  <a:latin typeface="+mn-lt"/>
                  <a:ea typeface="Arial Unicode MS" panose="020B0604020202020204" pitchFamily="34" charset="-128"/>
                </a:rPr>
                <a:t>The (unknown) true target function is more complex than the model.</a:t>
              </a:r>
            </a:p>
          </p:txBody>
        </p:sp>
        <p:sp>
          <p:nvSpPr>
            <p:cNvPr id="62" name="Rechteck 61">
              <a:extLst>
                <a:ext uri="{FF2B5EF4-FFF2-40B4-BE49-F238E27FC236}">
                  <a16:creationId xmlns:a16="http://schemas.microsoft.com/office/drawing/2014/main" id="{AC0D6E07-FFB6-4E75-9E73-4A9C364CC986}"/>
                </a:ext>
              </a:extLst>
            </p:cNvPr>
            <p:cNvSpPr/>
            <p:nvPr/>
          </p:nvSpPr>
          <p:spPr bwMode="auto">
            <a:xfrm>
              <a:off x="8641650" y="1904191"/>
              <a:ext cx="3326178"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indent="-171450">
                <a:lnSpc>
                  <a:spcPct val="110000"/>
                </a:lnSpc>
                <a:spcBef>
                  <a:spcPct val="0"/>
                </a:spcBef>
                <a:buFont typeface="Arial" panose="020B0604020202020204" pitchFamily="34" charset="0"/>
                <a:buChar char="•"/>
              </a:pPr>
              <a:r>
                <a:rPr lang="en-US" sz="1600">
                  <a:solidFill>
                    <a:schemeClr val="tx1"/>
                  </a:solidFill>
                  <a:latin typeface="+mn-lt"/>
                  <a:ea typeface="Arial Unicode MS" panose="020B0604020202020204" pitchFamily="34" charset="-128"/>
                </a:rPr>
                <a:t>Review with domain experts</a:t>
              </a:r>
            </a:p>
            <a:p>
              <a:pPr marL="171450" indent="-171450">
                <a:lnSpc>
                  <a:spcPct val="110000"/>
                </a:lnSpc>
                <a:spcBef>
                  <a:spcPct val="0"/>
                </a:spcBef>
                <a:buFont typeface="Arial" panose="020B0604020202020204" pitchFamily="34" charset="0"/>
                <a:buChar char="•"/>
              </a:pPr>
              <a:r>
                <a:rPr lang="en-US" sz="1600">
                  <a:solidFill>
                    <a:schemeClr val="tx1"/>
                  </a:solidFill>
                  <a:latin typeface="+mn-lt"/>
                  <a:ea typeface="Arial Unicode MS" panose="020B0604020202020204" pitchFamily="34" charset="-128"/>
                </a:rPr>
                <a:t>More complex analysis</a:t>
              </a:r>
            </a:p>
          </p:txBody>
        </p:sp>
      </p:grpSp>
      <p:grpSp>
        <p:nvGrpSpPr>
          <p:cNvPr id="2" name="Gruppieren 1">
            <a:extLst>
              <a:ext uri="{FF2B5EF4-FFF2-40B4-BE49-F238E27FC236}">
                <a16:creationId xmlns:a16="http://schemas.microsoft.com/office/drawing/2014/main" id="{A920F939-CFF4-4597-8D73-58CE4F3160BB}"/>
              </a:ext>
            </a:extLst>
          </p:cNvPr>
          <p:cNvGrpSpPr/>
          <p:nvPr/>
        </p:nvGrpSpPr>
        <p:grpSpPr>
          <a:xfrm>
            <a:off x="1692878" y="3740197"/>
            <a:ext cx="10274949" cy="1633019"/>
            <a:chOff x="1692878" y="3322606"/>
            <a:chExt cx="10274949" cy="1094799"/>
          </a:xfrm>
        </p:grpSpPr>
        <p:sp>
          <p:nvSpPr>
            <p:cNvPr id="26" name="Rechteck 25">
              <a:extLst>
                <a:ext uri="{FF2B5EF4-FFF2-40B4-BE49-F238E27FC236}">
                  <a16:creationId xmlns:a16="http://schemas.microsoft.com/office/drawing/2014/main" id="{468D53F2-291E-4FBC-8389-A92FE8ED5A79}"/>
                </a:ext>
              </a:extLst>
            </p:cNvPr>
            <p:cNvSpPr/>
            <p:nvPr/>
          </p:nvSpPr>
          <p:spPr bwMode="auto">
            <a:xfrm>
              <a:off x="1692878" y="3337780"/>
              <a:ext cx="1597985" cy="1079625"/>
            </a:xfrm>
            <a:prstGeom prst="rect">
              <a:avLst/>
            </a:prstGeom>
            <a:solidFill>
              <a:srgbClr val="00646E"/>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rgbClr val="FFFFFF"/>
                  </a:solidFill>
                  <a:latin typeface="+mn-lt"/>
                  <a:ea typeface="Arial Unicode MS" panose="020B0604020202020204" pitchFamily="34" charset="-128"/>
                  <a:cs typeface="Arial Unicode MS" panose="020B0604020202020204" pitchFamily="34" charset="-128"/>
                </a:rPr>
                <a:t>Variance Error/ Overfitting</a:t>
              </a:r>
            </a:p>
          </p:txBody>
        </p:sp>
        <p:sp>
          <p:nvSpPr>
            <p:cNvPr id="42" name="Rechteck 41">
              <a:extLst>
                <a:ext uri="{FF2B5EF4-FFF2-40B4-BE49-F238E27FC236}">
                  <a16:creationId xmlns:a16="http://schemas.microsoft.com/office/drawing/2014/main" id="{948257A2-467B-4B82-8D12-435A4FE55DA7}"/>
                </a:ext>
              </a:extLst>
            </p:cNvPr>
            <p:cNvSpPr/>
            <p:nvPr/>
          </p:nvSpPr>
          <p:spPr bwMode="auto">
            <a:xfrm>
              <a:off x="3470884" y="3333401"/>
              <a:ext cx="1404155" cy="1079625"/>
            </a:xfrm>
            <a:prstGeom prst="rect">
              <a:avLst/>
            </a:prstGeom>
            <a:no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Modell is too complex</a:t>
              </a:r>
            </a:p>
          </p:txBody>
        </p:sp>
        <p:sp>
          <p:nvSpPr>
            <p:cNvPr id="54" name="Rechteck 53">
              <a:extLst>
                <a:ext uri="{FF2B5EF4-FFF2-40B4-BE49-F238E27FC236}">
                  <a16:creationId xmlns:a16="http://schemas.microsoft.com/office/drawing/2014/main" id="{AB7B7A2C-351B-4F20-B0C4-B6E404711E17}"/>
                </a:ext>
              </a:extLst>
            </p:cNvPr>
            <p:cNvSpPr/>
            <p:nvPr/>
          </p:nvSpPr>
          <p:spPr bwMode="auto">
            <a:xfrm>
              <a:off x="5055059" y="3322606"/>
              <a:ext cx="3406569"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a:lnSpc>
                  <a:spcPct val="110000"/>
                </a:lnSpc>
                <a:spcBef>
                  <a:spcPct val="0"/>
                </a:spcBef>
              </a:pPr>
              <a:r>
                <a:rPr lang="en-US" sz="1600">
                  <a:solidFill>
                    <a:schemeClr val="tx1"/>
                  </a:solidFill>
                  <a:ea typeface="Arial Unicode MS" panose="020B0604020202020204" pitchFamily="34" charset="-128"/>
                </a:rPr>
                <a:t>The true target function is simpler than the model. Common reason: </a:t>
              </a:r>
              <a:r>
                <a:rPr lang="en-US" sz="1600">
                  <a:solidFill>
                    <a:schemeClr val="tx1"/>
                  </a:solidFill>
                  <a:latin typeface="+mn-lt"/>
                  <a:ea typeface="Arial Unicode MS" panose="020B0604020202020204" pitchFamily="34" charset="-128"/>
                </a:rPr>
                <a:t>model tries to explain randomness</a:t>
              </a:r>
            </a:p>
          </p:txBody>
        </p:sp>
        <p:sp>
          <p:nvSpPr>
            <p:cNvPr id="63" name="Rechteck 62">
              <a:extLst>
                <a:ext uri="{FF2B5EF4-FFF2-40B4-BE49-F238E27FC236}">
                  <a16:creationId xmlns:a16="http://schemas.microsoft.com/office/drawing/2014/main" id="{1204E057-584E-4D15-931D-F2456C7AF68E}"/>
                </a:ext>
              </a:extLst>
            </p:cNvPr>
            <p:cNvSpPr/>
            <p:nvPr/>
          </p:nvSpPr>
          <p:spPr bwMode="auto">
            <a:xfrm>
              <a:off x="8641650" y="3324643"/>
              <a:ext cx="3326177"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indent="-171450">
                <a:lnSpc>
                  <a:spcPct val="110000"/>
                </a:lnSpc>
                <a:spcBef>
                  <a:spcPct val="0"/>
                </a:spcBef>
                <a:buFont typeface="Arial" panose="020B0604020202020204" pitchFamily="34" charset="0"/>
                <a:buChar char="•"/>
              </a:pPr>
              <a:r>
                <a:rPr lang="en-US" sz="1600">
                  <a:solidFill>
                    <a:schemeClr val="tx1"/>
                  </a:solidFill>
                  <a:ea typeface="Arial Unicode MS" panose="020B0604020202020204" pitchFamily="34" charset="-128"/>
                </a:rPr>
                <a:t>Review with domain experts</a:t>
              </a:r>
            </a:p>
            <a:p>
              <a:pPr marL="171450" indent="-171450">
                <a:lnSpc>
                  <a:spcPct val="110000"/>
                </a:lnSpc>
                <a:spcBef>
                  <a:spcPct val="0"/>
                </a:spcBef>
                <a:buFont typeface="Arial" panose="020B0604020202020204" pitchFamily="34" charset="0"/>
                <a:buChar char="•"/>
              </a:pPr>
              <a:r>
                <a:rPr lang="en-US" sz="1600">
                  <a:solidFill>
                    <a:schemeClr val="tx1"/>
                  </a:solidFill>
                  <a:ea typeface="Arial Unicode MS" panose="020B0604020202020204" pitchFamily="34" charset="-128"/>
                </a:rPr>
                <a:t>Split data in training and test data</a:t>
              </a:r>
            </a:p>
            <a:p>
              <a:pPr marL="171450" indent="-171450">
                <a:lnSpc>
                  <a:spcPct val="110000"/>
                </a:lnSpc>
                <a:spcBef>
                  <a:spcPct val="0"/>
                </a:spcBef>
                <a:buFont typeface="Arial" panose="020B0604020202020204" pitchFamily="34" charset="0"/>
                <a:buChar char="•"/>
              </a:pPr>
              <a:r>
                <a:rPr lang="en-US" sz="1600">
                  <a:solidFill>
                    <a:schemeClr val="tx1"/>
                  </a:solidFill>
                  <a:ea typeface="Arial Unicode MS" panose="020B0604020202020204" pitchFamily="34" charset="-128"/>
                </a:rPr>
                <a:t>Talk to data scientist</a:t>
              </a:r>
            </a:p>
          </p:txBody>
        </p:sp>
      </p:grpSp>
      <p:sp>
        <p:nvSpPr>
          <p:cNvPr id="65" name="Rechteck 64">
            <a:extLst>
              <a:ext uri="{FF2B5EF4-FFF2-40B4-BE49-F238E27FC236}">
                <a16:creationId xmlns:a16="http://schemas.microsoft.com/office/drawing/2014/main" id="{0C4BCCBA-99E1-405F-8F07-72046965566A}"/>
              </a:ext>
            </a:extLst>
          </p:cNvPr>
          <p:cNvSpPr/>
          <p:nvPr/>
        </p:nvSpPr>
        <p:spPr bwMode="auto">
          <a:xfrm>
            <a:off x="9361732" y="1304863"/>
            <a:ext cx="1922019" cy="61196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How to prevent it</a:t>
            </a:r>
          </a:p>
        </p:txBody>
      </p:sp>
      <p:sp>
        <p:nvSpPr>
          <p:cNvPr id="70" name="Rechteck 69">
            <a:extLst>
              <a:ext uri="{FF2B5EF4-FFF2-40B4-BE49-F238E27FC236}">
                <a16:creationId xmlns:a16="http://schemas.microsoft.com/office/drawing/2014/main" id="{FEA1E5FB-DC82-490F-AD02-A5E6C3997DB1}"/>
              </a:ext>
            </a:extLst>
          </p:cNvPr>
          <p:cNvSpPr/>
          <p:nvPr/>
        </p:nvSpPr>
        <p:spPr>
          <a:xfrm>
            <a:off x="627064" y="5697252"/>
            <a:ext cx="11340763" cy="567811"/>
          </a:xfrm>
          <a:prstGeom prst="rect">
            <a:avLst/>
          </a:prstGeom>
          <a:ln w="28575">
            <a:solidFill>
              <a:srgbClr val="00646E"/>
            </a:solidFill>
          </a:ln>
        </p:spPr>
        <p:txBody>
          <a:bodyPr wrap="square" tIns="144000" bIns="144000">
            <a:spAutoFit/>
          </a:bodyPr>
          <a:lstStyle/>
          <a:p>
            <a:pPr algn="ctr"/>
            <a:r>
              <a:rPr lang="en-US">
                <a:solidFill>
                  <a:schemeClr val="tx1"/>
                </a:solidFill>
              </a:rPr>
              <a:t>Any build model build is an approximation of a true target function and therefore includes errors.</a:t>
            </a:r>
          </a:p>
        </p:txBody>
      </p:sp>
    </p:spTree>
    <p:extLst>
      <p:ext uri="{BB962C8B-B14F-4D97-AF65-F5344CB8AC3E}">
        <p14:creationId xmlns:p14="http://schemas.microsoft.com/office/powerpoint/2010/main" val="11152084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A852BF-C691-4765-8E42-EE513C3CE421}"/>
              </a:ext>
            </a:extLst>
          </p:cNvPr>
          <p:cNvSpPr>
            <a:spLocks noGrp="1"/>
          </p:cNvSpPr>
          <p:nvPr>
            <p:ph type="title"/>
          </p:nvPr>
        </p:nvSpPr>
        <p:spPr/>
        <p:txBody>
          <a:bodyPr/>
          <a:lstStyle/>
          <a:p>
            <a:r>
              <a:rPr lang="en-US" spc="-1">
                <a:latin typeface="Arial"/>
              </a:rPr>
              <a:t>Bias-Variance Trade-Off</a:t>
            </a:r>
            <a:endParaRPr lang="en-US"/>
          </a:p>
        </p:txBody>
      </p:sp>
      <p:pic>
        <p:nvPicPr>
          <p:cNvPr id="4" name="Grafik 3">
            <a:extLst>
              <a:ext uri="{FF2B5EF4-FFF2-40B4-BE49-F238E27FC236}">
                <a16:creationId xmlns:a16="http://schemas.microsoft.com/office/drawing/2014/main" id="{85578E09-7816-4511-AEF7-D916201083DC}"/>
              </a:ext>
            </a:extLst>
          </p:cNvPr>
          <p:cNvPicPr/>
          <p:nvPr/>
        </p:nvPicPr>
        <p:blipFill>
          <a:blip r:embed="rId3"/>
          <a:stretch/>
        </p:blipFill>
        <p:spPr>
          <a:xfrm>
            <a:off x="2498775" y="1016732"/>
            <a:ext cx="5847840" cy="4343040"/>
          </a:xfrm>
          <a:prstGeom prst="rect">
            <a:avLst/>
          </a:prstGeom>
          <a:ln>
            <a:noFill/>
          </a:ln>
        </p:spPr>
      </p:pic>
      <p:sp>
        <p:nvSpPr>
          <p:cNvPr id="5" name="Rechteck 4">
            <a:extLst>
              <a:ext uri="{FF2B5EF4-FFF2-40B4-BE49-F238E27FC236}">
                <a16:creationId xmlns:a16="http://schemas.microsoft.com/office/drawing/2014/main" id="{7289ECAF-5FBF-404D-8917-F9DF16F4841D}"/>
              </a:ext>
            </a:extLst>
          </p:cNvPr>
          <p:cNvSpPr/>
          <p:nvPr/>
        </p:nvSpPr>
        <p:spPr>
          <a:xfrm>
            <a:off x="636916" y="5796518"/>
            <a:ext cx="11088687" cy="369332"/>
          </a:xfrm>
          <a:prstGeom prst="rect">
            <a:avLst/>
          </a:prstGeom>
          <a:ln w="28575">
            <a:solidFill>
              <a:srgbClr val="00646E"/>
            </a:solidFill>
          </a:ln>
        </p:spPr>
        <p:txBody>
          <a:bodyPr wrap="square">
            <a:spAutoFit/>
          </a:bodyPr>
          <a:lstStyle/>
          <a:p>
            <a:pPr algn="ctr"/>
            <a:r>
              <a:rPr lang="en-US">
                <a:solidFill>
                  <a:schemeClr val="tx1"/>
                </a:solidFill>
              </a:rPr>
              <a:t>Occam‘s razor: The simplest model/most intuitive method is preferable</a:t>
            </a:r>
          </a:p>
        </p:txBody>
      </p:sp>
    </p:spTree>
    <p:extLst>
      <p:ext uri="{BB962C8B-B14F-4D97-AF65-F5344CB8AC3E}">
        <p14:creationId xmlns:p14="http://schemas.microsoft.com/office/powerpoint/2010/main" val="9162249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C1623941-1689-427B-B4C4-47E246FFB635}"/>
              </a:ext>
            </a:extLst>
          </p:cNvPr>
          <p:cNvPicPr>
            <a:picLocks noChangeAspect="1"/>
          </p:cNvPicPr>
          <p:nvPr/>
        </p:nvPicPr>
        <p:blipFill>
          <a:blip r:embed="rId2"/>
          <a:stretch>
            <a:fillRect/>
          </a:stretch>
        </p:blipFill>
        <p:spPr>
          <a:xfrm>
            <a:off x="3954921" y="5256295"/>
            <a:ext cx="7324725" cy="1003152"/>
          </a:xfrm>
          <a:prstGeom prst="rect">
            <a:avLst/>
          </a:prstGeom>
        </p:spPr>
      </p:pic>
      <p:sp>
        <p:nvSpPr>
          <p:cNvPr id="2" name="Titel 1"/>
          <p:cNvSpPr>
            <a:spLocks noGrp="1"/>
          </p:cNvSpPr>
          <p:nvPr>
            <p:ph type="title"/>
          </p:nvPr>
        </p:nvSpPr>
        <p:spPr>
          <a:xfrm>
            <a:off x="0" y="-1"/>
            <a:ext cx="12198350" cy="1440000"/>
          </a:xfrm>
        </p:spPr>
        <p:txBody>
          <a:bodyPr/>
          <a:lstStyle/>
          <a:p>
            <a:r>
              <a:rPr lang="en-US"/>
              <a:t>Model Selection:</a:t>
            </a:r>
            <a:br>
              <a:rPr lang="en-US"/>
            </a:br>
            <a:r>
              <a:rPr lang="en-US"/>
              <a:t>Under- and Overfitting for Numerical and Attribute Target Variables</a:t>
            </a:r>
            <a:br>
              <a:rPr lang="en-US"/>
            </a:br>
            <a:endParaRPr lang="en-US"/>
          </a:p>
        </p:txBody>
      </p:sp>
      <p:pic>
        <p:nvPicPr>
          <p:cNvPr id="10" name="Picture 2" descr="Bildergebnis fÃ¼r overfitting">
            <a:extLst>
              <a:ext uri="{FF2B5EF4-FFF2-40B4-BE49-F238E27FC236}">
                <a16:creationId xmlns:a16="http://schemas.microsoft.com/office/drawing/2014/main" id="{BACBD9B0-1EEF-4ADC-9BD2-B1131FD6EC1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98575" y="1696390"/>
            <a:ext cx="7632848" cy="2056646"/>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a:extLst>
              <a:ext uri="{FF2B5EF4-FFF2-40B4-BE49-F238E27FC236}">
                <a16:creationId xmlns:a16="http://schemas.microsoft.com/office/drawing/2014/main" id="{4CCCFF58-F2FB-460C-A0F2-5E2497B07547}"/>
              </a:ext>
            </a:extLst>
          </p:cNvPr>
          <p:cNvSpPr/>
          <p:nvPr/>
        </p:nvSpPr>
        <p:spPr bwMode="auto">
          <a:xfrm>
            <a:off x="2210743" y="1572824"/>
            <a:ext cx="1980220" cy="2638517"/>
          </a:xfrm>
          <a:prstGeom prst="rect">
            <a:avLst/>
          </a:prstGeom>
          <a:noFill/>
          <a:ln w="57150">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3" name="Rechteck 12">
            <a:extLst>
              <a:ext uri="{FF2B5EF4-FFF2-40B4-BE49-F238E27FC236}">
                <a16:creationId xmlns:a16="http://schemas.microsoft.com/office/drawing/2014/main" id="{1FE1FC44-1481-46EE-AC94-CD3F8A0B4595}"/>
              </a:ext>
            </a:extLst>
          </p:cNvPr>
          <p:cNvSpPr/>
          <p:nvPr/>
        </p:nvSpPr>
        <p:spPr bwMode="auto">
          <a:xfrm>
            <a:off x="4334979" y="1582571"/>
            <a:ext cx="1980220" cy="2638517"/>
          </a:xfrm>
          <a:prstGeom prst="rect">
            <a:avLst/>
          </a:prstGeom>
          <a:noFill/>
          <a:ln w="57150">
            <a:solidFill>
              <a:srgbClr val="00B05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 name="Rechteck 13">
            <a:extLst>
              <a:ext uri="{FF2B5EF4-FFF2-40B4-BE49-F238E27FC236}">
                <a16:creationId xmlns:a16="http://schemas.microsoft.com/office/drawing/2014/main" id="{F8E9F18B-D479-4775-BAE3-DDB3B2FBEC73}"/>
              </a:ext>
            </a:extLst>
          </p:cNvPr>
          <p:cNvSpPr/>
          <p:nvPr/>
        </p:nvSpPr>
        <p:spPr bwMode="auto">
          <a:xfrm>
            <a:off x="6459215" y="1572824"/>
            <a:ext cx="1980220" cy="2638517"/>
          </a:xfrm>
          <a:prstGeom prst="rect">
            <a:avLst/>
          </a:prstGeom>
          <a:noFill/>
          <a:ln w="57150">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 name="Pfeil: nach unten 2">
            <a:extLst>
              <a:ext uri="{FF2B5EF4-FFF2-40B4-BE49-F238E27FC236}">
                <a16:creationId xmlns:a16="http://schemas.microsoft.com/office/drawing/2014/main" id="{0D507D2E-8AF0-43B6-AEBA-344997BEFDE1}"/>
              </a:ext>
            </a:extLst>
          </p:cNvPr>
          <p:cNvSpPr/>
          <p:nvPr/>
        </p:nvSpPr>
        <p:spPr bwMode="auto">
          <a:xfrm rot="19798691">
            <a:off x="5769371" y="3909408"/>
            <a:ext cx="576064" cy="1727672"/>
          </a:xfrm>
          <a:prstGeom prst="downArrow">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5" name="Pfeil: nach unten 14">
            <a:extLst>
              <a:ext uri="{FF2B5EF4-FFF2-40B4-BE49-F238E27FC236}">
                <a16:creationId xmlns:a16="http://schemas.microsoft.com/office/drawing/2014/main" id="{797C13D5-3E92-4AF6-B004-06AE9463B490}"/>
              </a:ext>
            </a:extLst>
          </p:cNvPr>
          <p:cNvSpPr/>
          <p:nvPr/>
        </p:nvSpPr>
        <p:spPr bwMode="auto">
          <a:xfrm rot="20458385">
            <a:off x="7677205" y="3866244"/>
            <a:ext cx="576064" cy="1622376"/>
          </a:xfrm>
          <a:prstGeom prst="downArrow">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6" name="Pfeil: nach unten 15">
            <a:extLst>
              <a:ext uri="{FF2B5EF4-FFF2-40B4-BE49-F238E27FC236}">
                <a16:creationId xmlns:a16="http://schemas.microsoft.com/office/drawing/2014/main" id="{428DC7E9-789C-4A4C-98AC-6CD803318B61}"/>
              </a:ext>
            </a:extLst>
          </p:cNvPr>
          <p:cNvSpPr/>
          <p:nvPr/>
        </p:nvSpPr>
        <p:spPr bwMode="auto">
          <a:xfrm rot="18582935">
            <a:off x="3941371" y="3411236"/>
            <a:ext cx="576064" cy="2847460"/>
          </a:xfrm>
          <a:prstGeom prst="downArrow">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 name="Rechteck 8">
            <a:extLst>
              <a:ext uri="{FF2B5EF4-FFF2-40B4-BE49-F238E27FC236}">
                <a16:creationId xmlns:a16="http://schemas.microsoft.com/office/drawing/2014/main" id="{4C4BE042-953F-45C5-88ED-BCD6E65ADFA6}"/>
              </a:ext>
            </a:extLst>
          </p:cNvPr>
          <p:cNvSpPr/>
          <p:nvPr/>
        </p:nvSpPr>
        <p:spPr>
          <a:xfrm>
            <a:off x="343496" y="5068281"/>
            <a:ext cx="3631444" cy="523220"/>
          </a:xfrm>
          <a:prstGeom prst="rect">
            <a:avLst/>
          </a:prstGeom>
        </p:spPr>
        <p:txBody>
          <a:bodyPr wrap="square">
            <a:spAutoFit/>
          </a:bodyPr>
          <a:lstStyle/>
          <a:p>
            <a:r>
              <a:rPr lang="en-US" sz="1400">
                <a:solidFill>
                  <a:schemeClr val="tx1"/>
                </a:solidFill>
              </a:rPr>
              <a:t>Review results from Exercise 2</a:t>
            </a:r>
            <a:br>
              <a:rPr lang="en-US" sz="1400">
                <a:solidFill>
                  <a:schemeClr val="tx1"/>
                </a:solidFill>
              </a:rPr>
            </a:br>
            <a:r>
              <a:rPr lang="en-US" sz="1400">
                <a:solidFill>
                  <a:schemeClr val="tx1"/>
                </a:solidFill>
              </a:rPr>
              <a:t>Number Recognition using Decision Tree:</a:t>
            </a:r>
          </a:p>
        </p:txBody>
      </p:sp>
      <p:sp>
        <p:nvSpPr>
          <p:cNvPr id="5" name="Inhaltsplatzhalter 4">
            <a:extLst>
              <a:ext uri="{FF2B5EF4-FFF2-40B4-BE49-F238E27FC236}">
                <a16:creationId xmlns:a16="http://schemas.microsoft.com/office/drawing/2014/main" id="{ED4CDE36-D3CB-4BCB-B9CE-117A2366B9E0}"/>
              </a:ext>
            </a:extLst>
          </p:cNvPr>
          <p:cNvSpPr>
            <a:spLocks noGrp="1"/>
          </p:cNvSpPr>
          <p:nvPr>
            <p:ph sz="half" idx="1"/>
          </p:nvPr>
        </p:nvSpPr>
        <p:spPr/>
        <p:txBody>
          <a:bodyPr/>
          <a:lstStyle/>
          <a:p>
            <a:r>
              <a:rPr lang="de-DE"/>
              <a:t>		</a:t>
            </a:r>
            <a:endParaRPr lang="en-US"/>
          </a:p>
        </p:txBody>
      </p:sp>
    </p:spTree>
    <p:extLst>
      <p:ext uri="{BB962C8B-B14F-4D97-AF65-F5344CB8AC3E}">
        <p14:creationId xmlns:p14="http://schemas.microsoft.com/office/powerpoint/2010/main" val="415480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43399" y="3501008"/>
            <a:ext cx="7654952"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635913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93ED7858-3210-465F-9084-36473235B9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6547" y="1736812"/>
            <a:ext cx="3638926" cy="2031734"/>
          </a:xfrm>
          <a:prstGeom prst="rect">
            <a:avLst/>
          </a:prstGeom>
        </p:spPr>
      </p:pic>
      <p:sp>
        <p:nvSpPr>
          <p:cNvPr id="2" name="Titel 1"/>
          <p:cNvSpPr>
            <a:spLocks noGrp="1"/>
          </p:cNvSpPr>
          <p:nvPr>
            <p:ph type="title"/>
          </p:nvPr>
        </p:nvSpPr>
        <p:spPr/>
        <p:txBody>
          <a:bodyPr/>
          <a:lstStyle/>
          <a:p>
            <a:r>
              <a:rPr lang="en-US"/>
              <a:t>Artificial Neural Nets (ANN) Are Highly Complex Models Inspired by the Biological Neural Networks that Constitute Brains</a:t>
            </a:r>
          </a:p>
        </p:txBody>
      </p:sp>
      <p:grpSp>
        <p:nvGrpSpPr>
          <p:cNvPr id="3" name="Gruppieren 2">
            <a:extLst>
              <a:ext uri="{FF2B5EF4-FFF2-40B4-BE49-F238E27FC236}">
                <a16:creationId xmlns:a16="http://schemas.microsoft.com/office/drawing/2014/main" id="{C38424D2-7FB2-41E1-8404-1ED8FCAE80A9}"/>
              </a:ext>
            </a:extLst>
          </p:cNvPr>
          <p:cNvGrpSpPr/>
          <p:nvPr/>
        </p:nvGrpSpPr>
        <p:grpSpPr>
          <a:xfrm>
            <a:off x="5343091" y="1232756"/>
            <a:ext cx="5184576" cy="2844316"/>
            <a:chOff x="5163071" y="1232756"/>
            <a:chExt cx="5364596" cy="3384376"/>
          </a:xfrm>
        </p:grpSpPr>
        <p:pic>
          <p:nvPicPr>
            <p:cNvPr id="1036" name="Picture 12" descr="Bildergebnis fÃ¼r neuron">
              <a:extLst>
                <a:ext uri="{FF2B5EF4-FFF2-40B4-BE49-F238E27FC236}">
                  <a16:creationId xmlns:a16="http://schemas.microsoft.com/office/drawing/2014/main" id="{5E6752D9-CC46-47ED-8F1F-355C83911610}"/>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5222679" y="1669001"/>
              <a:ext cx="5245380" cy="2007510"/>
            </a:xfrm>
            <a:prstGeom prst="rect">
              <a:avLst/>
            </a:prstGeom>
            <a:noFill/>
            <a:extLst>
              <a:ext uri="{909E8E84-426E-40DD-AFC4-6F175D3DCCD1}">
                <a14:hiddenFill xmlns:a14="http://schemas.microsoft.com/office/drawing/2010/main">
                  <a:solidFill>
                    <a:srgbClr val="FFFFFF"/>
                  </a:solidFill>
                </a14:hiddenFill>
              </a:ext>
            </a:extLst>
          </p:spPr>
        </p:pic>
        <p:sp>
          <p:nvSpPr>
            <p:cNvPr id="10" name="Denkblase: wolkenförmig 9">
              <a:extLst>
                <a:ext uri="{FF2B5EF4-FFF2-40B4-BE49-F238E27FC236}">
                  <a16:creationId xmlns:a16="http://schemas.microsoft.com/office/drawing/2014/main" id="{BAEFAF37-1131-47A1-A36D-F4EBAD484218}"/>
                </a:ext>
              </a:extLst>
            </p:cNvPr>
            <p:cNvSpPr/>
            <p:nvPr/>
          </p:nvSpPr>
          <p:spPr bwMode="auto">
            <a:xfrm>
              <a:off x="5163071" y="1232756"/>
              <a:ext cx="5364596" cy="3384376"/>
            </a:xfrm>
            <a:prstGeom prst="cloudCallout">
              <a:avLst>
                <a:gd name="adj1" fmla="val -91145"/>
                <a:gd name="adj2" fmla="val -10375"/>
              </a:avLst>
            </a:prstGeom>
            <a:noFill/>
            <a:ln/>
          </p:spPr>
          <p:style>
            <a:lnRef idx="2">
              <a:schemeClr val="accent1"/>
            </a:lnRef>
            <a:fillRef idx="1">
              <a:schemeClr val="lt1"/>
            </a:fillRef>
            <a:effectRef idx="0">
              <a:schemeClr val="accent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 name="Inhaltsplatzhalter 6">
            <a:extLst>
              <a:ext uri="{FF2B5EF4-FFF2-40B4-BE49-F238E27FC236}">
                <a16:creationId xmlns:a16="http://schemas.microsoft.com/office/drawing/2014/main" id="{EB4D081C-BFDE-4C14-A120-03E0173A26A8}"/>
              </a:ext>
            </a:extLst>
          </p:cNvPr>
          <p:cNvSpPr>
            <a:spLocks noGrp="1"/>
          </p:cNvSpPr>
          <p:nvPr>
            <p:ph idx="1"/>
          </p:nvPr>
        </p:nvSpPr>
        <p:spPr>
          <a:xfrm>
            <a:off x="554559" y="3753036"/>
            <a:ext cx="10549172" cy="2539670"/>
          </a:xfrm>
          <a:ln w="28575">
            <a:noFill/>
          </a:ln>
        </p:spPr>
        <p:txBody>
          <a:bodyPr wrap="square" lIns="108000" tIns="0" rIns="36000" bIns="0">
            <a:spAutoFit/>
          </a:bodyPr>
          <a:lstStyle/>
          <a:p>
            <a:pPr marL="285750" indent="-285750">
              <a:lnSpc>
                <a:spcPct val="150000"/>
              </a:lnSpc>
              <a:buFont typeface="Arial" panose="020B0604020202020204" pitchFamily="34" charset="0"/>
              <a:buChar char="•"/>
            </a:pPr>
            <a:r>
              <a:rPr lang="en-US" sz="1600"/>
              <a:t>With just ~100.000 neurons a fruit fly brain can:</a:t>
            </a:r>
          </a:p>
          <a:p>
            <a:pPr marL="703263" lvl="3" indent="-342900">
              <a:lnSpc>
                <a:spcPct val="150000"/>
              </a:lnSpc>
              <a:buFont typeface="+mj-lt"/>
              <a:buAutoNum type="arabicPeriod"/>
            </a:pPr>
            <a:r>
              <a:rPr lang="en-US" sz="1600"/>
              <a:t>Fly</a:t>
            </a:r>
          </a:p>
          <a:p>
            <a:pPr marL="703263" lvl="3" indent="-342900">
              <a:lnSpc>
                <a:spcPct val="150000"/>
              </a:lnSpc>
              <a:buFont typeface="+mj-lt"/>
              <a:buAutoNum type="arabicPeriod"/>
            </a:pPr>
            <a:r>
              <a:rPr lang="en-US" sz="1600"/>
              <a:t>Find food</a:t>
            </a:r>
          </a:p>
          <a:p>
            <a:pPr marL="703263" lvl="3" indent="-342900">
              <a:lnSpc>
                <a:spcPct val="150000"/>
              </a:lnSpc>
              <a:buFont typeface="+mj-lt"/>
              <a:buAutoNum type="arabicPeriod"/>
            </a:pPr>
            <a:r>
              <a:rPr lang="en-US" sz="1600"/>
              <a:t>Realize and avoid danger</a:t>
            </a:r>
          </a:p>
          <a:p>
            <a:pPr marL="703263" lvl="3" indent="-342900">
              <a:lnSpc>
                <a:spcPct val="150000"/>
              </a:lnSpc>
              <a:buFont typeface="+mj-lt"/>
              <a:buAutoNum type="arabicPeriod"/>
            </a:pPr>
            <a:r>
              <a:rPr lang="en-US" sz="1600"/>
              <a:t>…</a:t>
            </a:r>
          </a:p>
          <a:p>
            <a:pPr marL="285750" indent="-285750">
              <a:lnSpc>
                <a:spcPct val="150000"/>
              </a:lnSpc>
              <a:buFont typeface="Arial" panose="020B0604020202020204" pitchFamily="34" charset="0"/>
              <a:buChar char="•"/>
            </a:pPr>
            <a:r>
              <a:rPr lang="en-US" sz="1600"/>
              <a:t>All our computers have  much more calculation capacity than 100.000 neurons</a:t>
            </a:r>
          </a:p>
          <a:p>
            <a:pPr marL="285750" indent="-285750">
              <a:lnSpc>
                <a:spcPct val="150000"/>
              </a:lnSpc>
              <a:buFont typeface="Arial" panose="020B0604020202020204" pitchFamily="34" charset="0"/>
              <a:buChar char="•"/>
            </a:pPr>
            <a:r>
              <a:rPr lang="en-US" sz="1600"/>
              <a:t>Why is it hard for computer to do what a fruit fly can?</a:t>
            </a:r>
          </a:p>
        </p:txBody>
      </p:sp>
    </p:spTree>
    <p:extLst>
      <p:ext uri="{BB962C8B-B14F-4D97-AF65-F5344CB8AC3E}">
        <p14:creationId xmlns:p14="http://schemas.microsoft.com/office/powerpoint/2010/main" val="2250768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ABE10E-3FDF-49AB-A562-793B7186B5A7}"/>
              </a:ext>
            </a:extLst>
          </p:cNvPr>
          <p:cNvSpPr>
            <a:spLocks noGrp="1"/>
          </p:cNvSpPr>
          <p:nvPr>
            <p:ph type="title"/>
          </p:nvPr>
        </p:nvSpPr>
        <p:spPr/>
        <p:txBody>
          <a:bodyPr/>
          <a:lstStyle/>
          <a:p>
            <a:r>
              <a:rPr lang="en-US"/>
              <a:t>Neural Networks Take Key Inspirations from Biological Brains: </a:t>
            </a:r>
            <a:br>
              <a:rPr lang="en-US"/>
            </a:br>
            <a:r>
              <a:rPr lang="en-US"/>
              <a:t>1. Take Many Inputs</a:t>
            </a:r>
          </a:p>
        </p:txBody>
      </p:sp>
      <p:sp>
        <p:nvSpPr>
          <p:cNvPr id="3" name="Inhaltsplatzhalter 2">
            <a:extLst>
              <a:ext uri="{FF2B5EF4-FFF2-40B4-BE49-F238E27FC236}">
                <a16:creationId xmlns:a16="http://schemas.microsoft.com/office/drawing/2014/main" id="{5D7A0078-770E-4190-9496-6D171C2C5028}"/>
              </a:ext>
            </a:extLst>
          </p:cNvPr>
          <p:cNvSpPr>
            <a:spLocks noGrp="1"/>
          </p:cNvSpPr>
          <p:nvPr>
            <p:ph sz="half" idx="1"/>
          </p:nvPr>
        </p:nvSpPr>
        <p:spPr>
          <a:xfrm>
            <a:off x="6639235" y="1453797"/>
            <a:ext cx="5078963" cy="4752000"/>
          </a:xfrm>
        </p:spPr>
        <p:txBody>
          <a:bodyPr/>
          <a:lstStyle/>
          <a:p>
            <a:pPr marL="342900" indent="-342900">
              <a:lnSpc>
                <a:spcPct val="100000"/>
              </a:lnSpc>
              <a:spcBef>
                <a:spcPts val="600"/>
              </a:spcBef>
              <a:spcAft>
                <a:spcPts val="600"/>
              </a:spcAft>
              <a:buFont typeface="+mj-lt"/>
              <a:buAutoNum type="arabicPeriod"/>
            </a:pPr>
            <a:r>
              <a:rPr lang="en-US" sz="1400"/>
              <a:t>Neurons = Variable: </a:t>
            </a:r>
          </a:p>
          <a:p>
            <a:pPr marL="701675" lvl="2" indent="-342900">
              <a:lnSpc>
                <a:spcPct val="100000"/>
              </a:lnSpc>
              <a:spcBef>
                <a:spcPts val="600"/>
              </a:spcBef>
              <a:spcAft>
                <a:spcPts val="600"/>
              </a:spcAft>
            </a:pPr>
            <a:r>
              <a:rPr lang="en-US" sz="1400"/>
              <a:t>Inputs</a:t>
            </a:r>
          </a:p>
          <a:p>
            <a:pPr marL="701675" lvl="2" indent="-342900">
              <a:lnSpc>
                <a:spcPct val="100000"/>
              </a:lnSpc>
              <a:spcBef>
                <a:spcPts val="600"/>
              </a:spcBef>
              <a:spcAft>
                <a:spcPts val="600"/>
              </a:spcAft>
            </a:pPr>
            <a:r>
              <a:rPr lang="en-US" sz="1400"/>
              <a:t>Outputs</a:t>
            </a:r>
          </a:p>
          <a:p>
            <a:pPr marL="701675" lvl="2" indent="-342900">
              <a:lnSpc>
                <a:spcPct val="100000"/>
              </a:lnSpc>
              <a:spcBef>
                <a:spcPts val="600"/>
              </a:spcBef>
              <a:spcAft>
                <a:spcPts val="600"/>
              </a:spcAft>
            </a:pPr>
            <a:r>
              <a:rPr lang="en-US" sz="1400"/>
              <a:t>Artificial Variables in between</a:t>
            </a:r>
          </a:p>
          <a:p>
            <a:pPr marL="342900" indent="-342900">
              <a:lnSpc>
                <a:spcPct val="100000"/>
              </a:lnSpc>
              <a:spcBef>
                <a:spcPts val="600"/>
              </a:spcBef>
              <a:spcAft>
                <a:spcPts val="600"/>
              </a:spcAft>
              <a:buFont typeface="+mj-lt"/>
              <a:buAutoNum type="arabicPeriod"/>
            </a:pPr>
            <a:r>
              <a:rPr lang="en-US" sz="1400"/>
              <a:t>Connect each neuron with all neurons to previous and next layer</a:t>
            </a:r>
          </a:p>
          <a:p>
            <a:pPr marL="342900" indent="-342900">
              <a:lnSpc>
                <a:spcPct val="100000"/>
              </a:lnSpc>
              <a:spcBef>
                <a:spcPts val="600"/>
              </a:spcBef>
              <a:spcAft>
                <a:spcPts val="600"/>
              </a:spcAft>
              <a:buFont typeface="+mj-lt"/>
              <a:buAutoNum type="arabicPeriod"/>
            </a:pPr>
            <a:r>
              <a:rPr lang="en-US" sz="1400"/>
              <a:t>Weight the connections between neurons: </a:t>
            </a:r>
          </a:p>
          <a:p>
            <a:pPr marL="701675" lvl="2" indent="-342900">
              <a:lnSpc>
                <a:spcPct val="100000"/>
              </a:lnSpc>
              <a:spcBef>
                <a:spcPts val="600"/>
              </a:spcBef>
              <a:spcAft>
                <a:spcPts val="600"/>
              </a:spcAft>
            </a:pPr>
            <a:r>
              <a:rPr lang="en-US" sz="1400"/>
              <a:t>Weight = slope between two variables in linear relationship</a:t>
            </a:r>
          </a:p>
          <a:p>
            <a:pPr marL="701675" lvl="2" indent="-342900">
              <a:lnSpc>
                <a:spcPct val="100000"/>
              </a:lnSpc>
              <a:spcBef>
                <a:spcPts val="600"/>
              </a:spcBef>
              <a:spcAft>
                <a:spcPts val="600"/>
              </a:spcAft>
            </a:pPr>
            <a:r>
              <a:rPr lang="en-US" sz="1400"/>
              <a:t>adjust the strength of the connections between neurons </a:t>
            </a:r>
          </a:p>
        </p:txBody>
      </p:sp>
      <p:pic>
        <p:nvPicPr>
          <p:cNvPr id="9" name="Grafik 8">
            <a:extLst>
              <a:ext uri="{FF2B5EF4-FFF2-40B4-BE49-F238E27FC236}">
                <a16:creationId xmlns:a16="http://schemas.microsoft.com/office/drawing/2014/main" id="{210CF3F5-5217-4A93-BA6A-B2F7D92FF3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70583" y="3730444"/>
            <a:ext cx="4598500" cy="2757885"/>
          </a:xfrm>
          <a:prstGeom prst="rect">
            <a:avLst/>
          </a:prstGeom>
        </p:spPr>
      </p:pic>
      <p:pic>
        <p:nvPicPr>
          <p:cNvPr id="11" name="Bildplatzhalter 10">
            <a:extLst>
              <a:ext uri="{FF2B5EF4-FFF2-40B4-BE49-F238E27FC236}">
                <a16:creationId xmlns:a16="http://schemas.microsoft.com/office/drawing/2014/main" id="{034CE200-120F-4538-BC60-D273869D53D2}"/>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xfrm>
            <a:off x="333777" y="1372821"/>
            <a:ext cx="5472112" cy="2303462"/>
          </a:xfrm>
          <a:prstGeom prst="rect">
            <a:avLst/>
          </a:prstGeom>
        </p:spPr>
      </p:pic>
      <p:sp>
        <p:nvSpPr>
          <p:cNvPr id="8" name="Textfeld 7">
            <a:extLst>
              <a:ext uri="{FF2B5EF4-FFF2-40B4-BE49-F238E27FC236}">
                <a16:creationId xmlns:a16="http://schemas.microsoft.com/office/drawing/2014/main" id="{A0C74725-76F2-4CCD-BF43-3FC3FDB822B3}"/>
              </a:ext>
            </a:extLst>
          </p:cNvPr>
          <p:cNvSpPr txBox="1"/>
          <p:nvPr/>
        </p:nvSpPr>
        <p:spPr>
          <a:xfrm>
            <a:off x="480151" y="1514128"/>
            <a:ext cx="1766596" cy="566688"/>
          </a:xfrm>
          <a:prstGeom prst="rect">
            <a:avLst/>
          </a:prstGeom>
          <a:noFill/>
        </p:spPr>
        <p:txBody>
          <a:bodyPr wrap="squar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Biological brain</a:t>
            </a:r>
          </a:p>
        </p:txBody>
      </p:sp>
      <p:sp>
        <p:nvSpPr>
          <p:cNvPr id="12" name="Textfeld 11">
            <a:extLst>
              <a:ext uri="{FF2B5EF4-FFF2-40B4-BE49-F238E27FC236}">
                <a16:creationId xmlns:a16="http://schemas.microsoft.com/office/drawing/2014/main" id="{52124751-5C89-4D2B-8023-4ED3F3616C9D}"/>
              </a:ext>
            </a:extLst>
          </p:cNvPr>
          <p:cNvSpPr txBox="1"/>
          <p:nvPr/>
        </p:nvSpPr>
        <p:spPr>
          <a:xfrm>
            <a:off x="480151" y="3819925"/>
            <a:ext cx="1439664" cy="566688"/>
          </a:xfrm>
          <a:prstGeom prst="rect">
            <a:avLst/>
          </a:prstGeom>
          <a:noFill/>
        </p:spPr>
        <p:txBody>
          <a:bodyPr wrap="squar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Neural</a:t>
            </a:r>
          </a:p>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Network</a:t>
            </a:r>
          </a:p>
        </p:txBody>
      </p:sp>
      <p:cxnSp>
        <p:nvCxnSpPr>
          <p:cNvPr id="14" name="Gerade Verbindung mit Pfeil 13">
            <a:extLst>
              <a:ext uri="{FF2B5EF4-FFF2-40B4-BE49-F238E27FC236}">
                <a16:creationId xmlns:a16="http://schemas.microsoft.com/office/drawing/2014/main" id="{59A0F01F-EDD4-4335-A1DE-0250692A06CA}"/>
              </a:ext>
            </a:extLst>
          </p:cNvPr>
          <p:cNvCxnSpPr/>
          <p:nvPr/>
        </p:nvCxnSpPr>
        <p:spPr bwMode="auto">
          <a:xfrm>
            <a:off x="770583" y="1844824"/>
            <a:ext cx="0" cy="1831459"/>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 name="Rechteck 9">
            <a:extLst>
              <a:ext uri="{FF2B5EF4-FFF2-40B4-BE49-F238E27FC236}">
                <a16:creationId xmlns:a16="http://schemas.microsoft.com/office/drawing/2014/main" id="{9866D761-5F67-4D83-A2AA-62F55B11D430}"/>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8064335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C9CCB8-50E3-48BE-BD26-1C6E49465375}"/>
              </a:ext>
            </a:extLst>
          </p:cNvPr>
          <p:cNvSpPr>
            <a:spLocks noGrp="1"/>
          </p:cNvSpPr>
          <p:nvPr>
            <p:ph type="title"/>
          </p:nvPr>
        </p:nvSpPr>
        <p:spPr/>
        <p:txBody>
          <a:bodyPr/>
          <a:lstStyle/>
          <a:p>
            <a:r>
              <a:rPr lang="en-US"/>
              <a:t>Neural Networks Take Key Inspirations from Biological Brains:</a:t>
            </a:r>
            <a:br>
              <a:rPr lang="en-US"/>
            </a:br>
            <a:r>
              <a:rPr lang="en-US"/>
              <a:t>2. Use Activation Function to Differentiate btw. Important and Unimportant Inputs</a:t>
            </a:r>
          </a:p>
        </p:txBody>
      </p:sp>
      <p:sp>
        <p:nvSpPr>
          <p:cNvPr id="3" name="Inhaltsplatzhalter 2">
            <a:extLst>
              <a:ext uri="{FF2B5EF4-FFF2-40B4-BE49-F238E27FC236}">
                <a16:creationId xmlns:a16="http://schemas.microsoft.com/office/drawing/2014/main" id="{BDF54071-E8F8-4132-BB0B-0B31435CC4C2}"/>
              </a:ext>
            </a:extLst>
          </p:cNvPr>
          <p:cNvSpPr>
            <a:spLocks noGrp="1"/>
          </p:cNvSpPr>
          <p:nvPr>
            <p:ph sz="half" idx="1"/>
          </p:nvPr>
        </p:nvSpPr>
        <p:spPr>
          <a:xfrm>
            <a:off x="626567" y="1628800"/>
            <a:ext cx="6228692" cy="4752000"/>
          </a:xfrm>
        </p:spPr>
        <p:txBody>
          <a:bodyPr/>
          <a:lstStyle/>
          <a:p>
            <a:pPr>
              <a:lnSpc>
                <a:spcPct val="100000"/>
              </a:lnSpc>
              <a:spcBef>
                <a:spcPts val="600"/>
              </a:spcBef>
              <a:spcAft>
                <a:spcPts val="600"/>
              </a:spcAft>
            </a:pPr>
            <a:r>
              <a:rPr lang="en-US" sz="1600" b="1"/>
              <a:t>Neurons </a:t>
            </a:r>
            <a:r>
              <a:rPr lang="en-US" sz="1600"/>
              <a:t>work with a threshold:</a:t>
            </a:r>
          </a:p>
          <a:p>
            <a:pPr marL="285750" indent="-285750">
              <a:lnSpc>
                <a:spcPct val="100000"/>
              </a:lnSpc>
              <a:spcBef>
                <a:spcPts val="600"/>
              </a:spcBef>
              <a:spcAft>
                <a:spcPts val="600"/>
              </a:spcAft>
              <a:buFont typeface="Arial" panose="020B0604020202020204" pitchFamily="34" charset="0"/>
              <a:buChar char="•"/>
            </a:pPr>
            <a:r>
              <a:rPr lang="en-US" sz="1600"/>
              <a:t>Large inputs -&gt; output</a:t>
            </a:r>
          </a:p>
          <a:p>
            <a:pPr marL="285750" indent="-285750">
              <a:lnSpc>
                <a:spcPct val="100000"/>
              </a:lnSpc>
              <a:spcBef>
                <a:spcPts val="600"/>
              </a:spcBef>
              <a:spcAft>
                <a:spcPts val="600"/>
              </a:spcAft>
              <a:buFont typeface="Arial" panose="020B0604020202020204" pitchFamily="34" charset="0"/>
              <a:buChar char="•"/>
            </a:pPr>
            <a:r>
              <a:rPr lang="en-US" sz="1600"/>
              <a:t>Small input -&gt; no output change</a:t>
            </a:r>
          </a:p>
          <a:p>
            <a:pPr>
              <a:lnSpc>
                <a:spcPct val="100000"/>
              </a:lnSpc>
            </a:pPr>
            <a:endParaRPr lang="en-US" sz="1600"/>
          </a:p>
          <a:p>
            <a:pPr>
              <a:lnSpc>
                <a:spcPct val="100000"/>
              </a:lnSpc>
            </a:pPr>
            <a:endParaRPr lang="en-US" sz="1600"/>
          </a:p>
          <a:p>
            <a:pPr>
              <a:lnSpc>
                <a:spcPct val="100000"/>
              </a:lnSpc>
            </a:pPr>
            <a:endParaRPr lang="en-US" sz="1600"/>
          </a:p>
          <a:p>
            <a:pPr>
              <a:lnSpc>
                <a:spcPct val="100000"/>
              </a:lnSpc>
            </a:pPr>
            <a:endParaRPr lang="en-US" sz="1600"/>
          </a:p>
          <a:p>
            <a:pPr>
              <a:lnSpc>
                <a:spcPct val="100000"/>
              </a:lnSpc>
              <a:spcBef>
                <a:spcPts val="600"/>
              </a:spcBef>
              <a:spcAft>
                <a:spcPts val="600"/>
              </a:spcAft>
            </a:pPr>
            <a:r>
              <a:rPr lang="en-US" sz="1600" b="1"/>
              <a:t>Computer </a:t>
            </a:r>
            <a:r>
              <a:rPr lang="en-US" sz="1600"/>
              <a:t>use instead a “Activation Function”</a:t>
            </a:r>
          </a:p>
          <a:p>
            <a:pPr marL="285750" indent="-285750">
              <a:lnSpc>
                <a:spcPct val="100000"/>
              </a:lnSpc>
              <a:spcBef>
                <a:spcPts val="600"/>
              </a:spcBef>
              <a:spcAft>
                <a:spcPts val="600"/>
              </a:spcAft>
              <a:buFont typeface="Arial" pitchFamily="34" charset="0"/>
              <a:buChar char="•"/>
            </a:pPr>
            <a:r>
              <a:rPr lang="en-US" sz="1600"/>
              <a:t>Not dealing with time</a:t>
            </a:r>
          </a:p>
          <a:p>
            <a:pPr marL="285750" indent="-285750">
              <a:lnSpc>
                <a:spcPct val="100000"/>
              </a:lnSpc>
              <a:spcBef>
                <a:spcPts val="600"/>
              </a:spcBef>
              <a:spcAft>
                <a:spcPts val="600"/>
              </a:spcAft>
              <a:buFont typeface="Arial" pitchFamily="34" charset="0"/>
              <a:buChar char="•"/>
            </a:pPr>
            <a:r>
              <a:rPr lang="en-US" sz="1600"/>
              <a:t>But weighting input e.g. Sigmoid function:</a:t>
            </a:r>
          </a:p>
          <a:p>
            <a:pPr marL="644525" lvl="2" indent="-285750">
              <a:lnSpc>
                <a:spcPct val="100000"/>
              </a:lnSpc>
              <a:spcBef>
                <a:spcPts val="600"/>
              </a:spcBef>
              <a:spcAft>
                <a:spcPts val="600"/>
              </a:spcAft>
              <a:buFont typeface="Arial" panose="020B0604020202020204" pitchFamily="34" charset="0"/>
              <a:buChar char="•"/>
            </a:pPr>
            <a:r>
              <a:rPr lang="en-US" sz="1600"/>
              <a:t>Small changes in small or large inputs </a:t>
            </a:r>
            <a:r>
              <a:rPr lang="en-US" sz="1600">
                <a:sym typeface="Wingdings" panose="05000000000000000000" pitchFamily="2" charset="2"/>
              </a:rPr>
              <a:t></a:t>
            </a:r>
            <a:r>
              <a:rPr lang="en-US" sz="1600"/>
              <a:t> small output change</a:t>
            </a:r>
          </a:p>
          <a:p>
            <a:pPr marL="644525" lvl="2" indent="-285750">
              <a:lnSpc>
                <a:spcPct val="100000"/>
              </a:lnSpc>
              <a:spcBef>
                <a:spcPts val="600"/>
              </a:spcBef>
              <a:spcAft>
                <a:spcPts val="600"/>
              </a:spcAft>
              <a:buFont typeface="Arial" panose="020B0604020202020204" pitchFamily="34" charset="0"/>
              <a:buChar char="•"/>
            </a:pPr>
            <a:r>
              <a:rPr lang="en-US" sz="1600"/>
              <a:t>Small changes in inputs near 0 </a:t>
            </a:r>
            <a:r>
              <a:rPr lang="en-US" sz="1600">
                <a:sym typeface="Wingdings" panose="05000000000000000000" pitchFamily="2" charset="2"/>
              </a:rPr>
              <a:t> large output change</a:t>
            </a:r>
            <a:endParaRPr lang="en-US" sz="1600"/>
          </a:p>
          <a:p>
            <a:pPr>
              <a:lnSpc>
                <a:spcPct val="100000"/>
              </a:lnSpc>
              <a:spcBef>
                <a:spcPts val="600"/>
              </a:spcBef>
              <a:spcAft>
                <a:spcPts val="600"/>
              </a:spcAft>
            </a:pPr>
            <a:r>
              <a:rPr lang="en-US" sz="1600"/>
              <a:t>(a.n.a. Logistic function)</a:t>
            </a:r>
          </a:p>
          <a:p>
            <a:endParaRPr lang="en-US" sz="1600"/>
          </a:p>
        </p:txBody>
      </p:sp>
      <p:pic>
        <p:nvPicPr>
          <p:cNvPr id="1032" name="Picture 8">
            <a:extLst>
              <a:ext uri="{FF2B5EF4-FFF2-40B4-BE49-F238E27FC236}">
                <a16:creationId xmlns:a16="http://schemas.microsoft.com/office/drawing/2014/main" id="{0CA079CF-FDC5-4500-8B24-22F4F1B7DEA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79295" y="940044"/>
            <a:ext cx="3708412" cy="300190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Gerade Verbindung mit Pfeil 8">
            <a:extLst>
              <a:ext uri="{FF2B5EF4-FFF2-40B4-BE49-F238E27FC236}">
                <a16:creationId xmlns:a16="http://schemas.microsoft.com/office/drawing/2014/main" id="{AE86C154-9BFD-4833-B480-4BC684C0F982}"/>
              </a:ext>
            </a:extLst>
          </p:cNvPr>
          <p:cNvCxnSpPr/>
          <p:nvPr/>
        </p:nvCxnSpPr>
        <p:spPr bwMode="auto">
          <a:xfrm flipV="1">
            <a:off x="3290863" y="2024844"/>
            <a:ext cx="5544616" cy="14401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mit Pfeil 15">
            <a:extLst>
              <a:ext uri="{FF2B5EF4-FFF2-40B4-BE49-F238E27FC236}">
                <a16:creationId xmlns:a16="http://schemas.microsoft.com/office/drawing/2014/main" id="{CC3E7313-635C-426D-B642-D800FE63B614}"/>
              </a:ext>
            </a:extLst>
          </p:cNvPr>
          <p:cNvCxnSpPr/>
          <p:nvPr/>
        </p:nvCxnSpPr>
        <p:spPr bwMode="auto">
          <a:xfrm>
            <a:off x="4118955" y="2636384"/>
            <a:ext cx="4608512" cy="21655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7" name="Textfeld 16">
            <a:extLst>
              <a:ext uri="{FF2B5EF4-FFF2-40B4-BE49-F238E27FC236}">
                <a16:creationId xmlns:a16="http://schemas.microsoft.com/office/drawing/2014/main" id="{F276D887-F40B-4722-B5E1-073B77D3261B}"/>
              </a:ext>
            </a:extLst>
          </p:cNvPr>
          <p:cNvSpPr txBox="1"/>
          <p:nvPr/>
        </p:nvSpPr>
        <p:spPr>
          <a:xfrm>
            <a:off x="10880465" y="3429000"/>
            <a:ext cx="1003406" cy="227819"/>
          </a:xfrm>
          <a:prstGeom prst="rect">
            <a:avLst/>
          </a:prstGeom>
          <a:noFill/>
        </p:spPr>
        <p:txBody>
          <a:bodyPr wrap="square" lIns="0" tIns="0" rIns="0" bIns="0" rtlCol="0">
            <a:spAutoFit/>
          </a:bodyPr>
          <a:lstStyle/>
          <a:p>
            <a:pPr>
              <a:lnSpc>
                <a:spcPct val="110000"/>
              </a:lnSpc>
              <a:spcBef>
                <a:spcPts val="0"/>
              </a:spcBef>
            </a:pPr>
            <a:r>
              <a:rPr lang="en-US" sz="700">
                <a:solidFill>
                  <a:schemeClr val="tx1"/>
                </a:solidFill>
              </a:rPr>
              <a:t>https://en.wikipedia.org/wiki/Action_potential</a:t>
            </a:r>
            <a:endParaRPr lang="en-US" sz="700">
              <a:solidFill>
                <a:schemeClr val="tx1"/>
              </a:solidFill>
              <a:latin typeface="+mn-lt"/>
              <a:ea typeface="Arial Unicode MS" panose="020B0604020202020204" pitchFamily="34" charset="-128"/>
              <a:cs typeface="Arial Unicode MS" panose="020B0604020202020204" pitchFamily="34" charset="-128"/>
            </a:endParaRPr>
          </a:p>
        </p:txBody>
      </p:sp>
      <p:sp>
        <p:nvSpPr>
          <p:cNvPr id="18" name="Rechteck 17">
            <a:extLst>
              <a:ext uri="{FF2B5EF4-FFF2-40B4-BE49-F238E27FC236}">
                <a16:creationId xmlns:a16="http://schemas.microsoft.com/office/drawing/2014/main" id="{9A999AFE-4760-47ED-A1A3-8FF8FD60F839}"/>
              </a:ext>
            </a:extLst>
          </p:cNvPr>
          <p:cNvSpPr/>
          <p:nvPr/>
        </p:nvSpPr>
        <p:spPr bwMode="auto">
          <a:xfrm>
            <a:off x="6584569" y="1038225"/>
            <a:ext cx="1427249" cy="308779"/>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pic>
        <p:nvPicPr>
          <p:cNvPr id="10" name="Grafik 9">
            <a:extLst>
              <a:ext uri="{FF2B5EF4-FFF2-40B4-BE49-F238E27FC236}">
                <a16:creationId xmlns:a16="http://schemas.microsoft.com/office/drawing/2014/main" id="{38DB6427-ACB2-47CC-804F-ACE92F6F436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021400" y="4148089"/>
            <a:ext cx="4392489" cy="2269243"/>
          </a:xfrm>
          <a:prstGeom prst="rect">
            <a:avLst/>
          </a:prstGeom>
        </p:spPr>
      </p:pic>
      <p:sp>
        <p:nvSpPr>
          <p:cNvPr id="11" name="Rechteck 10">
            <a:extLst>
              <a:ext uri="{FF2B5EF4-FFF2-40B4-BE49-F238E27FC236}">
                <a16:creationId xmlns:a16="http://schemas.microsoft.com/office/drawing/2014/main" id="{2F029F7B-A717-40C5-A13F-5E01B23278A6}"/>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65345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dirty="0"/>
              <a:t>Neural Networks Take Key Inspirations from Biological Brains:</a:t>
            </a:r>
            <a:br>
              <a:rPr lang="en-US" dirty="0"/>
            </a:br>
            <a:r>
              <a:rPr lang="en-US" dirty="0"/>
              <a:t>3. Adjust model for each new data point slightly</a:t>
            </a:r>
          </a:p>
        </p:txBody>
      </p:sp>
      <p:sp>
        <p:nvSpPr>
          <p:cNvPr id="5" name="Inhaltsplatzhalter 4">
            <a:extLst>
              <a:ext uri="{FF2B5EF4-FFF2-40B4-BE49-F238E27FC236}">
                <a16:creationId xmlns:a16="http://schemas.microsoft.com/office/drawing/2014/main" id="{4ED22F6D-A342-427D-916B-48F14F2E83B1}"/>
              </a:ext>
            </a:extLst>
          </p:cNvPr>
          <p:cNvSpPr>
            <a:spLocks noGrp="1"/>
          </p:cNvSpPr>
          <p:nvPr>
            <p:ph sz="half" idx="1"/>
          </p:nvPr>
        </p:nvSpPr>
        <p:spPr/>
        <p:txBody>
          <a:bodyPr/>
          <a:lstStyle/>
          <a:p>
            <a:r>
              <a:rPr lang="en-US" sz="1600"/>
              <a:t>Inference Statistics calculates a model from all data points at once</a:t>
            </a:r>
          </a:p>
        </p:txBody>
      </p:sp>
      <p:sp>
        <p:nvSpPr>
          <p:cNvPr id="7" name="Inhaltsplatzhalter 6">
            <a:extLst>
              <a:ext uri="{FF2B5EF4-FFF2-40B4-BE49-F238E27FC236}">
                <a16:creationId xmlns:a16="http://schemas.microsoft.com/office/drawing/2014/main" id="{496D9C66-6FEB-410F-B6CB-DD9845C08D93}"/>
              </a:ext>
            </a:extLst>
          </p:cNvPr>
          <p:cNvSpPr>
            <a:spLocks noGrp="1"/>
          </p:cNvSpPr>
          <p:nvPr>
            <p:ph sz="half" idx="2"/>
          </p:nvPr>
        </p:nvSpPr>
        <p:spPr/>
        <p:txBody>
          <a:bodyPr/>
          <a:lstStyle/>
          <a:p>
            <a:pPr marL="342900" indent="-342900">
              <a:buFont typeface="+mj-lt"/>
              <a:buAutoNum type="arabicPeriod"/>
            </a:pPr>
            <a:r>
              <a:rPr lang="en-US" sz="1600" dirty="0"/>
              <a:t>Neural Networks start with random parameters </a:t>
            </a:r>
          </a:p>
          <a:p>
            <a:pPr marL="342900" indent="-342900">
              <a:buFont typeface="+mj-lt"/>
              <a:buAutoNum type="arabicPeriod"/>
            </a:pPr>
            <a:r>
              <a:rPr lang="en-US" sz="1600" dirty="0"/>
              <a:t>Next they adjust the parameter for each new data point.</a:t>
            </a:r>
          </a:p>
          <a:p>
            <a:endParaRPr lang="en-US" dirty="0"/>
          </a:p>
        </p:txBody>
      </p:sp>
      <p:sp>
        <p:nvSpPr>
          <p:cNvPr id="38" name="Textfeld 37">
            <a:extLst>
              <a:ext uri="{FF2B5EF4-FFF2-40B4-BE49-F238E27FC236}">
                <a16:creationId xmlns:a16="http://schemas.microsoft.com/office/drawing/2014/main" id="{3A236845-C7DD-4421-936D-8C3A88BA5D86}"/>
              </a:ext>
            </a:extLst>
          </p:cNvPr>
          <p:cNvSpPr txBox="1"/>
          <p:nvPr/>
        </p:nvSpPr>
        <p:spPr>
          <a:xfrm>
            <a:off x="2210743" y="5138996"/>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3" name="Sprechblase: rechteckig mit abgerundeten Ecken 2">
            <a:extLst>
              <a:ext uri="{FF2B5EF4-FFF2-40B4-BE49-F238E27FC236}">
                <a16:creationId xmlns:a16="http://schemas.microsoft.com/office/drawing/2014/main" id="{D50D6FF6-1C9C-4121-AE08-2AC0F9A9A7F2}"/>
              </a:ext>
            </a:extLst>
          </p:cNvPr>
          <p:cNvSpPr/>
          <p:nvPr/>
        </p:nvSpPr>
        <p:spPr bwMode="auto">
          <a:xfrm>
            <a:off x="10097285" y="1967214"/>
            <a:ext cx="1044107" cy="715089"/>
          </a:xfrm>
          <a:prstGeom prst="wedgeRoundRectCallout">
            <a:avLst>
              <a:gd name="adj1" fmla="val -233749"/>
              <a:gd name="adj2" fmla="val 36501"/>
              <a:gd name="adj3" fmla="val 16667"/>
            </a:avLst>
          </a:prstGeom>
          <a:ln w="28575">
            <a:solidFill>
              <a:srgbClr val="00646E"/>
            </a:solidFill>
          </a:ln>
        </p:spPr>
        <p:txBody>
          <a:bodyPr wrap="square">
            <a:spAutoFit/>
          </a:bodyPr>
          <a:lstStyle/>
          <a:p>
            <a:pPr algn="ctr"/>
            <a:r>
              <a:rPr lang="en-US" sz="1200">
                <a:solidFill>
                  <a:schemeClr val="tx1"/>
                </a:solidFill>
              </a:rPr>
              <a:t>Starts with a random line</a:t>
            </a:r>
          </a:p>
        </p:txBody>
      </p:sp>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10864991" y="3582780"/>
            <a:ext cx="1044107" cy="1113889"/>
          </a:xfrm>
          <a:prstGeom prst="wedgeRoundRectCallout">
            <a:avLst>
              <a:gd name="adj1" fmla="val -89103"/>
              <a:gd name="adj2" fmla="val -32510"/>
              <a:gd name="adj3" fmla="val 16667"/>
            </a:avLst>
          </a:prstGeom>
          <a:ln w="28575">
            <a:solidFill>
              <a:srgbClr val="00646E"/>
            </a:solidFill>
          </a:ln>
        </p:spPr>
        <p:txBody>
          <a:bodyPr wrap="square">
            <a:spAutoFit/>
          </a:bodyPr>
          <a:lstStyle/>
          <a:p>
            <a:pPr algn="ctr"/>
            <a:r>
              <a:rPr lang="en-US" sz="1200">
                <a:solidFill>
                  <a:schemeClr val="tx1"/>
                </a:solidFill>
              </a:rPr>
              <a:t>Each time move  line towards the next data point</a:t>
            </a:r>
          </a:p>
        </p:txBody>
      </p:sp>
      <p:sp>
        <p:nvSpPr>
          <p:cNvPr id="28" name="Rechteck 27">
            <a:extLst>
              <a:ext uri="{FF2B5EF4-FFF2-40B4-BE49-F238E27FC236}">
                <a16:creationId xmlns:a16="http://schemas.microsoft.com/office/drawing/2014/main" id="{AD8AC898-621A-4A21-A9B9-0FF1D9CAA1BB}"/>
              </a:ext>
            </a:extLst>
          </p:cNvPr>
          <p:cNvSpPr/>
          <p:nvPr/>
        </p:nvSpPr>
        <p:spPr>
          <a:xfrm>
            <a:off x="627064" y="5975992"/>
            <a:ext cx="11340763" cy="369332"/>
          </a:xfrm>
          <a:prstGeom prst="rect">
            <a:avLst/>
          </a:prstGeom>
          <a:ln w="28575">
            <a:solidFill>
              <a:srgbClr val="00646E"/>
            </a:solidFill>
          </a:ln>
        </p:spPr>
        <p:txBody>
          <a:bodyPr wrap="square">
            <a:spAutoFit/>
          </a:bodyPr>
          <a:lstStyle/>
          <a:p>
            <a:pPr algn="ctr"/>
            <a:r>
              <a:rPr lang="en-US">
                <a:solidFill>
                  <a:schemeClr val="tx1"/>
                </a:solidFill>
              </a:rPr>
              <a:t> Neural Networks are much too complex to calculate them at once.</a:t>
            </a:r>
          </a:p>
        </p:txBody>
      </p:sp>
      <p:grpSp>
        <p:nvGrpSpPr>
          <p:cNvPr id="67" name="Gruppieren 66">
            <a:extLst>
              <a:ext uri="{FF2B5EF4-FFF2-40B4-BE49-F238E27FC236}">
                <a16:creationId xmlns:a16="http://schemas.microsoft.com/office/drawing/2014/main" id="{65F78391-AA35-4281-BA76-46FAF568D3CA}"/>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C5338CD7-358E-451A-8B82-8C1400D17553}"/>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r Verbinder 32">
              <a:extLst>
                <a:ext uri="{FF2B5EF4-FFF2-40B4-BE49-F238E27FC236}">
                  <a16:creationId xmlns:a16="http://schemas.microsoft.com/office/drawing/2014/main" id="{DF87BF2C-EB90-4088-A862-725176F7106A}"/>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Ellipse 33">
              <a:extLst>
                <a:ext uri="{FF2B5EF4-FFF2-40B4-BE49-F238E27FC236}">
                  <a16:creationId xmlns:a16="http://schemas.microsoft.com/office/drawing/2014/main" id="{85BD3725-5813-4C52-A898-E278A2ED5CD4}"/>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7C30DE4-AEA5-4867-A6AF-E107B727A0E1}"/>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466BF94F-6E50-427F-9346-1ED27756ABEE}"/>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61901B89-2C47-46CB-A2E9-AFC78F75F696}"/>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47FAF05D-666B-40ED-A46F-F0D50CEF2F00}"/>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1" name="Gerader Verbinder 40">
              <a:extLst>
                <a:ext uri="{FF2B5EF4-FFF2-40B4-BE49-F238E27FC236}">
                  <a16:creationId xmlns:a16="http://schemas.microsoft.com/office/drawing/2014/main" id="{3E9D9C05-6833-4635-A5A2-89289EA31FA1}"/>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r Verbinder 41">
              <a:extLst>
                <a:ext uri="{FF2B5EF4-FFF2-40B4-BE49-F238E27FC236}">
                  <a16:creationId xmlns:a16="http://schemas.microsoft.com/office/drawing/2014/main" id="{13743652-43B5-48B8-8CEC-98CF16FD3090}"/>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F5C8701B-8E81-4FAD-9397-F4729F87AD22}"/>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F40A7E4A-4DD4-48C4-BCE4-0500CC3543C0}"/>
                </a:ext>
              </a:extLst>
            </p:cNvPr>
            <p:cNvCxnSpPr>
              <a:cxnSpLocks/>
              <a:endCxn id="34"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700A42CC-BE42-44B5-A528-9E89B0BE8C96}"/>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E6BD66AB-0094-40A4-8D0A-03D9218528A2}"/>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CB1A5792-6C15-48DA-B417-D025C4C9CF1E}"/>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29CDE195-D3DD-4AFF-98BB-149FE33AF2E0}"/>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C5E2FBD6-7D94-4C1C-99AE-BA822D68FCDF}"/>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3BB95034-DE1F-40D9-95AE-D1B30401B04D}"/>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41D26D5B-B2EA-4B30-B097-D7D45D3E2FA5}"/>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7D959E0B-39E7-4D06-B7BA-3E5DDAF26502}"/>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cxnSp>
        <p:nvCxnSpPr>
          <p:cNvPr id="70" name="Gerader Verbinder 69">
            <a:extLst>
              <a:ext uri="{FF2B5EF4-FFF2-40B4-BE49-F238E27FC236}">
                <a16:creationId xmlns:a16="http://schemas.microsoft.com/office/drawing/2014/main" id="{98CB9F61-F35B-409C-ACF3-899C7AB313D6}"/>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r Verbinder 70">
            <a:extLst>
              <a:ext uri="{FF2B5EF4-FFF2-40B4-BE49-F238E27FC236}">
                <a16:creationId xmlns:a16="http://schemas.microsoft.com/office/drawing/2014/main" id="{B6480053-D7E6-4595-A735-FE12B5972847}"/>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Ellipse 71">
            <a:extLst>
              <a:ext uri="{FF2B5EF4-FFF2-40B4-BE49-F238E27FC236}">
                <a16:creationId xmlns:a16="http://schemas.microsoft.com/office/drawing/2014/main" id="{3335F1E6-08C3-432C-AA0B-835B09B86CE5}"/>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73" name="Ellipse 72">
            <a:extLst>
              <a:ext uri="{FF2B5EF4-FFF2-40B4-BE49-F238E27FC236}">
                <a16:creationId xmlns:a16="http://schemas.microsoft.com/office/drawing/2014/main" id="{72347687-D3D2-430C-9F8C-EFCBD71926D4}"/>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74" name="Ellipse 73">
            <a:extLst>
              <a:ext uri="{FF2B5EF4-FFF2-40B4-BE49-F238E27FC236}">
                <a16:creationId xmlns:a16="http://schemas.microsoft.com/office/drawing/2014/main" id="{5585BAAF-D79D-46BE-89CB-273FA952BB79}"/>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75" name="Ellipse 74">
            <a:extLst>
              <a:ext uri="{FF2B5EF4-FFF2-40B4-BE49-F238E27FC236}">
                <a16:creationId xmlns:a16="http://schemas.microsoft.com/office/drawing/2014/main" id="{6FD317F8-5BF9-4884-B97C-1A5E4B812DE3}"/>
              </a:ext>
            </a:extLst>
          </p:cNvPr>
          <p:cNvSpPr/>
          <p:nvPr/>
        </p:nvSpPr>
        <p:spPr bwMode="auto">
          <a:xfrm>
            <a:off x="9502014" y="4432051"/>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5</a:t>
            </a:r>
          </a:p>
        </p:txBody>
      </p:sp>
      <p:sp>
        <p:nvSpPr>
          <p:cNvPr id="76" name="Ellipse 75">
            <a:extLst>
              <a:ext uri="{FF2B5EF4-FFF2-40B4-BE49-F238E27FC236}">
                <a16:creationId xmlns:a16="http://schemas.microsoft.com/office/drawing/2014/main" id="{EE980ACC-46E2-4B51-86D2-325200DAEF69}"/>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4</a:t>
            </a:r>
          </a:p>
        </p:txBody>
      </p:sp>
      <p:cxnSp>
        <p:nvCxnSpPr>
          <p:cNvPr id="77" name="Gerader Verbinder 76">
            <a:extLst>
              <a:ext uri="{FF2B5EF4-FFF2-40B4-BE49-F238E27FC236}">
                <a16:creationId xmlns:a16="http://schemas.microsoft.com/office/drawing/2014/main" id="{CD532690-E757-4E3A-A03A-C972875D3035}"/>
              </a:ext>
            </a:extLst>
          </p:cNvPr>
          <p:cNvCxnSpPr>
            <a:cxnSpLocks/>
          </p:cNvCxnSpPr>
          <p:nvPr/>
        </p:nvCxnSpPr>
        <p:spPr bwMode="auto">
          <a:xfrm flipV="1">
            <a:off x="6553300" y="2700023"/>
            <a:ext cx="1566541" cy="2566229"/>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5" name="Rechteck 84">
            <a:extLst>
              <a:ext uri="{FF2B5EF4-FFF2-40B4-BE49-F238E27FC236}">
                <a16:creationId xmlns:a16="http://schemas.microsoft.com/office/drawing/2014/main" id="{B4730044-47AF-4441-A151-480FD48A1FD4}"/>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86" name="Rechteck 85">
            <a:extLst>
              <a:ext uri="{FF2B5EF4-FFF2-40B4-BE49-F238E27FC236}">
                <a16:creationId xmlns:a16="http://schemas.microsoft.com/office/drawing/2014/main" id="{A3898033-B228-4FC8-9E5F-005A5DD2D0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87" name="Gerader Verbinder 86">
            <a:extLst>
              <a:ext uri="{FF2B5EF4-FFF2-40B4-BE49-F238E27FC236}">
                <a16:creationId xmlns:a16="http://schemas.microsoft.com/office/drawing/2014/main" id="{1E6B537E-239B-44EE-A104-169A1A8C632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r Verbinder 87">
            <a:extLst>
              <a:ext uri="{FF2B5EF4-FFF2-40B4-BE49-F238E27FC236}">
                <a16:creationId xmlns:a16="http://schemas.microsoft.com/office/drawing/2014/main" id="{0DEECD10-669D-42F7-84E8-EB5286CE9F3C}"/>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r Verbinder 88">
            <a:extLst>
              <a:ext uri="{FF2B5EF4-FFF2-40B4-BE49-F238E27FC236}">
                <a16:creationId xmlns:a16="http://schemas.microsoft.com/office/drawing/2014/main" id="{AB26A83C-5976-4859-AB4A-2B9997AC816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r Verbinder 89">
            <a:extLst>
              <a:ext uri="{FF2B5EF4-FFF2-40B4-BE49-F238E27FC236}">
                <a16:creationId xmlns:a16="http://schemas.microsoft.com/office/drawing/2014/main" id="{162AFE36-8C52-43BC-A0F8-783339E3AEF8}"/>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7" name="Gerader Verbinder 96">
            <a:extLst>
              <a:ext uri="{FF2B5EF4-FFF2-40B4-BE49-F238E27FC236}">
                <a16:creationId xmlns:a16="http://schemas.microsoft.com/office/drawing/2014/main" id="{178C035A-0A6E-4B9C-9A21-07E061C4A6B8}"/>
              </a:ext>
            </a:extLst>
          </p:cNvPr>
          <p:cNvCxnSpPr>
            <a:cxnSpLocks/>
          </p:cNvCxnSpPr>
          <p:nvPr/>
        </p:nvCxnSpPr>
        <p:spPr bwMode="auto">
          <a:xfrm flipV="1">
            <a:off x="6567712" y="2774623"/>
            <a:ext cx="2235128" cy="249163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8" name="Gerader Verbinder 97">
            <a:extLst>
              <a:ext uri="{FF2B5EF4-FFF2-40B4-BE49-F238E27FC236}">
                <a16:creationId xmlns:a16="http://schemas.microsoft.com/office/drawing/2014/main" id="{630DF493-3F17-4529-A320-5D326CB9833F}"/>
              </a:ext>
            </a:extLst>
          </p:cNvPr>
          <p:cNvCxnSpPr>
            <a:cxnSpLocks/>
          </p:cNvCxnSpPr>
          <p:nvPr/>
        </p:nvCxnSpPr>
        <p:spPr bwMode="auto">
          <a:xfrm flipV="1">
            <a:off x="6544330" y="3174964"/>
            <a:ext cx="3116154" cy="211409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9" name="Gerader Verbinder 98">
            <a:extLst>
              <a:ext uri="{FF2B5EF4-FFF2-40B4-BE49-F238E27FC236}">
                <a16:creationId xmlns:a16="http://schemas.microsoft.com/office/drawing/2014/main" id="{1DE1E275-98E4-4DD5-A0AB-3C75C049B91D}"/>
              </a:ext>
            </a:extLst>
          </p:cNvPr>
          <p:cNvCxnSpPr>
            <a:cxnSpLocks/>
          </p:cNvCxnSpPr>
          <p:nvPr/>
        </p:nvCxnSpPr>
        <p:spPr bwMode="auto">
          <a:xfrm flipV="1">
            <a:off x="6553299" y="3462479"/>
            <a:ext cx="3493881" cy="182658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0" name="Gerader Verbinder 99">
            <a:extLst>
              <a:ext uri="{FF2B5EF4-FFF2-40B4-BE49-F238E27FC236}">
                <a16:creationId xmlns:a16="http://schemas.microsoft.com/office/drawing/2014/main" id="{2E76E600-5CA7-45AE-BD2E-7B68333B52D4}"/>
              </a:ext>
            </a:extLst>
          </p:cNvPr>
          <p:cNvCxnSpPr>
            <a:cxnSpLocks/>
          </p:cNvCxnSpPr>
          <p:nvPr/>
        </p:nvCxnSpPr>
        <p:spPr bwMode="auto">
          <a:xfrm flipV="1">
            <a:off x="6555825" y="3567164"/>
            <a:ext cx="3595087" cy="1716012"/>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2" name="Gerader Verbinder 101">
            <a:extLst>
              <a:ext uri="{FF2B5EF4-FFF2-40B4-BE49-F238E27FC236}">
                <a16:creationId xmlns:a16="http://schemas.microsoft.com/office/drawing/2014/main" id="{7496AD47-B7CA-4203-8F16-E362D145E7F4}"/>
              </a:ext>
            </a:extLst>
          </p:cNvPr>
          <p:cNvCxnSpPr>
            <a:cxnSpLocks/>
            <a:endCxn id="144" idx="0"/>
          </p:cNvCxnSpPr>
          <p:nvPr/>
        </p:nvCxnSpPr>
        <p:spPr bwMode="auto">
          <a:xfrm flipV="1">
            <a:off x="6572837" y="3651990"/>
            <a:ext cx="3702679" cy="16210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3" name="Rechteck 132">
            <a:extLst>
              <a:ext uri="{FF2B5EF4-FFF2-40B4-BE49-F238E27FC236}">
                <a16:creationId xmlns:a16="http://schemas.microsoft.com/office/drawing/2014/main" id="{3BEEA3BA-E4A8-4295-8873-A3FE539505D7}"/>
              </a:ext>
            </a:extLst>
          </p:cNvPr>
          <p:cNvSpPr/>
          <p:nvPr/>
        </p:nvSpPr>
        <p:spPr bwMode="auto">
          <a:xfrm>
            <a:off x="8695588" y="258134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134" name="Rechteck 133">
            <a:extLst>
              <a:ext uri="{FF2B5EF4-FFF2-40B4-BE49-F238E27FC236}">
                <a16:creationId xmlns:a16="http://schemas.microsoft.com/office/drawing/2014/main" id="{156FA01D-A462-428E-981D-74C253D7CAA9}"/>
              </a:ext>
            </a:extLst>
          </p:cNvPr>
          <p:cNvSpPr/>
          <p:nvPr/>
        </p:nvSpPr>
        <p:spPr bwMode="auto">
          <a:xfrm>
            <a:off x="10066203" y="3398418"/>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2</a:t>
            </a:r>
          </a:p>
        </p:txBody>
      </p:sp>
      <p:cxnSp>
        <p:nvCxnSpPr>
          <p:cNvPr id="140" name="Gerade Verbindung mit Pfeil 139">
            <a:extLst>
              <a:ext uri="{FF2B5EF4-FFF2-40B4-BE49-F238E27FC236}">
                <a16:creationId xmlns:a16="http://schemas.microsoft.com/office/drawing/2014/main" id="{75FE0DFC-6B14-4ECC-A076-02DDA5F4D9FB}"/>
              </a:ext>
            </a:extLst>
          </p:cNvPr>
          <p:cNvCxnSpPr/>
          <p:nvPr/>
        </p:nvCxnSpPr>
        <p:spPr bwMode="auto">
          <a:xfrm>
            <a:off x="7467327" y="3866984"/>
            <a:ext cx="217949"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1" name="Rechteck 140">
            <a:extLst>
              <a:ext uri="{FF2B5EF4-FFF2-40B4-BE49-F238E27FC236}">
                <a16:creationId xmlns:a16="http://schemas.microsoft.com/office/drawing/2014/main" id="{BB027C27-C645-4831-A984-040B4EEFA7C3}"/>
              </a:ext>
            </a:extLst>
          </p:cNvPr>
          <p:cNvSpPr/>
          <p:nvPr/>
        </p:nvSpPr>
        <p:spPr bwMode="auto">
          <a:xfrm>
            <a:off x="9884728" y="3235181"/>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142" name="Rechteck 141">
            <a:extLst>
              <a:ext uri="{FF2B5EF4-FFF2-40B4-BE49-F238E27FC236}">
                <a16:creationId xmlns:a16="http://schemas.microsoft.com/office/drawing/2014/main" id="{5EAD528C-082D-4159-9402-1D3AF00F89CD}"/>
              </a:ext>
            </a:extLst>
          </p:cNvPr>
          <p:cNvSpPr/>
          <p:nvPr/>
        </p:nvSpPr>
        <p:spPr bwMode="auto">
          <a:xfrm>
            <a:off x="9608083" y="291602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4</a:t>
            </a:r>
          </a:p>
        </p:txBody>
      </p:sp>
      <p:sp>
        <p:nvSpPr>
          <p:cNvPr id="144" name="Rechteck 143">
            <a:extLst>
              <a:ext uri="{FF2B5EF4-FFF2-40B4-BE49-F238E27FC236}">
                <a16:creationId xmlns:a16="http://schemas.microsoft.com/office/drawing/2014/main" id="{343EF6A3-8EB3-488A-BF45-07FFD5B37A63}"/>
              </a:ext>
            </a:extLst>
          </p:cNvPr>
          <p:cNvSpPr/>
          <p:nvPr/>
        </p:nvSpPr>
        <p:spPr bwMode="auto">
          <a:xfrm>
            <a:off x="10047181" y="3651990"/>
            <a:ext cx="456670" cy="31928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5</a:t>
            </a:r>
          </a:p>
        </p:txBody>
      </p:sp>
      <p:sp>
        <p:nvSpPr>
          <p:cNvPr id="55" name="Sprechblase: rechteckig mit abgerundeten Ecken 54">
            <a:extLst>
              <a:ext uri="{FF2B5EF4-FFF2-40B4-BE49-F238E27FC236}">
                <a16:creationId xmlns:a16="http://schemas.microsoft.com/office/drawing/2014/main" id="{27C74511-6D8E-4B1F-8FEB-3B9AF5457F4F}"/>
              </a:ext>
            </a:extLst>
          </p:cNvPr>
          <p:cNvSpPr/>
          <p:nvPr/>
        </p:nvSpPr>
        <p:spPr bwMode="auto">
          <a:xfrm>
            <a:off x="4428208" y="4594453"/>
            <a:ext cx="1044107" cy="510778"/>
          </a:xfrm>
          <a:prstGeom prst="wedgeRoundRectCallout">
            <a:avLst>
              <a:gd name="adj1" fmla="val -111937"/>
              <a:gd name="adj2" fmla="val -93463"/>
              <a:gd name="adj3" fmla="val 16667"/>
            </a:avLst>
          </a:prstGeom>
          <a:ln w="28575">
            <a:solidFill>
              <a:srgbClr val="00646E"/>
            </a:solidFill>
          </a:ln>
        </p:spPr>
        <p:txBody>
          <a:bodyPr wrap="square">
            <a:spAutoFit/>
          </a:bodyPr>
          <a:lstStyle/>
          <a:p>
            <a:pPr algn="ctr"/>
            <a:r>
              <a:rPr lang="en-US" sz="1200">
                <a:solidFill>
                  <a:schemeClr val="tx1"/>
                </a:solidFill>
              </a:rPr>
              <a:t>Errors  get minimized</a:t>
            </a:r>
          </a:p>
        </p:txBody>
      </p:sp>
    </p:spTree>
    <p:extLst>
      <p:ext uri="{BB962C8B-B14F-4D97-AF65-F5344CB8AC3E}">
        <p14:creationId xmlns:p14="http://schemas.microsoft.com/office/powerpoint/2010/main" val="4091844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dirty="0"/>
              <a:t>Neural Networks Take Key Inspirations from Biological Brains:</a:t>
            </a:r>
            <a:br>
              <a:rPr lang="en-US" dirty="0"/>
            </a:br>
            <a:r>
              <a:rPr lang="en-US" dirty="0"/>
              <a:t>3. Adjust model for each new data point slightly</a:t>
            </a:r>
          </a:p>
        </p:txBody>
      </p:sp>
      <p:sp>
        <p:nvSpPr>
          <p:cNvPr id="5" name="Inhaltsplatzhalter 4">
            <a:extLst>
              <a:ext uri="{FF2B5EF4-FFF2-40B4-BE49-F238E27FC236}">
                <a16:creationId xmlns:a16="http://schemas.microsoft.com/office/drawing/2014/main" id="{4ED22F6D-A342-427D-916B-48F14F2E83B1}"/>
              </a:ext>
            </a:extLst>
          </p:cNvPr>
          <p:cNvSpPr>
            <a:spLocks noGrp="1"/>
          </p:cNvSpPr>
          <p:nvPr>
            <p:ph sz="half" idx="1"/>
          </p:nvPr>
        </p:nvSpPr>
        <p:spPr/>
        <p:txBody>
          <a:bodyPr/>
          <a:lstStyle/>
          <a:p>
            <a:r>
              <a:rPr lang="en-US" sz="1600"/>
              <a:t>Inference Statistics calculates a model from all data points at once</a:t>
            </a:r>
          </a:p>
        </p:txBody>
      </p:sp>
      <p:sp>
        <p:nvSpPr>
          <p:cNvPr id="7" name="Inhaltsplatzhalter 6">
            <a:extLst>
              <a:ext uri="{FF2B5EF4-FFF2-40B4-BE49-F238E27FC236}">
                <a16:creationId xmlns:a16="http://schemas.microsoft.com/office/drawing/2014/main" id="{496D9C66-6FEB-410F-B6CB-DD9845C08D93}"/>
              </a:ext>
            </a:extLst>
          </p:cNvPr>
          <p:cNvSpPr>
            <a:spLocks noGrp="1"/>
          </p:cNvSpPr>
          <p:nvPr>
            <p:ph sz="half" idx="2"/>
          </p:nvPr>
        </p:nvSpPr>
        <p:spPr/>
        <p:txBody>
          <a:bodyPr/>
          <a:lstStyle/>
          <a:p>
            <a:pPr marL="342900" indent="-342900">
              <a:buFont typeface="+mj-lt"/>
              <a:buAutoNum type="arabicPeriod"/>
            </a:pPr>
            <a:r>
              <a:rPr lang="en-US" sz="1600" dirty="0"/>
              <a:t>Neural Networks with random parameters </a:t>
            </a:r>
          </a:p>
          <a:p>
            <a:pPr marL="342900" indent="-342900">
              <a:buFont typeface="+mj-lt"/>
              <a:buAutoNum type="arabicPeriod"/>
            </a:pPr>
            <a:r>
              <a:rPr lang="en-US" sz="1600" dirty="0"/>
              <a:t>Next they adjust the parameter for each new data point.</a:t>
            </a:r>
          </a:p>
          <a:p>
            <a:endParaRPr lang="en-US" dirty="0"/>
          </a:p>
        </p:txBody>
      </p:sp>
      <p:sp>
        <p:nvSpPr>
          <p:cNvPr id="38" name="Textfeld 37">
            <a:extLst>
              <a:ext uri="{FF2B5EF4-FFF2-40B4-BE49-F238E27FC236}">
                <a16:creationId xmlns:a16="http://schemas.microsoft.com/office/drawing/2014/main" id="{3A236845-C7DD-4421-936D-8C3A88BA5D86}"/>
              </a:ext>
            </a:extLst>
          </p:cNvPr>
          <p:cNvSpPr txBox="1"/>
          <p:nvPr/>
        </p:nvSpPr>
        <p:spPr>
          <a:xfrm>
            <a:off x="2210743" y="5138996"/>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3" name="Sprechblase: rechteckig mit abgerundeten Ecken 2">
            <a:extLst>
              <a:ext uri="{FF2B5EF4-FFF2-40B4-BE49-F238E27FC236}">
                <a16:creationId xmlns:a16="http://schemas.microsoft.com/office/drawing/2014/main" id="{D50D6FF6-1C9C-4121-AE08-2AC0F9A9A7F2}"/>
              </a:ext>
            </a:extLst>
          </p:cNvPr>
          <p:cNvSpPr/>
          <p:nvPr/>
        </p:nvSpPr>
        <p:spPr bwMode="auto">
          <a:xfrm>
            <a:off x="10097285" y="1967214"/>
            <a:ext cx="1044107" cy="715089"/>
          </a:xfrm>
          <a:prstGeom prst="wedgeRoundRectCallout">
            <a:avLst>
              <a:gd name="adj1" fmla="val -233749"/>
              <a:gd name="adj2" fmla="val 36501"/>
              <a:gd name="adj3" fmla="val 16667"/>
            </a:avLst>
          </a:prstGeom>
          <a:ln w="28575">
            <a:solidFill>
              <a:srgbClr val="00646E"/>
            </a:solidFill>
          </a:ln>
        </p:spPr>
        <p:txBody>
          <a:bodyPr wrap="square">
            <a:spAutoFit/>
          </a:bodyPr>
          <a:lstStyle/>
          <a:p>
            <a:pPr algn="ctr"/>
            <a:r>
              <a:rPr lang="en-US" sz="1200">
                <a:solidFill>
                  <a:schemeClr val="tx1"/>
                </a:solidFill>
              </a:rPr>
              <a:t>Starts with a random line</a:t>
            </a:r>
          </a:p>
        </p:txBody>
      </p:sp>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10864991" y="3582780"/>
            <a:ext cx="1044107" cy="1113889"/>
          </a:xfrm>
          <a:prstGeom prst="wedgeRoundRectCallout">
            <a:avLst>
              <a:gd name="adj1" fmla="val -315728"/>
              <a:gd name="adj2" fmla="val -45472"/>
              <a:gd name="adj3" fmla="val 16667"/>
            </a:avLst>
          </a:prstGeom>
          <a:ln w="28575">
            <a:solidFill>
              <a:srgbClr val="00646E"/>
            </a:solidFill>
          </a:ln>
        </p:spPr>
        <p:txBody>
          <a:bodyPr wrap="square">
            <a:spAutoFit/>
          </a:bodyPr>
          <a:lstStyle/>
          <a:p>
            <a:pPr algn="ctr"/>
            <a:r>
              <a:rPr lang="en-US" sz="1200">
                <a:solidFill>
                  <a:schemeClr val="tx1"/>
                </a:solidFill>
              </a:rPr>
              <a:t>Each time move  line towards the next data point</a:t>
            </a:r>
          </a:p>
        </p:txBody>
      </p:sp>
      <p:grpSp>
        <p:nvGrpSpPr>
          <p:cNvPr id="67" name="Gruppieren 66">
            <a:extLst>
              <a:ext uri="{FF2B5EF4-FFF2-40B4-BE49-F238E27FC236}">
                <a16:creationId xmlns:a16="http://schemas.microsoft.com/office/drawing/2014/main" id="{65F78391-AA35-4281-BA76-46FAF568D3CA}"/>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C5338CD7-358E-451A-8B82-8C1400D17553}"/>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r Verbinder 32">
              <a:extLst>
                <a:ext uri="{FF2B5EF4-FFF2-40B4-BE49-F238E27FC236}">
                  <a16:creationId xmlns:a16="http://schemas.microsoft.com/office/drawing/2014/main" id="{DF87BF2C-EB90-4088-A862-725176F7106A}"/>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Ellipse 33">
              <a:extLst>
                <a:ext uri="{FF2B5EF4-FFF2-40B4-BE49-F238E27FC236}">
                  <a16:creationId xmlns:a16="http://schemas.microsoft.com/office/drawing/2014/main" id="{85BD3725-5813-4C52-A898-E278A2ED5CD4}"/>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7C30DE4-AEA5-4867-A6AF-E107B727A0E1}"/>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466BF94F-6E50-427F-9346-1ED27756ABEE}"/>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61901B89-2C47-46CB-A2E9-AFC78F75F696}"/>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47FAF05D-666B-40ED-A46F-F0D50CEF2F00}"/>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1" name="Gerader Verbinder 40">
              <a:extLst>
                <a:ext uri="{FF2B5EF4-FFF2-40B4-BE49-F238E27FC236}">
                  <a16:creationId xmlns:a16="http://schemas.microsoft.com/office/drawing/2014/main" id="{3E9D9C05-6833-4635-A5A2-89289EA31FA1}"/>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r Verbinder 41">
              <a:extLst>
                <a:ext uri="{FF2B5EF4-FFF2-40B4-BE49-F238E27FC236}">
                  <a16:creationId xmlns:a16="http://schemas.microsoft.com/office/drawing/2014/main" id="{13743652-43B5-48B8-8CEC-98CF16FD3090}"/>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F5C8701B-8E81-4FAD-9397-F4729F87AD22}"/>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F40A7E4A-4DD4-48C4-BCE4-0500CC3543C0}"/>
                </a:ext>
              </a:extLst>
            </p:cNvPr>
            <p:cNvCxnSpPr>
              <a:cxnSpLocks/>
              <a:endCxn id="34"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700A42CC-BE42-44B5-A528-9E89B0BE8C96}"/>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E6BD66AB-0094-40A4-8D0A-03D9218528A2}"/>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CB1A5792-6C15-48DA-B417-D025C4C9CF1E}"/>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29CDE195-D3DD-4AFF-98BB-149FE33AF2E0}"/>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C5E2FBD6-7D94-4C1C-99AE-BA822D68FCDF}"/>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3BB95034-DE1F-40D9-95AE-D1B30401B04D}"/>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41D26D5B-B2EA-4B30-B097-D7D45D3E2FA5}"/>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7D959E0B-39E7-4D06-B7BA-3E5DDAF26502}"/>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cxnSp>
        <p:nvCxnSpPr>
          <p:cNvPr id="70" name="Gerader Verbinder 69">
            <a:extLst>
              <a:ext uri="{FF2B5EF4-FFF2-40B4-BE49-F238E27FC236}">
                <a16:creationId xmlns:a16="http://schemas.microsoft.com/office/drawing/2014/main" id="{98CB9F61-F35B-409C-ACF3-899C7AB313D6}"/>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r Verbinder 70">
            <a:extLst>
              <a:ext uri="{FF2B5EF4-FFF2-40B4-BE49-F238E27FC236}">
                <a16:creationId xmlns:a16="http://schemas.microsoft.com/office/drawing/2014/main" id="{B6480053-D7E6-4595-A735-FE12B5972847}"/>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Ellipse 71">
            <a:extLst>
              <a:ext uri="{FF2B5EF4-FFF2-40B4-BE49-F238E27FC236}">
                <a16:creationId xmlns:a16="http://schemas.microsoft.com/office/drawing/2014/main" id="{3335F1E6-08C3-432C-AA0B-835B09B86CE5}"/>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73" name="Ellipse 72">
            <a:extLst>
              <a:ext uri="{FF2B5EF4-FFF2-40B4-BE49-F238E27FC236}">
                <a16:creationId xmlns:a16="http://schemas.microsoft.com/office/drawing/2014/main" id="{72347687-D3D2-430C-9F8C-EFCBD71926D4}"/>
              </a:ext>
            </a:extLst>
          </p:cNvPr>
          <p:cNvSpPr/>
          <p:nvPr/>
        </p:nvSpPr>
        <p:spPr bwMode="auto">
          <a:xfrm>
            <a:off x="7317369" y="4481744"/>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74" name="Ellipse 73">
            <a:extLst>
              <a:ext uri="{FF2B5EF4-FFF2-40B4-BE49-F238E27FC236}">
                <a16:creationId xmlns:a16="http://schemas.microsoft.com/office/drawing/2014/main" id="{5585BAAF-D79D-46BE-89CB-273FA952BB79}"/>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75" name="Ellipse 74">
            <a:extLst>
              <a:ext uri="{FF2B5EF4-FFF2-40B4-BE49-F238E27FC236}">
                <a16:creationId xmlns:a16="http://schemas.microsoft.com/office/drawing/2014/main" id="{6FD317F8-5BF9-4884-B97C-1A5E4B812DE3}"/>
              </a:ext>
            </a:extLst>
          </p:cNvPr>
          <p:cNvSpPr/>
          <p:nvPr/>
        </p:nvSpPr>
        <p:spPr bwMode="auto">
          <a:xfrm>
            <a:off x="9502014" y="4432051"/>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5</a:t>
            </a:r>
          </a:p>
        </p:txBody>
      </p:sp>
      <p:sp>
        <p:nvSpPr>
          <p:cNvPr id="76" name="Ellipse 75">
            <a:extLst>
              <a:ext uri="{FF2B5EF4-FFF2-40B4-BE49-F238E27FC236}">
                <a16:creationId xmlns:a16="http://schemas.microsoft.com/office/drawing/2014/main" id="{EE980ACC-46E2-4B51-86D2-325200DAEF69}"/>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4</a:t>
            </a:r>
          </a:p>
        </p:txBody>
      </p:sp>
      <p:cxnSp>
        <p:nvCxnSpPr>
          <p:cNvPr id="77" name="Gerader Verbinder 76">
            <a:extLst>
              <a:ext uri="{FF2B5EF4-FFF2-40B4-BE49-F238E27FC236}">
                <a16:creationId xmlns:a16="http://schemas.microsoft.com/office/drawing/2014/main" id="{CD532690-E757-4E3A-A03A-C972875D3035}"/>
              </a:ext>
            </a:extLst>
          </p:cNvPr>
          <p:cNvCxnSpPr>
            <a:cxnSpLocks/>
          </p:cNvCxnSpPr>
          <p:nvPr/>
        </p:nvCxnSpPr>
        <p:spPr bwMode="auto">
          <a:xfrm flipV="1">
            <a:off x="6553300" y="2700023"/>
            <a:ext cx="1566541" cy="2566229"/>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5" name="Rechteck 84">
            <a:extLst>
              <a:ext uri="{FF2B5EF4-FFF2-40B4-BE49-F238E27FC236}">
                <a16:creationId xmlns:a16="http://schemas.microsoft.com/office/drawing/2014/main" id="{B4730044-47AF-4441-A151-480FD48A1FD4}"/>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86" name="Rechteck 85">
            <a:extLst>
              <a:ext uri="{FF2B5EF4-FFF2-40B4-BE49-F238E27FC236}">
                <a16:creationId xmlns:a16="http://schemas.microsoft.com/office/drawing/2014/main" id="{A3898033-B228-4FC8-9E5F-005A5DD2D0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87" name="Gerader Verbinder 86">
            <a:extLst>
              <a:ext uri="{FF2B5EF4-FFF2-40B4-BE49-F238E27FC236}">
                <a16:creationId xmlns:a16="http://schemas.microsoft.com/office/drawing/2014/main" id="{1E6B537E-239B-44EE-A104-169A1A8C632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r Verbinder 87">
            <a:extLst>
              <a:ext uri="{FF2B5EF4-FFF2-40B4-BE49-F238E27FC236}">
                <a16:creationId xmlns:a16="http://schemas.microsoft.com/office/drawing/2014/main" id="{0DEECD10-669D-42F7-84E8-EB5286CE9F3C}"/>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r Verbinder 88">
            <a:extLst>
              <a:ext uri="{FF2B5EF4-FFF2-40B4-BE49-F238E27FC236}">
                <a16:creationId xmlns:a16="http://schemas.microsoft.com/office/drawing/2014/main" id="{AB26A83C-5976-4859-AB4A-2B9997AC816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r Verbinder 89">
            <a:extLst>
              <a:ext uri="{FF2B5EF4-FFF2-40B4-BE49-F238E27FC236}">
                <a16:creationId xmlns:a16="http://schemas.microsoft.com/office/drawing/2014/main" id="{162AFE36-8C52-43BC-A0F8-783339E3AEF8}"/>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7" name="Gerader Verbinder 96">
            <a:extLst>
              <a:ext uri="{FF2B5EF4-FFF2-40B4-BE49-F238E27FC236}">
                <a16:creationId xmlns:a16="http://schemas.microsoft.com/office/drawing/2014/main" id="{178C035A-0A6E-4B9C-9A21-07E061C4A6B8}"/>
              </a:ext>
            </a:extLst>
          </p:cNvPr>
          <p:cNvCxnSpPr>
            <a:cxnSpLocks/>
          </p:cNvCxnSpPr>
          <p:nvPr/>
        </p:nvCxnSpPr>
        <p:spPr bwMode="auto">
          <a:xfrm flipV="1">
            <a:off x="6567712" y="2774623"/>
            <a:ext cx="2235128" cy="249163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3" name="Rechteck 132">
            <a:extLst>
              <a:ext uri="{FF2B5EF4-FFF2-40B4-BE49-F238E27FC236}">
                <a16:creationId xmlns:a16="http://schemas.microsoft.com/office/drawing/2014/main" id="{3BEEA3BA-E4A8-4295-8873-A3FE539505D7}"/>
              </a:ext>
            </a:extLst>
          </p:cNvPr>
          <p:cNvSpPr/>
          <p:nvPr/>
        </p:nvSpPr>
        <p:spPr bwMode="auto">
          <a:xfrm>
            <a:off x="8695588" y="258134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1</a:t>
            </a:r>
          </a:p>
        </p:txBody>
      </p:sp>
      <p:cxnSp>
        <p:nvCxnSpPr>
          <p:cNvPr id="140" name="Gerade Verbindung mit Pfeil 139">
            <a:extLst>
              <a:ext uri="{FF2B5EF4-FFF2-40B4-BE49-F238E27FC236}">
                <a16:creationId xmlns:a16="http://schemas.microsoft.com/office/drawing/2014/main" id="{75FE0DFC-6B14-4ECC-A076-02DDA5F4D9FB}"/>
              </a:ext>
            </a:extLst>
          </p:cNvPr>
          <p:cNvCxnSpPr/>
          <p:nvPr/>
        </p:nvCxnSpPr>
        <p:spPr bwMode="auto">
          <a:xfrm>
            <a:off x="7467327" y="3866984"/>
            <a:ext cx="217949"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5" name="Sprechblase: rechteckig mit abgerundeten Ecken 54">
            <a:extLst>
              <a:ext uri="{FF2B5EF4-FFF2-40B4-BE49-F238E27FC236}">
                <a16:creationId xmlns:a16="http://schemas.microsoft.com/office/drawing/2014/main" id="{27C74511-6D8E-4B1F-8FEB-3B9AF5457F4F}"/>
              </a:ext>
            </a:extLst>
          </p:cNvPr>
          <p:cNvSpPr/>
          <p:nvPr/>
        </p:nvSpPr>
        <p:spPr bwMode="auto">
          <a:xfrm>
            <a:off x="4428208" y="4594453"/>
            <a:ext cx="1044107" cy="510778"/>
          </a:xfrm>
          <a:prstGeom prst="wedgeRoundRectCallout">
            <a:avLst>
              <a:gd name="adj1" fmla="val -111937"/>
              <a:gd name="adj2" fmla="val -93463"/>
              <a:gd name="adj3" fmla="val 16667"/>
            </a:avLst>
          </a:prstGeom>
          <a:ln w="28575">
            <a:solidFill>
              <a:srgbClr val="00646E"/>
            </a:solidFill>
          </a:ln>
        </p:spPr>
        <p:txBody>
          <a:bodyPr wrap="square">
            <a:spAutoFit/>
          </a:bodyPr>
          <a:lstStyle/>
          <a:p>
            <a:pPr algn="ctr"/>
            <a:r>
              <a:rPr lang="en-US" sz="1200">
                <a:solidFill>
                  <a:schemeClr val="tx1"/>
                </a:solidFill>
              </a:rPr>
              <a:t>Errors  get minimized</a:t>
            </a:r>
          </a:p>
        </p:txBody>
      </p:sp>
      <p:sp>
        <p:nvSpPr>
          <p:cNvPr id="4" name="Rechteck 3">
            <a:extLst>
              <a:ext uri="{FF2B5EF4-FFF2-40B4-BE49-F238E27FC236}">
                <a16:creationId xmlns:a16="http://schemas.microsoft.com/office/drawing/2014/main" id="{DCF73146-686C-46BA-9347-8E7FF30B9AE6}"/>
              </a:ext>
            </a:extLst>
          </p:cNvPr>
          <p:cNvSpPr/>
          <p:nvPr/>
        </p:nvSpPr>
        <p:spPr bwMode="auto">
          <a:xfrm>
            <a:off x="1985462" y="2085475"/>
            <a:ext cx="2906083" cy="646331"/>
          </a:xfrm>
          <a:prstGeom prst="rect">
            <a:avLst/>
          </a:prstGeom>
          <a:ln w="28575">
            <a:solidFill>
              <a:srgbClr val="00646E"/>
            </a:solidFill>
          </a:ln>
        </p:spPr>
        <p:txBody>
          <a:bodyPr wrap="square">
            <a:spAutoFit/>
          </a:bodyPr>
          <a:lstStyle/>
          <a:p>
            <a:pPr algn="ctr"/>
            <a:r>
              <a:rPr lang="en-US">
                <a:solidFill>
                  <a:schemeClr val="tx1"/>
                </a:solidFill>
              </a:rPr>
              <a:t>Example: The slope of a linear relationship</a:t>
            </a:r>
          </a:p>
        </p:txBody>
      </p:sp>
    </p:spTree>
    <p:extLst>
      <p:ext uri="{BB962C8B-B14F-4D97-AF65-F5344CB8AC3E}">
        <p14:creationId xmlns:p14="http://schemas.microsoft.com/office/powerpoint/2010/main" val="3787294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dirty="0"/>
              <a:t>Neural Networks Take Key Inspirations from Biological Brains:</a:t>
            </a:r>
            <a:br>
              <a:rPr lang="en-US" dirty="0"/>
            </a:br>
            <a:r>
              <a:rPr lang="en-US" dirty="0"/>
              <a:t>3. Adjust model for each new data point slightly</a:t>
            </a:r>
          </a:p>
        </p:txBody>
      </p:sp>
      <p:sp>
        <p:nvSpPr>
          <p:cNvPr id="5" name="Inhaltsplatzhalter 4">
            <a:extLst>
              <a:ext uri="{FF2B5EF4-FFF2-40B4-BE49-F238E27FC236}">
                <a16:creationId xmlns:a16="http://schemas.microsoft.com/office/drawing/2014/main" id="{4ED22F6D-A342-427D-916B-48F14F2E83B1}"/>
              </a:ext>
            </a:extLst>
          </p:cNvPr>
          <p:cNvSpPr>
            <a:spLocks noGrp="1"/>
          </p:cNvSpPr>
          <p:nvPr>
            <p:ph sz="half" idx="1"/>
          </p:nvPr>
        </p:nvSpPr>
        <p:spPr/>
        <p:txBody>
          <a:bodyPr/>
          <a:lstStyle/>
          <a:p>
            <a:r>
              <a:rPr lang="en-US" sz="1600"/>
              <a:t>Inference Statistics calculates a model from all data points at once</a:t>
            </a:r>
          </a:p>
        </p:txBody>
      </p:sp>
      <p:sp>
        <p:nvSpPr>
          <p:cNvPr id="7" name="Inhaltsplatzhalter 6">
            <a:extLst>
              <a:ext uri="{FF2B5EF4-FFF2-40B4-BE49-F238E27FC236}">
                <a16:creationId xmlns:a16="http://schemas.microsoft.com/office/drawing/2014/main" id="{496D9C66-6FEB-410F-B6CB-DD9845C08D93}"/>
              </a:ext>
            </a:extLst>
          </p:cNvPr>
          <p:cNvSpPr>
            <a:spLocks noGrp="1"/>
          </p:cNvSpPr>
          <p:nvPr>
            <p:ph sz="half" idx="2"/>
          </p:nvPr>
        </p:nvSpPr>
        <p:spPr/>
        <p:txBody>
          <a:bodyPr/>
          <a:lstStyle/>
          <a:p>
            <a:pPr marL="342900" indent="-342900">
              <a:buFont typeface="+mj-lt"/>
              <a:buAutoNum type="arabicPeriod"/>
            </a:pPr>
            <a:r>
              <a:rPr lang="en-US" sz="1600" dirty="0"/>
              <a:t>Neural Networks start with random parameters </a:t>
            </a:r>
          </a:p>
          <a:p>
            <a:pPr marL="342900" indent="-342900">
              <a:buFont typeface="+mj-lt"/>
              <a:buAutoNum type="arabicPeriod"/>
            </a:pPr>
            <a:r>
              <a:rPr lang="en-US" sz="1600" dirty="0"/>
              <a:t>Next they adjust the parameter for each new data point.</a:t>
            </a:r>
          </a:p>
          <a:p>
            <a:endParaRPr lang="en-US" dirty="0"/>
          </a:p>
        </p:txBody>
      </p:sp>
      <p:sp>
        <p:nvSpPr>
          <p:cNvPr id="38" name="Textfeld 37">
            <a:extLst>
              <a:ext uri="{FF2B5EF4-FFF2-40B4-BE49-F238E27FC236}">
                <a16:creationId xmlns:a16="http://schemas.microsoft.com/office/drawing/2014/main" id="{3A236845-C7DD-4421-936D-8C3A88BA5D86}"/>
              </a:ext>
            </a:extLst>
          </p:cNvPr>
          <p:cNvSpPr txBox="1"/>
          <p:nvPr/>
        </p:nvSpPr>
        <p:spPr>
          <a:xfrm>
            <a:off x="2210743" y="5138996"/>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9903205" y="4020438"/>
            <a:ext cx="1245169" cy="1123712"/>
          </a:xfrm>
          <a:prstGeom prst="wedgeRoundRectCallout">
            <a:avLst>
              <a:gd name="adj1" fmla="val -156454"/>
              <a:gd name="adj2" fmla="val 29044"/>
              <a:gd name="adj3" fmla="val 16667"/>
            </a:avLst>
          </a:prstGeom>
          <a:ln w="28575">
            <a:solidFill>
              <a:srgbClr val="00646E"/>
            </a:solidFill>
          </a:ln>
        </p:spPr>
        <p:txBody>
          <a:bodyPr wrap="square">
            <a:spAutoFit/>
          </a:bodyPr>
          <a:lstStyle/>
          <a:p>
            <a:pPr algn="ctr"/>
            <a:r>
              <a:rPr lang="en-US" sz="1200" dirty="0">
                <a:solidFill>
                  <a:schemeClr val="tx1"/>
                </a:solidFill>
              </a:rPr>
              <a:t>For each observation move  line  a bit towards the data point</a:t>
            </a:r>
          </a:p>
        </p:txBody>
      </p:sp>
      <p:grpSp>
        <p:nvGrpSpPr>
          <p:cNvPr id="67" name="Gruppieren 66">
            <a:extLst>
              <a:ext uri="{FF2B5EF4-FFF2-40B4-BE49-F238E27FC236}">
                <a16:creationId xmlns:a16="http://schemas.microsoft.com/office/drawing/2014/main" id="{65F78391-AA35-4281-BA76-46FAF568D3CA}"/>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C5338CD7-358E-451A-8B82-8C1400D17553}"/>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r Verbinder 32">
              <a:extLst>
                <a:ext uri="{FF2B5EF4-FFF2-40B4-BE49-F238E27FC236}">
                  <a16:creationId xmlns:a16="http://schemas.microsoft.com/office/drawing/2014/main" id="{DF87BF2C-EB90-4088-A862-725176F7106A}"/>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Ellipse 33">
              <a:extLst>
                <a:ext uri="{FF2B5EF4-FFF2-40B4-BE49-F238E27FC236}">
                  <a16:creationId xmlns:a16="http://schemas.microsoft.com/office/drawing/2014/main" id="{85BD3725-5813-4C52-A898-E278A2ED5CD4}"/>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7C30DE4-AEA5-4867-A6AF-E107B727A0E1}"/>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466BF94F-6E50-427F-9346-1ED27756ABEE}"/>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61901B89-2C47-46CB-A2E9-AFC78F75F696}"/>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47FAF05D-666B-40ED-A46F-F0D50CEF2F00}"/>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1" name="Gerader Verbinder 40">
              <a:extLst>
                <a:ext uri="{FF2B5EF4-FFF2-40B4-BE49-F238E27FC236}">
                  <a16:creationId xmlns:a16="http://schemas.microsoft.com/office/drawing/2014/main" id="{3E9D9C05-6833-4635-A5A2-89289EA31FA1}"/>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r Verbinder 41">
              <a:extLst>
                <a:ext uri="{FF2B5EF4-FFF2-40B4-BE49-F238E27FC236}">
                  <a16:creationId xmlns:a16="http://schemas.microsoft.com/office/drawing/2014/main" id="{13743652-43B5-48B8-8CEC-98CF16FD3090}"/>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F5C8701B-8E81-4FAD-9397-F4729F87AD22}"/>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F40A7E4A-4DD4-48C4-BCE4-0500CC3543C0}"/>
                </a:ext>
              </a:extLst>
            </p:cNvPr>
            <p:cNvCxnSpPr>
              <a:cxnSpLocks/>
              <a:endCxn id="34"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700A42CC-BE42-44B5-A528-9E89B0BE8C96}"/>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E6BD66AB-0094-40A4-8D0A-03D9218528A2}"/>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CB1A5792-6C15-48DA-B417-D025C4C9CF1E}"/>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29CDE195-D3DD-4AFF-98BB-149FE33AF2E0}"/>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C5E2FBD6-7D94-4C1C-99AE-BA822D68FCDF}"/>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3BB95034-DE1F-40D9-95AE-D1B30401B04D}"/>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41D26D5B-B2EA-4B30-B097-D7D45D3E2FA5}"/>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7D959E0B-39E7-4D06-B7BA-3E5DDAF26502}"/>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cxnSp>
        <p:nvCxnSpPr>
          <p:cNvPr id="70" name="Gerader Verbinder 69">
            <a:extLst>
              <a:ext uri="{FF2B5EF4-FFF2-40B4-BE49-F238E27FC236}">
                <a16:creationId xmlns:a16="http://schemas.microsoft.com/office/drawing/2014/main" id="{98CB9F61-F35B-409C-ACF3-899C7AB313D6}"/>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r Verbinder 70">
            <a:extLst>
              <a:ext uri="{FF2B5EF4-FFF2-40B4-BE49-F238E27FC236}">
                <a16:creationId xmlns:a16="http://schemas.microsoft.com/office/drawing/2014/main" id="{B6480053-D7E6-4595-A735-FE12B5972847}"/>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Ellipse 71">
            <a:extLst>
              <a:ext uri="{FF2B5EF4-FFF2-40B4-BE49-F238E27FC236}">
                <a16:creationId xmlns:a16="http://schemas.microsoft.com/office/drawing/2014/main" id="{3335F1E6-08C3-432C-AA0B-835B09B86CE5}"/>
              </a:ext>
            </a:extLst>
          </p:cNvPr>
          <p:cNvSpPr/>
          <p:nvPr/>
        </p:nvSpPr>
        <p:spPr bwMode="auto">
          <a:xfrm>
            <a:off x="8224361" y="4805920"/>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73" name="Ellipse 72">
            <a:extLst>
              <a:ext uri="{FF2B5EF4-FFF2-40B4-BE49-F238E27FC236}">
                <a16:creationId xmlns:a16="http://schemas.microsoft.com/office/drawing/2014/main" id="{72347687-D3D2-430C-9F8C-EFCBD71926D4}"/>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74" name="Ellipse 73">
            <a:extLst>
              <a:ext uri="{FF2B5EF4-FFF2-40B4-BE49-F238E27FC236}">
                <a16:creationId xmlns:a16="http://schemas.microsoft.com/office/drawing/2014/main" id="{5585BAAF-D79D-46BE-89CB-273FA952BB79}"/>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75" name="Ellipse 74">
            <a:extLst>
              <a:ext uri="{FF2B5EF4-FFF2-40B4-BE49-F238E27FC236}">
                <a16:creationId xmlns:a16="http://schemas.microsoft.com/office/drawing/2014/main" id="{6FD317F8-5BF9-4884-B97C-1A5E4B812DE3}"/>
              </a:ext>
            </a:extLst>
          </p:cNvPr>
          <p:cNvSpPr/>
          <p:nvPr/>
        </p:nvSpPr>
        <p:spPr bwMode="auto">
          <a:xfrm>
            <a:off x="9502014" y="4432051"/>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dirty="0">
                <a:solidFill>
                  <a:schemeClr val="tx1"/>
                </a:solidFill>
                <a:latin typeface="+mn-lt"/>
                <a:ea typeface="Arial Unicode MS" panose="020B0604020202020204" pitchFamily="34" charset="-128"/>
                <a:cs typeface="Arial Unicode MS" panose="020B0604020202020204" pitchFamily="34" charset="-128"/>
              </a:rPr>
              <a:t>5</a:t>
            </a:r>
          </a:p>
        </p:txBody>
      </p:sp>
      <p:sp>
        <p:nvSpPr>
          <p:cNvPr id="76" name="Ellipse 75">
            <a:extLst>
              <a:ext uri="{FF2B5EF4-FFF2-40B4-BE49-F238E27FC236}">
                <a16:creationId xmlns:a16="http://schemas.microsoft.com/office/drawing/2014/main" id="{EE980ACC-46E2-4B51-86D2-325200DAEF69}"/>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4</a:t>
            </a:r>
          </a:p>
        </p:txBody>
      </p:sp>
      <p:sp>
        <p:nvSpPr>
          <p:cNvPr id="85" name="Rechteck 84">
            <a:extLst>
              <a:ext uri="{FF2B5EF4-FFF2-40B4-BE49-F238E27FC236}">
                <a16:creationId xmlns:a16="http://schemas.microsoft.com/office/drawing/2014/main" id="{B4730044-47AF-4441-A151-480FD48A1FD4}"/>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86" name="Rechteck 85">
            <a:extLst>
              <a:ext uri="{FF2B5EF4-FFF2-40B4-BE49-F238E27FC236}">
                <a16:creationId xmlns:a16="http://schemas.microsoft.com/office/drawing/2014/main" id="{A3898033-B228-4FC8-9E5F-005A5DD2D0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87" name="Gerader Verbinder 86">
            <a:extLst>
              <a:ext uri="{FF2B5EF4-FFF2-40B4-BE49-F238E27FC236}">
                <a16:creationId xmlns:a16="http://schemas.microsoft.com/office/drawing/2014/main" id="{1E6B537E-239B-44EE-A104-169A1A8C632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r Verbinder 87">
            <a:extLst>
              <a:ext uri="{FF2B5EF4-FFF2-40B4-BE49-F238E27FC236}">
                <a16:creationId xmlns:a16="http://schemas.microsoft.com/office/drawing/2014/main" id="{0DEECD10-669D-42F7-84E8-EB5286CE9F3C}"/>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r Verbinder 88">
            <a:extLst>
              <a:ext uri="{FF2B5EF4-FFF2-40B4-BE49-F238E27FC236}">
                <a16:creationId xmlns:a16="http://schemas.microsoft.com/office/drawing/2014/main" id="{AB26A83C-5976-4859-AB4A-2B9997AC816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r Verbinder 89">
            <a:extLst>
              <a:ext uri="{FF2B5EF4-FFF2-40B4-BE49-F238E27FC236}">
                <a16:creationId xmlns:a16="http://schemas.microsoft.com/office/drawing/2014/main" id="{162AFE36-8C52-43BC-A0F8-783339E3AEF8}"/>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7" name="Gerader Verbinder 96">
            <a:extLst>
              <a:ext uri="{FF2B5EF4-FFF2-40B4-BE49-F238E27FC236}">
                <a16:creationId xmlns:a16="http://schemas.microsoft.com/office/drawing/2014/main" id="{178C035A-0A6E-4B9C-9A21-07E061C4A6B8}"/>
              </a:ext>
            </a:extLst>
          </p:cNvPr>
          <p:cNvCxnSpPr>
            <a:cxnSpLocks/>
          </p:cNvCxnSpPr>
          <p:nvPr/>
        </p:nvCxnSpPr>
        <p:spPr bwMode="auto">
          <a:xfrm flipV="1">
            <a:off x="6567712" y="2774623"/>
            <a:ext cx="2235128" cy="249163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2" name="Gerader Verbinder 101">
            <a:extLst>
              <a:ext uri="{FF2B5EF4-FFF2-40B4-BE49-F238E27FC236}">
                <a16:creationId xmlns:a16="http://schemas.microsoft.com/office/drawing/2014/main" id="{7496AD47-B7CA-4203-8F16-E362D145E7F4}"/>
              </a:ext>
            </a:extLst>
          </p:cNvPr>
          <p:cNvCxnSpPr>
            <a:cxnSpLocks/>
          </p:cNvCxnSpPr>
          <p:nvPr/>
        </p:nvCxnSpPr>
        <p:spPr bwMode="auto">
          <a:xfrm flipV="1">
            <a:off x="6572837" y="3651990"/>
            <a:ext cx="3702679" cy="16210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3" name="Rechteck 132">
            <a:extLst>
              <a:ext uri="{FF2B5EF4-FFF2-40B4-BE49-F238E27FC236}">
                <a16:creationId xmlns:a16="http://schemas.microsoft.com/office/drawing/2014/main" id="{3BEEA3BA-E4A8-4295-8873-A3FE539505D7}"/>
              </a:ext>
            </a:extLst>
          </p:cNvPr>
          <p:cNvSpPr/>
          <p:nvPr/>
        </p:nvSpPr>
        <p:spPr bwMode="auto">
          <a:xfrm>
            <a:off x="8695588" y="258134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134" name="Rechteck 133">
            <a:extLst>
              <a:ext uri="{FF2B5EF4-FFF2-40B4-BE49-F238E27FC236}">
                <a16:creationId xmlns:a16="http://schemas.microsoft.com/office/drawing/2014/main" id="{156FA01D-A462-428E-981D-74C253D7CAA9}"/>
              </a:ext>
            </a:extLst>
          </p:cNvPr>
          <p:cNvSpPr/>
          <p:nvPr/>
        </p:nvSpPr>
        <p:spPr bwMode="auto">
          <a:xfrm>
            <a:off x="10066203" y="3398418"/>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2</a:t>
            </a:r>
          </a:p>
        </p:txBody>
      </p:sp>
      <p:cxnSp>
        <p:nvCxnSpPr>
          <p:cNvPr id="140" name="Gerade Verbindung mit Pfeil 139">
            <a:extLst>
              <a:ext uri="{FF2B5EF4-FFF2-40B4-BE49-F238E27FC236}">
                <a16:creationId xmlns:a16="http://schemas.microsoft.com/office/drawing/2014/main" id="{75FE0DFC-6B14-4ECC-A076-02DDA5F4D9FB}"/>
              </a:ext>
            </a:extLst>
          </p:cNvPr>
          <p:cNvCxnSpPr/>
          <p:nvPr/>
        </p:nvCxnSpPr>
        <p:spPr bwMode="auto">
          <a:xfrm>
            <a:off x="7137410" y="4879444"/>
            <a:ext cx="796213"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5" name="Sprechblase: rechteckig mit abgerundeten Ecken 54">
            <a:extLst>
              <a:ext uri="{FF2B5EF4-FFF2-40B4-BE49-F238E27FC236}">
                <a16:creationId xmlns:a16="http://schemas.microsoft.com/office/drawing/2014/main" id="{27C74511-6D8E-4B1F-8FEB-3B9AF5457F4F}"/>
              </a:ext>
            </a:extLst>
          </p:cNvPr>
          <p:cNvSpPr/>
          <p:nvPr/>
        </p:nvSpPr>
        <p:spPr bwMode="auto">
          <a:xfrm>
            <a:off x="4428208" y="4594453"/>
            <a:ext cx="1044107" cy="510778"/>
          </a:xfrm>
          <a:prstGeom prst="wedgeRoundRectCallout">
            <a:avLst>
              <a:gd name="adj1" fmla="val -111937"/>
              <a:gd name="adj2" fmla="val -93463"/>
              <a:gd name="adj3" fmla="val 16667"/>
            </a:avLst>
          </a:prstGeom>
          <a:ln w="28575">
            <a:solidFill>
              <a:srgbClr val="00646E"/>
            </a:solidFill>
          </a:ln>
        </p:spPr>
        <p:txBody>
          <a:bodyPr wrap="square">
            <a:spAutoFit/>
          </a:bodyPr>
          <a:lstStyle/>
          <a:p>
            <a:pPr algn="ctr"/>
            <a:r>
              <a:rPr lang="en-US" sz="1200">
                <a:solidFill>
                  <a:schemeClr val="tx1"/>
                </a:solidFill>
              </a:rPr>
              <a:t>Errors  get minimized</a:t>
            </a:r>
          </a:p>
        </p:txBody>
      </p:sp>
    </p:spTree>
    <p:extLst>
      <p:ext uri="{BB962C8B-B14F-4D97-AF65-F5344CB8AC3E}">
        <p14:creationId xmlns:p14="http://schemas.microsoft.com/office/powerpoint/2010/main" val="1783857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dirty="0"/>
              <a:t>Neural Networks Take Key Inspirations from Biological Brains:</a:t>
            </a:r>
            <a:br>
              <a:rPr lang="en-US" dirty="0"/>
            </a:br>
            <a:r>
              <a:rPr lang="en-US" dirty="0"/>
              <a:t>3. Adjust model for each new data point slightly</a:t>
            </a:r>
          </a:p>
        </p:txBody>
      </p:sp>
      <p:sp>
        <p:nvSpPr>
          <p:cNvPr id="5" name="Inhaltsplatzhalter 4">
            <a:extLst>
              <a:ext uri="{FF2B5EF4-FFF2-40B4-BE49-F238E27FC236}">
                <a16:creationId xmlns:a16="http://schemas.microsoft.com/office/drawing/2014/main" id="{4ED22F6D-A342-427D-916B-48F14F2E83B1}"/>
              </a:ext>
            </a:extLst>
          </p:cNvPr>
          <p:cNvSpPr>
            <a:spLocks noGrp="1"/>
          </p:cNvSpPr>
          <p:nvPr>
            <p:ph sz="half" idx="1"/>
          </p:nvPr>
        </p:nvSpPr>
        <p:spPr/>
        <p:txBody>
          <a:bodyPr/>
          <a:lstStyle/>
          <a:p>
            <a:r>
              <a:rPr lang="en-US" sz="1600"/>
              <a:t>Inference Statistics calculates a model from all data points at once</a:t>
            </a:r>
          </a:p>
        </p:txBody>
      </p:sp>
      <p:sp>
        <p:nvSpPr>
          <p:cNvPr id="7" name="Inhaltsplatzhalter 6">
            <a:extLst>
              <a:ext uri="{FF2B5EF4-FFF2-40B4-BE49-F238E27FC236}">
                <a16:creationId xmlns:a16="http://schemas.microsoft.com/office/drawing/2014/main" id="{496D9C66-6FEB-410F-B6CB-DD9845C08D93}"/>
              </a:ext>
            </a:extLst>
          </p:cNvPr>
          <p:cNvSpPr>
            <a:spLocks noGrp="1"/>
          </p:cNvSpPr>
          <p:nvPr>
            <p:ph sz="half" idx="2"/>
          </p:nvPr>
        </p:nvSpPr>
        <p:spPr/>
        <p:txBody>
          <a:bodyPr/>
          <a:lstStyle/>
          <a:p>
            <a:pPr marL="342900" indent="-342900">
              <a:buFont typeface="+mj-lt"/>
              <a:buAutoNum type="arabicPeriod"/>
            </a:pPr>
            <a:r>
              <a:rPr lang="en-US" sz="1600" dirty="0"/>
              <a:t>Neural Networks start with random parameters </a:t>
            </a:r>
          </a:p>
          <a:p>
            <a:pPr marL="342900" indent="-342900">
              <a:buFont typeface="+mj-lt"/>
              <a:buAutoNum type="arabicPeriod"/>
            </a:pPr>
            <a:r>
              <a:rPr lang="en-US" sz="1600" dirty="0"/>
              <a:t>Next they adjust the parameter for each new data point.</a:t>
            </a:r>
          </a:p>
          <a:p>
            <a:endParaRPr lang="en-US" dirty="0"/>
          </a:p>
        </p:txBody>
      </p:sp>
      <p:sp>
        <p:nvSpPr>
          <p:cNvPr id="38" name="Textfeld 37">
            <a:extLst>
              <a:ext uri="{FF2B5EF4-FFF2-40B4-BE49-F238E27FC236}">
                <a16:creationId xmlns:a16="http://schemas.microsoft.com/office/drawing/2014/main" id="{3A236845-C7DD-4421-936D-8C3A88BA5D86}"/>
              </a:ext>
            </a:extLst>
          </p:cNvPr>
          <p:cNvSpPr txBox="1"/>
          <p:nvPr/>
        </p:nvSpPr>
        <p:spPr>
          <a:xfrm>
            <a:off x="2210743" y="5138996"/>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10864991" y="3582780"/>
            <a:ext cx="1044107" cy="1113889"/>
          </a:xfrm>
          <a:prstGeom prst="wedgeRoundRectCallout">
            <a:avLst>
              <a:gd name="adj1" fmla="val -166693"/>
              <a:gd name="adj2" fmla="val -36110"/>
              <a:gd name="adj3" fmla="val 16667"/>
            </a:avLst>
          </a:prstGeom>
          <a:ln w="28575">
            <a:solidFill>
              <a:srgbClr val="00646E"/>
            </a:solidFill>
          </a:ln>
        </p:spPr>
        <p:txBody>
          <a:bodyPr wrap="square">
            <a:spAutoFit/>
          </a:bodyPr>
          <a:lstStyle/>
          <a:p>
            <a:pPr algn="ctr"/>
            <a:r>
              <a:rPr lang="en-US" sz="1200">
                <a:solidFill>
                  <a:schemeClr val="tx1"/>
                </a:solidFill>
              </a:rPr>
              <a:t>Each time move  line towards the next data point</a:t>
            </a:r>
          </a:p>
        </p:txBody>
      </p:sp>
      <p:grpSp>
        <p:nvGrpSpPr>
          <p:cNvPr id="67" name="Gruppieren 66">
            <a:extLst>
              <a:ext uri="{FF2B5EF4-FFF2-40B4-BE49-F238E27FC236}">
                <a16:creationId xmlns:a16="http://schemas.microsoft.com/office/drawing/2014/main" id="{65F78391-AA35-4281-BA76-46FAF568D3CA}"/>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C5338CD7-358E-451A-8B82-8C1400D17553}"/>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r Verbinder 32">
              <a:extLst>
                <a:ext uri="{FF2B5EF4-FFF2-40B4-BE49-F238E27FC236}">
                  <a16:creationId xmlns:a16="http://schemas.microsoft.com/office/drawing/2014/main" id="{DF87BF2C-EB90-4088-A862-725176F7106A}"/>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Ellipse 33">
              <a:extLst>
                <a:ext uri="{FF2B5EF4-FFF2-40B4-BE49-F238E27FC236}">
                  <a16:creationId xmlns:a16="http://schemas.microsoft.com/office/drawing/2014/main" id="{85BD3725-5813-4C52-A898-E278A2ED5CD4}"/>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7C30DE4-AEA5-4867-A6AF-E107B727A0E1}"/>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466BF94F-6E50-427F-9346-1ED27756ABEE}"/>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61901B89-2C47-46CB-A2E9-AFC78F75F696}"/>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47FAF05D-666B-40ED-A46F-F0D50CEF2F00}"/>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1" name="Gerader Verbinder 40">
              <a:extLst>
                <a:ext uri="{FF2B5EF4-FFF2-40B4-BE49-F238E27FC236}">
                  <a16:creationId xmlns:a16="http://schemas.microsoft.com/office/drawing/2014/main" id="{3E9D9C05-6833-4635-A5A2-89289EA31FA1}"/>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r Verbinder 41">
              <a:extLst>
                <a:ext uri="{FF2B5EF4-FFF2-40B4-BE49-F238E27FC236}">
                  <a16:creationId xmlns:a16="http://schemas.microsoft.com/office/drawing/2014/main" id="{13743652-43B5-48B8-8CEC-98CF16FD3090}"/>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F5C8701B-8E81-4FAD-9397-F4729F87AD22}"/>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F40A7E4A-4DD4-48C4-BCE4-0500CC3543C0}"/>
                </a:ext>
              </a:extLst>
            </p:cNvPr>
            <p:cNvCxnSpPr>
              <a:cxnSpLocks/>
              <a:endCxn id="34"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700A42CC-BE42-44B5-A528-9E89B0BE8C96}"/>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E6BD66AB-0094-40A4-8D0A-03D9218528A2}"/>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CB1A5792-6C15-48DA-B417-D025C4C9CF1E}"/>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29CDE195-D3DD-4AFF-98BB-149FE33AF2E0}"/>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C5E2FBD6-7D94-4C1C-99AE-BA822D68FCDF}"/>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3BB95034-DE1F-40D9-95AE-D1B30401B04D}"/>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41D26D5B-B2EA-4B30-B097-D7D45D3E2FA5}"/>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7D959E0B-39E7-4D06-B7BA-3E5DDAF26502}"/>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cxnSp>
        <p:nvCxnSpPr>
          <p:cNvPr id="70" name="Gerader Verbinder 69">
            <a:extLst>
              <a:ext uri="{FF2B5EF4-FFF2-40B4-BE49-F238E27FC236}">
                <a16:creationId xmlns:a16="http://schemas.microsoft.com/office/drawing/2014/main" id="{98CB9F61-F35B-409C-ACF3-899C7AB313D6}"/>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r Verbinder 70">
            <a:extLst>
              <a:ext uri="{FF2B5EF4-FFF2-40B4-BE49-F238E27FC236}">
                <a16:creationId xmlns:a16="http://schemas.microsoft.com/office/drawing/2014/main" id="{B6480053-D7E6-4595-A735-FE12B5972847}"/>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Ellipse 71">
            <a:extLst>
              <a:ext uri="{FF2B5EF4-FFF2-40B4-BE49-F238E27FC236}">
                <a16:creationId xmlns:a16="http://schemas.microsoft.com/office/drawing/2014/main" id="{3335F1E6-08C3-432C-AA0B-835B09B86CE5}"/>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73" name="Ellipse 72">
            <a:extLst>
              <a:ext uri="{FF2B5EF4-FFF2-40B4-BE49-F238E27FC236}">
                <a16:creationId xmlns:a16="http://schemas.microsoft.com/office/drawing/2014/main" id="{72347687-D3D2-430C-9F8C-EFCBD71926D4}"/>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74" name="Ellipse 73">
            <a:extLst>
              <a:ext uri="{FF2B5EF4-FFF2-40B4-BE49-F238E27FC236}">
                <a16:creationId xmlns:a16="http://schemas.microsoft.com/office/drawing/2014/main" id="{5585BAAF-D79D-46BE-89CB-273FA952BB79}"/>
              </a:ext>
            </a:extLst>
          </p:cNvPr>
          <p:cNvSpPr/>
          <p:nvPr/>
        </p:nvSpPr>
        <p:spPr bwMode="auto">
          <a:xfrm>
            <a:off x="9724571" y="3392836"/>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75" name="Ellipse 74">
            <a:extLst>
              <a:ext uri="{FF2B5EF4-FFF2-40B4-BE49-F238E27FC236}">
                <a16:creationId xmlns:a16="http://schemas.microsoft.com/office/drawing/2014/main" id="{6FD317F8-5BF9-4884-B97C-1A5E4B812DE3}"/>
              </a:ext>
            </a:extLst>
          </p:cNvPr>
          <p:cNvSpPr/>
          <p:nvPr/>
        </p:nvSpPr>
        <p:spPr bwMode="auto">
          <a:xfrm>
            <a:off x="9502014" y="4432051"/>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5</a:t>
            </a:r>
          </a:p>
        </p:txBody>
      </p:sp>
      <p:sp>
        <p:nvSpPr>
          <p:cNvPr id="76" name="Ellipse 75">
            <a:extLst>
              <a:ext uri="{FF2B5EF4-FFF2-40B4-BE49-F238E27FC236}">
                <a16:creationId xmlns:a16="http://schemas.microsoft.com/office/drawing/2014/main" id="{EE980ACC-46E2-4B51-86D2-325200DAEF69}"/>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4</a:t>
            </a:r>
          </a:p>
        </p:txBody>
      </p:sp>
      <p:sp>
        <p:nvSpPr>
          <p:cNvPr id="85" name="Rechteck 84">
            <a:extLst>
              <a:ext uri="{FF2B5EF4-FFF2-40B4-BE49-F238E27FC236}">
                <a16:creationId xmlns:a16="http://schemas.microsoft.com/office/drawing/2014/main" id="{B4730044-47AF-4441-A151-480FD48A1FD4}"/>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86" name="Rechteck 85">
            <a:extLst>
              <a:ext uri="{FF2B5EF4-FFF2-40B4-BE49-F238E27FC236}">
                <a16:creationId xmlns:a16="http://schemas.microsoft.com/office/drawing/2014/main" id="{A3898033-B228-4FC8-9E5F-005A5DD2D0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87" name="Gerader Verbinder 86">
            <a:extLst>
              <a:ext uri="{FF2B5EF4-FFF2-40B4-BE49-F238E27FC236}">
                <a16:creationId xmlns:a16="http://schemas.microsoft.com/office/drawing/2014/main" id="{1E6B537E-239B-44EE-A104-169A1A8C632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r Verbinder 87">
            <a:extLst>
              <a:ext uri="{FF2B5EF4-FFF2-40B4-BE49-F238E27FC236}">
                <a16:creationId xmlns:a16="http://schemas.microsoft.com/office/drawing/2014/main" id="{0DEECD10-669D-42F7-84E8-EB5286CE9F3C}"/>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r Verbinder 88">
            <a:extLst>
              <a:ext uri="{FF2B5EF4-FFF2-40B4-BE49-F238E27FC236}">
                <a16:creationId xmlns:a16="http://schemas.microsoft.com/office/drawing/2014/main" id="{AB26A83C-5976-4859-AB4A-2B9997AC816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r Verbinder 89">
            <a:extLst>
              <a:ext uri="{FF2B5EF4-FFF2-40B4-BE49-F238E27FC236}">
                <a16:creationId xmlns:a16="http://schemas.microsoft.com/office/drawing/2014/main" id="{162AFE36-8C52-43BC-A0F8-783339E3AEF8}"/>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9" name="Gerader Verbinder 98">
            <a:extLst>
              <a:ext uri="{FF2B5EF4-FFF2-40B4-BE49-F238E27FC236}">
                <a16:creationId xmlns:a16="http://schemas.microsoft.com/office/drawing/2014/main" id="{1DE1E275-98E4-4DD5-A0AB-3C75C049B91D}"/>
              </a:ext>
            </a:extLst>
          </p:cNvPr>
          <p:cNvCxnSpPr>
            <a:cxnSpLocks/>
          </p:cNvCxnSpPr>
          <p:nvPr/>
        </p:nvCxnSpPr>
        <p:spPr bwMode="auto">
          <a:xfrm flipV="1">
            <a:off x="6553299" y="3462479"/>
            <a:ext cx="3493881" cy="182658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0" name="Gerader Verbinder 99">
            <a:extLst>
              <a:ext uri="{FF2B5EF4-FFF2-40B4-BE49-F238E27FC236}">
                <a16:creationId xmlns:a16="http://schemas.microsoft.com/office/drawing/2014/main" id="{2E76E600-5CA7-45AE-BD2E-7B68333B52D4}"/>
              </a:ext>
            </a:extLst>
          </p:cNvPr>
          <p:cNvCxnSpPr>
            <a:cxnSpLocks/>
          </p:cNvCxnSpPr>
          <p:nvPr/>
        </p:nvCxnSpPr>
        <p:spPr bwMode="auto">
          <a:xfrm flipV="1">
            <a:off x="6555825" y="3567164"/>
            <a:ext cx="3595087" cy="1716012"/>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4" name="Rechteck 133">
            <a:extLst>
              <a:ext uri="{FF2B5EF4-FFF2-40B4-BE49-F238E27FC236}">
                <a16:creationId xmlns:a16="http://schemas.microsoft.com/office/drawing/2014/main" id="{156FA01D-A462-428E-981D-74C253D7CAA9}"/>
              </a:ext>
            </a:extLst>
          </p:cNvPr>
          <p:cNvSpPr/>
          <p:nvPr/>
        </p:nvSpPr>
        <p:spPr bwMode="auto">
          <a:xfrm>
            <a:off x="10066203" y="3398418"/>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141" name="Rechteck 140">
            <a:extLst>
              <a:ext uri="{FF2B5EF4-FFF2-40B4-BE49-F238E27FC236}">
                <a16:creationId xmlns:a16="http://schemas.microsoft.com/office/drawing/2014/main" id="{BB027C27-C645-4831-A984-040B4EEFA7C3}"/>
              </a:ext>
            </a:extLst>
          </p:cNvPr>
          <p:cNvSpPr/>
          <p:nvPr/>
        </p:nvSpPr>
        <p:spPr bwMode="auto">
          <a:xfrm>
            <a:off x="9884728" y="3235181"/>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55" name="Sprechblase: rechteckig mit abgerundeten Ecken 54">
            <a:extLst>
              <a:ext uri="{FF2B5EF4-FFF2-40B4-BE49-F238E27FC236}">
                <a16:creationId xmlns:a16="http://schemas.microsoft.com/office/drawing/2014/main" id="{27C74511-6D8E-4B1F-8FEB-3B9AF5457F4F}"/>
              </a:ext>
            </a:extLst>
          </p:cNvPr>
          <p:cNvSpPr/>
          <p:nvPr/>
        </p:nvSpPr>
        <p:spPr bwMode="auto">
          <a:xfrm>
            <a:off x="4428208" y="4594453"/>
            <a:ext cx="1044107" cy="510778"/>
          </a:xfrm>
          <a:prstGeom prst="wedgeRoundRectCallout">
            <a:avLst>
              <a:gd name="adj1" fmla="val -111937"/>
              <a:gd name="adj2" fmla="val -93463"/>
              <a:gd name="adj3" fmla="val 16667"/>
            </a:avLst>
          </a:prstGeom>
          <a:ln w="28575">
            <a:solidFill>
              <a:srgbClr val="00646E"/>
            </a:solidFill>
          </a:ln>
        </p:spPr>
        <p:txBody>
          <a:bodyPr wrap="square">
            <a:spAutoFit/>
          </a:bodyPr>
          <a:lstStyle/>
          <a:p>
            <a:pPr algn="ctr"/>
            <a:r>
              <a:rPr lang="en-US" sz="1200">
                <a:solidFill>
                  <a:schemeClr val="tx1"/>
                </a:solidFill>
              </a:rPr>
              <a:t>Errors  get minimized</a:t>
            </a:r>
          </a:p>
        </p:txBody>
      </p:sp>
      <p:cxnSp>
        <p:nvCxnSpPr>
          <p:cNvPr id="57" name="Gerade Verbindung mit Pfeil 56">
            <a:extLst>
              <a:ext uri="{FF2B5EF4-FFF2-40B4-BE49-F238E27FC236}">
                <a16:creationId xmlns:a16="http://schemas.microsoft.com/office/drawing/2014/main" id="{F7D3BDCC-DAE9-4BC5-BDCA-B214C10BE392}"/>
              </a:ext>
            </a:extLst>
          </p:cNvPr>
          <p:cNvCxnSpPr/>
          <p:nvPr/>
        </p:nvCxnSpPr>
        <p:spPr bwMode="auto">
          <a:xfrm flipH="1">
            <a:off x="9365383" y="3843757"/>
            <a:ext cx="217949"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2322912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dirty="0"/>
              <a:t>Neural Networks Take Key Inspirations from Biological Brains:</a:t>
            </a:r>
            <a:br>
              <a:rPr lang="en-US" dirty="0"/>
            </a:br>
            <a:r>
              <a:rPr lang="en-US" dirty="0"/>
              <a:t>3. Adjust model for each new data point slightly</a:t>
            </a:r>
          </a:p>
        </p:txBody>
      </p:sp>
      <p:sp>
        <p:nvSpPr>
          <p:cNvPr id="5" name="Inhaltsplatzhalter 4">
            <a:extLst>
              <a:ext uri="{FF2B5EF4-FFF2-40B4-BE49-F238E27FC236}">
                <a16:creationId xmlns:a16="http://schemas.microsoft.com/office/drawing/2014/main" id="{4ED22F6D-A342-427D-916B-48F14F2E83B1}"/>
              </a:ext>
            </a:extLst>
          </p:cNvPr>
          <p:cNvSpPr>
            <a:spLocks noGrp="1"/>
          </p:cNvSpPr>
          <p:nvPr>
            <p:ph sz="half" idx="1"/>
          </p:nvPr>
        </p:nvSpPr>
        <p:spPr/>
        <p:txBody>
          <a:bodyPr/>
          <a:lstStyle/>
          <a:p>
            <a:r>
              <a:rPr lang="en-US" sz="1600"/>
              <a:t>Inference Statistics calculates a model from all data points at once</a:t>
            </a:r>
          </a:p>
        </p:txBody>
      </p:sp>
      <p:sp>
        <p:nvSpPr>
          <p:cNvPr id="7" name="Inhaltsplatzhalter 6">
            <a:extLst>
              <a:ext uri="{FF2B5EF4-FFF2-40B4-BE49-F238E27FC236}">
                <a16:creationId xmlns:a16="http://schemas.microsoft.com/office/drawing/2014/main" id="{496D9C66-6FEB-410F-B6CB-DD9845C08D93}"/>
              </a:ext>
            </a:extLst>
          </p:cNvPr>
          <p:cNvSpPr>
            <a:spLocks noGrp="1"/>
          </p:cNvSpPr>
          <p:nvPr>
            <p:ph sz="half" idx="2"/>
          </p:nvPr>
        </p:nvSpPr>
        <p:spPr/>
        <p:txBody>
          <a:bodyPr/>
          <a:lstStyle/>
          <a:p>
            <a:pPr marL="342900" indent="-342900">
              <a:buFont typeface="+mj-lt"/>
              <a:buAutoNum type="arabicPeriod"/>
            </a:pPr>
            <a:r>
              <a:rPr lang="en-US" sz="1600" dirty="0"/>
              <a:t>Neural Networks start with random parameters </a:t>
            </a:r>
          </a:p>
          <a:p>
            <a:pPr marL="342900" indent="-342900">
              <a:buFont typeface="+mj-lt"/>
              <a:buAutoNum type="arabicPeriod"/>
            </a:pPr>
            <a:r>
              <a:rPr lang="en-US" sz="1600" dirty="0"/>
              <a:t>Next they adjust the parameter for each new data point.</a:t>
            </a:r>
          </a:p>
          <a:p>
            <a:endParaRPr lang="en-US" dirty="0"/>
          </a:p>
        </p:txBody>
      </p:sp>
      <p:sp>
        <p:nvSpPr>
          <p:cNvPr id="38" name="Textfeld 37">
            <a:extLst>
              <a:ext uri="{FF2B5EF4-FFF2-40B4-BE49-F238E27FC236}">
                <a16:creationId xmlns:a16="http://schemas.microsoft.com/office/drawing/2014/main" id="{3A236845-C7DD-4421-936D-8C3A88BA5D86}"/>
              </a:ext>
            </a:extLst>
          </p:cNvPr>
          <p:cNvSpPr txBox="1"/>
          <p:nvPr/>
        </p:nvSpPr>
        <p:spPr>
          <a:xfrm>
            <a:off x="2210743" y="5138996"/>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28" name="Rechteck 27">
            <a:extLst>
              <a:ext uri="{FF2B5EF4-FFF2-40B4-BE49-F238E27FC236}">
                <a16:creationId xmlns:a16="http://schemas.microsoft.com/office/drawing/2014/main" id="{AD8AC898-621A-4A21-A9B9-0FF1D9CAA1BB}"/>
              </a:ext>
            </a:extLst>
          </p:cNvPr>
          <p:cNvSpPr/>
          <p:nvPr/>
        </p:nvSpPr>
        <p:spPr>
          <a:xfrm>
            <a:off x="627064" y="5975992"/>
            <a:ext cx="11340763" cy="369332"/>
          </a:xfrm>
          <a:prstGeom prst="rect">
            <a:avLst/>
          </a:prstGeom>
          <a:ln w="28575">
            <a:solidFill>
              <a:srgbClr val="00646E"/>
            </a:solidFill>
          </a:ln>
        </p:spPr>
        <p:txBody>
          <a:bodyPr wrap="square">
            <a:spAutoFit/>
          </a:bodyPr>
          <a:lstStyle/>
          <a:p>
            <a:pPr algn="ctr"/>
            <a:r>
              <a:rPr lang="en-US">
                <a:solidFill>
                  <a:schemeClr val="tx1"/>
                </a:solidFill>
              </a:rPr>
              <a:t> Machine Learning never moves 100% onto the new data point. Why?</a:t>
            </a:r>
          </a:p>
        </p:txBody>
      </p:sp>
      <p:grpSp>
        <p:nvGrpSpPr>
          <p:cNvPr id="67" name="Gruppieren 66">
            <a:extLst>
              <a:ext uri="{FF2B5EF4-FFF2-40B4-BE49-F238E27FC236}">
                <a16:creationId xmlns:a16="http://schemas.microsoft.com/office/drawing/2014/main" id="{65F78391-AA35-4281-BA76-46FAF568D3CA}"/>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C5338CD7-358E-451A-8B82-8C1400D17553}"/>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r Verbinder 32">
              <a:extLst>
                <a:ext uri="{FF2B5EF4-FFF2-40B4-BE49-F238E27FC236}">
                  <a16:creationId xmlns:a16="http://schemas.microsoft.com/office/drawing/2014/main" id="{DF87BF2C-EB90-4088-A862-725176F7106A}"/>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Ellipse 33">
              <a:extLst>
                <a:ext uri="{FF2B5EF4-FFF2-40B4-BE49-F238E27FC236}">
                  <a16:creationId xmlns:a16="http://schemas.microsoft.com/office/drawing/2014/main" id="{85BD3725-5813-4C52-A898-E278A2ED5CD4}"/>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7C30DE4-AEA5-4867-A6AF-E107B727A0E1}"/>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466BF94F-6E50-427F-9346-1ED27756ABEE}"/>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61901B89-2C47-46CB-A2E9-AFC78F75F696}"/>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47FAF05D-666B-40ED-A46F-F0D50CEF2F00}"/>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1" name="Gerader Verbinder 40">
              <a:extLst>
                <a:ext uri="{FF2B5EF4-FFF2-40B4-BE49-F238E27FC236}">
                  <a16:creationId xmlns:a16="http://schemas.microsoft.com/office/drawing/2014/main" id="{3E9D9C05-6833-4635-A5A2-89289EA31FA1}"/>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r Verbinder 41">
              <a:extLst>
                <a:ext uri="{FF2B5EF4-FFF2-40B4-BE49-F238E27FC236}">
                  <a16:creationId xmlns:a16="http://schemas.microsoft.com/office/drawing/2014/main" id="{13743652-43B5-48B8-8CEC-98CF16FD3090}"/>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F5C8701B-8E81-4FAD-9397-F4729F87AD22}"/>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F40A7E4A-4DD4-48C4-BCE4-0500CC3543C0}"/>
                </a:ext>
              </a:extLst>
            </p:cNvPr>
            <p:cNvCxnSpPr>
              <a:cxnSpLocks/>
              <a:endCxn id="34"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700A42CC-BE42-44B5-A528-9E89B0BE8C96}"/>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E6BD66AB-0094-40A4-8D0A-03D9218528A2}"/>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CB1A5792-6C15-48DA-B417-D025C4C9CF1E}"/>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29CDE195-D3DD-4AFF-98BB-149FE33AF2E0}"/>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C5E2FBD6-7D94-4C1C-99AE-BA822D68FCDF}"/>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3BB95034-DE1F-40D9-95AE-D1B30401B04D}"/>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41D26D5B-B2EA-4B30-B097-D7D45D3E2FA5}"/>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7D959E0B-39E7-4D06-B7BA-3E5DDAF26502}"/>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55" name="Sprechblase: rechteckig mit abgerundeten Ecken 54">
            <a:extLst>
              <a:ext uri="{FF2B5EF4-FFF2-40B4-BE49-F238E27FC236}">
                <a16:creationId xmlns:a16="http://schemas.microsoft.com/office/drawing/2014/main" id="{27C74511-6D8E-4B1F-8FEB-3B9AF5457F4F}"/>
              </a:ext>
            </a:extLst>
          </p:cNvPr>
          <p:cNvSpPr/>
          <p:nvPr/>
        </p:nvSpPr>
        <p:spPr bwMode="auto">
          <a:xfrm>
            <a:off x="4428208" y="4594453"/>
            <a:ext cx="1044107" cy="510778"/>
          </a:xfrm>
          <a:prstGeom prst="wedgeRoundRectCallout">
            <a:avLst>
              <a:gd name="adj1" fmla="val -111937"/>
              <a:gd name="adj2" fmla="val -93463"/>
              <a:gd name="adj3" fmla="val 16667"/>
            </a:avLst>
          </a:prstGeom>
          <a:ln w="28575">
            <a:solidFill>
              <a:srgbClr val="00646E"/>
            </a:solidFill>
          </a:ln>
        </p:spPr>
        <p:txBody>
          <a:bodyPr wrap="square">
            <a:spAutoFit/>
          </a:bodyPr>
          <a:lstStyle/>
          <a:p>
            <a:pPr algn="ctr"/>
            <a:r>
              <a:rPr lang="en-US" sz="1200">
                <a:solidFill>
                  <a:schemeClr val="tx1"/>
                </a:solidFill>
              </a:rPr>
              <a:t>Errors  get minimized</a:t>
            </a:r>
          </a:p>
        </p:txBody>
      </p:sp>
      <p:grpSp>
        <p:nvGrpSpPr>
          <p:cNvPr id="3" name="Gruppieren 2">
            <a:extLst>
              <a:ext uri="{FF2B5EF4-FFF2-40B4-BE49-F238E27FC236}">
                <a16:creationId xmlns:a16="http://schemas.microsoft.com/office/drawing/2014/main" id="{D2E43927-2831-4156-8765-446E050AC5C6}"/>
              </a:ext>
            </a:extLst>
          </p:cNvPr>
          <p:cNvGrpSpPr/>
          <p:nvPr/>
        </p:nvGrpSpPr>
        <p:grpSpPr>
          <a:xfrm>
            <a:off x="6239791" y="2282494"/>
            <a:ext cx="5492272" cy="3313702"/>
            <a:chOff x="6239791" y="2282494"/>
            <a:chExt cx="5492272" cy="3313702"/>
          </a:xfrm>
        </p:grpSpPr>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10687956" y="3566726"/>
              <a:ext cx="1044107" cy="1113889"/>
            </a:xfrm>
            <a:prstGeom prst="wedgeRoundRectCallout">
              <a:avLst>
                <a:gd name="adj1" fmla="val -165157"/>
                <a:gd name="adj2" fmla="val -31790"/>
                <a:gd name="adj3" fmla="val 16667"/>
              </a:avLst>
            </a:prstGeom>
            <a:ln w="28575">
              <a:solidFill>
                <a:srgbClr val="00646E"/>
              </a:solidFill>
            </a:ln>
          </p:spPr>
          <p:txBody>
            <a:bodyPr wrap="square">
              <a:spAutoFit/>
            </a:bodyPr>
            <a:lstStyle/>
            <a:p>
              <a:pPr algn="ctr"/>
              <a:r>
                <a:rPr lang="en-US" sz="1200">
                  <a:solidFill>
                    <a:schemeClr val="tx1"/>
                  </a:solidFill>
                </a:rPr>
                <a:t>Each time move  line towards the next data point</a:t>
              </a:r>
            </a:p>
          </p:txBody>
        </p:sp>
        <p:cxnSp>
          <p:nvCxnSpPr>
            <p:cNvPr id="70" name="Gerader Verbinder 69">
              <a:extLst>
                <a:ext uri="{FF2B5EF4-FFF2-40B4-BE49-F238E27FC236}">
                  <a16:creationId xmlns:a16="http://schemas.microsoft.com/office/drawing/2014/main" id="{98CB9F61-F35B-409C-ACF3-899C7AB313D6}"/>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r Verbinder 70">
              <a:extLst>
                <a:ext uri="{FF2B5EF4-FFF2-40B4-BE49-F238E27FC236}">
                  <a16:creationId xmlns:a16="http://schemas.microsoft.com/office/drawing/2014/main" id="{B6480053-D7E6-4595-A735-FE12B5972847}"/>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Ellipse 71">
              <a:extLst>
                <a:ext uri="{FF2B5EF4-FFF2-40B4-BE49-F238E27FC236}">
                  <a16:creationId xmlns:a16="http://schemas.microsoft.com/office/drawing/2014/main" id="{3335F1E6-08C3-432C-AA0B-835B09B86CE5}"/>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73" name="Ellipse 72">
              <a:extLst>
                <a:ext uri="{FF2B5EF4-FFF2-40B4-BE49-F238E27FC236}">
                  <a16:creationId xmlns:a16="http://schemas.microsoft.com/office/drawing/2014/main" id="{72347687-D3D2-430C-9F8C-EFCBD71926D4}"/>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74" name="Ellipse 73">
              <a:extLst>
                <a:ext uri="{FF2B5EF4-FFF2-40B4-BE49-F238E27FC236}">
                  <a16:creationId xmlns:a16="http://schemas.microsoft.com/office/drawing/2014/main" id="{5585BAAF-D79D-46BE-89CB-273FA952BB79}"/>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75" name="Ellipse 74">
              <a:extLst>
                <a:ext uri="{FF2B5EF4-FFF2-40B4-BE49-F238E27FC236}">
                  <a16:creationId xmlns:a16="http://schemas.microsoft.com/office/drawing/2014/main" id="{6FD317F8-5BF9-4884-B97C-1A5E4B812DE3}"/>
                </a:ext>
              </a:extLst>
            </p:cNvPr>
            <p:cNvSpPr/>
            <p:nvPr/>
          </p:nvSpPr>
          <p:spPr bwMode="auto">
            <a:xfrm>
              <a:off x="9502014" y="4432051"/>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5</a:t>
              </a:r>
            </a:p>
          </p:txBody>
        </p:sp>
        <p:sp>
          <p:nvSpPr>
            <p:cNvPr id="76" name="Ellipse 75">
              <a:extLst>
                <a:ext uri="{FF2B5EF4-FFF2-40B4-BE49-F238E27FC236}">
                  <a16:creationId xmlns:a16="http://schemas.microsoft.com/office/drawing/2014/main" id="{EE980ACC-46E2-4B51-86D2-325200DAEF69}"/>
                </a:ext>
              </a:extLst>
            </p:cNvPr>
            <p:cNvSpPr/>
            <p:nvPr/>
          </p:nvSpPr>
          <p:spPr bwMode="auto">
            <a:xfrm>
              <a:off x="8289461" y="3722808"/>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4</a:t>
              </a:r>
            </a:p>
          </p:txBody>
        </p:sp>
        <p:sp>
          <p:nvSpPr>
            <p:cNvPr id="85" name="Rechteck 84">
              <a:extLst>
                <a:ext uri="{FF2B5EF4-FFF2-40B4-BE49-F238E27FC236}">
                  <a16:creationId xmlns:a16="http://schemas.microsoft.com/office/drawing/2014/main" id="{B4730044-47AF-4441-A151-480FD48A1FD4}"/>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86" name="Rechteck 85">
              <a:extLst>
                <a:ext uri="{FF2B5EF4-FFF2-40B4-BE49-F238E27FC236}">
                  <a16:creationId xmlns:a16="http://schemas.microsoft.com/office/drawing/2014/main" id="{A3898033-B228-4FC8-9E5F-005A5DD2D0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87" name="Gerader Verbinder 86">
              <a:extLst>
                <a:ext uri="{FF2B5EF4-FFF2-40B4-BE49-F238E27FC236}">
                  <a16:creationId xmlns:a16="http://schemas.microsoft.com/office/drawing/2014/main" id="{1E6B537E-239B-44EE-A104-169A1A8C632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r Verbinder 87">
              <a:extLst>
                <a:ext uri="{FF2B5EF4-FFF2-40B4-BE49-F238E27FC236}">
                  <a16:creationId xmlns:a16="http://schemas.microsoft.com/office/drawing/2014/main" id="{0DEECD10-669D-42F7-84E8-EB5286CE9F3C}"/>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r Verbinder 88">
              <a:extLst>
                <a:ext uri="{FF2B5EF4-FFF2-40B4-BE49-F238E27FC236}">
                  <a16:creationId xmlns:a16="http://schemas.microsoft.com/office/drawing/2014/main" id="{AB26A83C-5976-4859-AB4A-2B9997AC816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r Verbinder 89">
              <a:extLst>
                <a:ext uri="{FF2B5EF4-FFF2-40B4-BE49-F238E27FC236}">
                  <a16:creationId xmlns:a16="http://schemas.microsoft.com/office/drawing/2014/main" id="{162AFE36-8C52-43BC-A0F8-783339E3AEF8}"/>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8" name="Gerader Verbinder 97">
              <a:extLst>
                <a:ext uri="{FF2B5EF4-FFF2-40B4-BE49-F238E27FC236}">
                  <a16:creationId xmlns:a16="http://schemas.microsoft.com/office/drawing/2014/main" id="{630DF493-3F17-4529-A320-5D326CB9833F}"/>
                </a:ext>
              </a:extLst>
            </p:cNvPr>
            <p:cNvCxnSpPr>
              <a:cxnSpLocks/>
            </p:cNvCxnSpPr>
            <p:nvPr/>
          </p:nvCxnSpPr>
          <p:spPr bwMode="auto">
            <a:xfrm flipV="1">
              <a:off x="6544330" y="3174964"/>
              <a:ext cx="3116154" cy="211409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9" name="Gerader Verbinder 98">
              <a:extLst>
                <a:ext uri="{FF2B5EF4-FFF2-40B4-BE49-F238E27FC236}">
                  <a16:creationId xmlns:a16="http://schemas.microsoft.com/office/drawing/2014/main" id="{1DE1E275-98E4-4DD5-A0AB-3C75C049B91D}"/>
                </a:ext>
              </a:extLst>
            </p:cNvPr>
            <p:cNvCxnSpPr>
              <a:cxnSpLocks/>
            </p:cNvCxnSpPr>
            <p:nvPr/>
          </p:nvCxnSpPr>
          <p:spPr bwMode="auto">
            <a:xfrm flipV="1">
              <a:off x="6553299" y="3462479"/>
              <a:ext cx="3493881" cy="182658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1" name="Rechteck 140">
              <a:extLst>
                <a:ext uri="{FF2B5EF4-FFF2-40B4-BE49-F238E27FC236}">
                  <a16:creationId xmlns:a16="http://schemas.microsoft.com/office/drawing/2014/main" id="{BB027C27-C645-4831-A984-040B4EEFA7C3}"/>
                </a:ext>
              </a:extLst>
            </p:cNvPr>
            <p:cNvSpPr/>
            <p:nvPr/>
          </p:nvSpPr>
          <p:spPr bwMode="auto">
            <a:xfrm>
              <a:off x="9884728" y="3235181"/>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142" name="Rechteck 141">
              <a:extLst>
                <a:ext uri="{FF2B5EF4-FFF2-40B4-BE49-F238E27FC236}">
                  <a16:creationId xmlns:a16="http://schemas.microsoft.com/office/drawing/2014/main" id="{5EAD528C-082D-4159-9402-1D3AF00F89CD}"/>
                </a:ext>
              </a:extLst>
            </p:cNvPr>
            <p:cNvSpPr/>
            <p:nvPr/>
          </p:nvSpPr>
          <p:spPr bwMode="auto">
            <a:xfrm>
              <a:off x="9608083" y="291602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4</a:t>
              </a:r>
            </a:p>
          </p:txBody>
        </p:sp>
        <p:cxnSp>
          <p:nvCxnSpPr>
            <p:cNvPr id="57" name="Gerade Verbindung mit Pfeil 56">
              <a:extLst>
                <a:ext uri="{FF2B5EF4-FFF2-40B4-BE49-F238E27FC236}">
                  <a16:creationId xmlns:a16="http://schemas.microsoft.com/office/drawing/2014/main" id="{DA787B35-1582-45D8-B48B-C68F5F25C547}"/>
                </a:ext>
              </a:extLst>
            </p:cNvPr>
            <p:cNvCxnSpPr/>
            <p:nvPr/>
          </p:nvCxnSpPr>
          <p:spPr bwMode="auto">
            <a:xfrm flipH="1">
              <a:off x="8917276" y="3752166"/>
              <a:ext cx="422259"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9459165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dirty="0"/>
              <a:t>Neural Networks Take Key Inspirations from Biological Brains:</a:t>
            </a:r>
            <a:br>
              <a:rPr lang="en-US" dirty="0"/>
            </a:br>
            <a:r>
              <a:rPr lang="en-US" dirty="0"/>
              <a:t>3. Adjust model for each new data point slightly</a:t>
            </a:r>
          </a:p>
        </p:txBody>
      </p:sp>
      <p:sp>
        <p:nvSpPr>
          <p:cNvPr id="5" name="Inhaltsplatzhalter 4">
            <a:extLst>
              <a:ext uri="{FF2B5EF4-FFF2-40B4-BE49-F238E27FC236}">
                <a16:creationId xmlns:a16="http://schemas.microsoft.com/office/drawing/2014/main" id="{4ED22F6D-A342-427D-916B-48F14F2E83B1}"/>
              </a:ext>
            </a:extLst>
          </p:cNvPr>
          <p:cNvSpPr>
            <a:spLocks noGrp="1"/>
          </p:cNvSpPr>
          <p:nvPr>
            <p:ph sz="half" idx="1"/>
          </p:nvPr>
        </p:nvSpPr>
        <p:spPr/>
        <p:txBody>
          <a:bodyPr/>
          <a:lstStyle/>
          <a:p>
            <a:r>
              <a:rPr lang="en-US" sz="1600"/>
              <a:t>Inference Statistics calculates a model from all data points at once</a:t>
            </a:r>
          </a:p>
        </p:txBody>
      </p:sp>
      <p:sp>
        <p:nvSpPr>
          <p:cNvPr id="7" name="Inhaltsplatzhalter 6">
            <a:extLst>
              <a:ext uri="{FF2B5EF4-FFF2-40B4-BE49-F238E27FC236}">
                <a16:creationId xmlns:a16="http://schemas.microsoft.com/office/drawing/2014/main" id="{496D9C66-6FEB-410F-B6CB-DD9845C08D93}"/>
              </a:ext>
            </a:extLst>
          </p:cNvPr>
          <p:cNvSpPr>
            <a:spLocks noGrp="1"/>
          </p:cNvSpPr>
          <p:nvPr>
            <p:ph sz="half" idx="2"/>
          </p:nvPr>
        </p:nvSpPr>
        <p:spPr/>
        <p:txBody>
          <a:bodyPr/>
          <a:lstStyle/>
          <a:p>
            <a:pPr marL="342900" indent="-342900">
              <a:buFont typeface="+mj-lt"/>
              <a:buAutoNum type="arabicPeriod"/>
            </a:pPr>
            <a:r>
              <a:rPr lang="en-US" sz="1600" dirty="0"/>
              <a:t>Neural Networks start with random parameters </a:t>
            </a:r>
          </a:p>
          <a:p>
            <a:pPr marL="342900" indent="-342900">
              <a:buFont typeface="+mj-lt"/>
              <a:buAutoNum type="arabicPeriod"/>
            </a:pPr>
            <a:r>
              <a:rPr lang="en-US" sz="1600" dirty="0"/>
              <a:t>Next they adjust the parameter for each new data point.</a:t>
            </a:r>
          </a:p>
          <a:p>
            <a:endParaRPr lang="en-US" dirty="0"/>
          </a:p>
        </p:txBody>
      </p:sp>
      <p:sp>
        <p:nvSpPr>
          <p:cNvPr id="38" name="Textfeld 37">
            <a:extLst>
              <a:ext uri="{FF2B5EF4-FFF2-40B4-BE49-F238E27FC236}">
                <a16:creationId xmlns:a16="http://schemas.microsoft.com/office/drawing/2014/main" id="{3A236845-C7DD-4421-936D-8C3A88BA5D86}"/>
              </a:ext>
            </a:extLst>
          </p:cNvPr>
          <p:cNvSpPr txBox="1"/>
          <p:nvPr/>
        </p:nvSpPr>
        <p:spPr>
          <a:xfrm>
            <a:off x="2210743" y="5138996"/>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grpSp>
        <p:nvGrpSpPr>
          <p:cNvPr id="4" name="Gruppieren 3">
            <a:extLst>
              <a:ext uri="{FF2B5EF4-FFF2-40B4-BE49-F238E27FC236}">
                <a16:creationId xmlns:a16="http://schemas.microsoft.com/office/drawing/2014/main" id="{529C189C-8C31-4B79-9B14-56F333A06701}"/>
              </a:ext>
            </a:extLst>
          </p:cNvPr>
          <p:cNvGrpSpPr/>
          <p:nvPr/>
        </p:nvGrpSpPr>
        <p:grpSpPr>
          <a:xfrm>
            <a:off x="6239791" y="2282494"/>
            <a:ext cx="5669307" cy="3313702"/>
            <a:chOff x="6239791" y="2282494"/>
            <a:chExt cx="5669307" cy="3313702"/>
          </a:xfrm>
        </p:grpSpPr>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10864991" y="3582780"/>
              <a:ext cx="1044107" cy="1113889"/>
            </a:xfrm>
            <a:prstGeom prst="wedgeRoundRectCallout">
              <a:avLst>
                <a:gd name="adj1" fmla="val -192813"/>
                <a:gd name="adj2" fmla="val -8747"/>
                <a:gd name="adj3" fmla="val 16667"/>
              </a:avLst>
            </a:prstGeom>
            <a:ln w="28575">
              <a:solidFill>
                <a:srgbClr val="00646E"/>
              </a:solidFill>
            </a:ln>
          </p:spPr>
          <p:txBody>
            <a:bodyPr wrap="square">
              <a:spAutoFit/>
            </a:bodyPr>
            <a:lstStyle/>
            <a:p>
              <a:pPr algn="ctr"/>
              <a:r>
                <a:rPr lang="en-US" sz="1200">
                  <a:solidFill>
                    <a:schemeClr val="tx1"/>
                  </a:solidFill>
                </a:rPr>
                <a:t>Each time move  line towards the next data point</a:t>
              </a:r>
            </a:p>
          </p:txBody>
        </p:sp>
        <p:cxnSp>
          <p:nvCxnSpPr>
            <p:cNvPr id="70" name="Gerader Verbinder 69">
              <a:extLst>
                <a:ext uri="{FF2B5EF4-FFF2-40B4-BE49-F238E27FC236}">
                  <a16:creationId xmlns:a16="http://schemas.microsoft.com/office/drawing/2014/main" id="{98CB9F61-F35B-409C-ACF3-899C7AB313D6}"/>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r Verbinder 70">
              <a:extLst>
                <a:ext uri="{FF2B5EF4-FFF2-40B4-BE49-F238E27FC236}">
                  <a16:creationId xmlns:a16="http://schemas.microsoft.com/office/drawing/2014/main" id="{B6480053-D7E6-4595-A735-FE12B5972847}"/>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Ellipse 71">
              <a:extLst>
                <a:ext uri="{FF2B5EF4-FFF2-40B4-BE49-F238E27FC236}">
                  <a16:creationId xmlns:a16="http://schemas.microsoft.com/office/drawing/2014/main" id="{3335F1E6-08C3-432C-AA0B-835B09B86CE5}"/>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2</a:t>
              </a:r>
            </a:p>
          </p:txBody>
        </p:sp>
        <p:sp>
          <p:nvSpPr>
            <p:cNvPr id="73" name="Ellipse 72">
              <a:extLst>
                <a:ext uri="{FF2B5EF4-FFF2-40B4-BE49-F238E27FC236}">
                  <a16:creationId xmlns:a16="http://schemas.microsoft.com/office/drawing/2014/main" id="{72347687-D3D2-430C-9F8C-EFCBD71926D4}"/>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1</a:t>
              </a:r>
            </a:p>
          </p:txBody>
        </p:sp>
        <p:sp>
          <p:nvSpPr>
            <p:cNvPr id="74" name="Ellipse 73">
              <a:extLst>
                <a:ext uri="{FF2B5EF4-FFF2-40B4-BE49-F238E27FC236}">
                  <a16:creationId xmlns:a16="http://schemas.microsoft.com/office/drawing/2014/main" id="{5585BAAF-D79D-46BE-89CB-273FA952BB79}"/>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3</a:t>
              </a:r>
            </a:p>
          </p:txBody>
        </p:sp>
        <p:sp>
          <p:nvSpPr>
            <p:cNvPr id="75" name="Ellipse 74">
              <a:extLst>
                <a:ext uri="{FF2B5EF4-FFF2-40B4-BE49-F238E27FC236}">
                  <a16:creationId xmlns:a16="http://schemas.microsoft.com/office/drawing/2014/main" id="{6FD317F8-5BF9-4884-B97C-1A5E4B812DE3}"/>
                </a:ext>
              </a:extLst>
            </p:cNvPr>
            <p:cNvSpPr/>
            <p:nvPr/>
          </p:nvSpPr>
          <p:spPr bwMode="auto">
            <a:xfrm>
              <a:off x="9502014" y="4432051"/>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5</a:t>
              </a:r>
            </a:p>
          </p:txBody>
        </p:sp>
        <p:sp>
          <p:nvSpPr>
            <p:cNvPr id="76" name="Ellipse 75">
              <a:extLst>
                <a:ext uri="{FF2B5EF4-FFF2-40B4-BE49-F238E27FC236}">
                  <a16:creationId xmlns:a16="http://schemas.microsoft.com/office/drawing/2014/main" id="{EE980ACC-46E2-4B51-86D2-325200DAEF69}"/>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1200">
                  <a:solidFill>
                    <a:schemeClr val="tx1"/>
                  </a:solidFill>
                  <a:latin typeface="+mn-lt"/>
                  <a:ea typeface="Arial Unicode MS" panose="020B0604020202020204" pitchFamily="34" charset="-128"/>
                  <a:cs typeface="Arial Unicode MS" panose="020B0604020202020204" pitchFamily="34" charset="-128"/>
                </a:rPr>
                <a:t>4</a:t>
              </a:r>
            </a:p>
          </p:txBody>
        </p:sp>
        <p:sp>
          <p:nvSpPr>
            <p:cNvPr id="85" name="Rechteck 84">
              <a:extLst>
                <a:ext uri="{FF2B5EF4-FFF2-40B4-BE49-F238E27FC236}">
                  <a16:creationId xmlns:a16="http://schemas.microsoft.com/office/drawing/2014/main" id="{B4730044-47AF-4441-A151-480FD48A1FD4}"/>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86" name="Rechteck 85">
              <a:extLst>
                <a:ext uri="{FF2B5EF4-FFF2-40B4-BE49-F238E27FC236}">
                  <a16:creationId xmlns:a16="http://schemas.microsoft.com/office/drawing/2014/main" id="{A3898033-B228-4FC8-9E5F-005A5DD2D0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87" name="Gerader Verbinder 86">
              <a:extLst>
                <a:ext uri="{FF2B5EF4-FFF2-40B4-BE49-F238E27FC236}">
                  <a16:creationId xmlns:a16="http://schemas.microsoft.com/office/drawing/2014/main" id="{1E6B537E-239B-44EE-A104-169A1A8C632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r Verbinder 87">
              <a:extLst>
                <a:ext uri="{FF2B5EF4-FFF2-40B4-BE49-F238E27FC236}">
                  <a16:creationId xmlns:a16="http://schemas.microsoft.com/office/drawing/2014/main" id="{0DEECD10-669D-42F7-84E8-EB5286CE9F3C}"/>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r Verbinder 88">
              <a:extLst>
                <a:ext uri="{FF2B5EF4-FFF2-40B4-BE49-F238E27FC236}">
                  <a16:creationId xmlns:a16="http://schemas.microsoft.com/office/drawing/2014/main" id="{AB26A83C-5976-4859-AB4A-2B9997AC816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r Verbinder 89">
              <a:extLst>
                <a:ext uri="{FF2B5EF4-FFF2-40B4-BE49-F238E27FC236}">
                  <a16:creationId xmlns:a16="http://schemas.microsoft.com/office/drawing/2014/main" id="{162AFE36-8C52-43BC-A0F8-783339E3AEF8}"/>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8" name="Gerader Verbinder 97">
              <a:extLst>
                <a:ext uri="{FF2B5EF4-FFF2-40B4-BE49-F238E27FC236}">
                  <a16:creationId xmlns:a16="http://schemas.microsoft.com/office/drawing/2014/main" id="{630DF493-3F17-4529-A320-5D326CB9833F}"/>
                </a:ext>
              </a:extLst>
            </p:cNvPr>
            <p:cNvCxnSpPr>
              <a:cxnSpLocks/>
            </p:cNvCxnSpPr>
            <p:nvPr/>
          </p:nvCxnSpPr>
          <p:spPr bwMode="auto">
            <a:xfrm flipV="1">
              <a:off x="6544330" y="3174964"/>
              <a:ext cx="3116154" cy="211409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2" name="Gerader Verbinder 101">
              <a:extLst>
                <a:ext uri="{FF2B5EF4-FFF2-40B4-BE49-F238E27FC236}">
                  <a16:creationId xmlns:a16="http://schemas.microsoft.com/office/drawing/2014/main" id="{7496AD47-B7CA-4203-8F16-E362D145E7F4}"/>
                </a:ext>
              </a:extLst>
            </p:cNvPr>
            <p:cNvCxnSpPr>
              <a:cxnSpLocks/>
              <a:endCxn id="144" idx="0"/>
            </p:cNvCxnSpPr>
            <p:nvPr/>
          </p:nvCxnSpPr>
          <p:spPr bwMode="auto">
            <a:xfrm flipV="1">
              <a:off x="6572837" y="3651990"/>
              <a:ext cx="3702679" cy="16210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0" name="Gerade Verbindung mit Pfeil 139">
              <a:extLst>
                <a:ext uri="{FF2B5EF4-FFF2-40B4-BE49-F238E27FC236}">
                  <a16:creationId xmlns:a16="http://schemas.microsoft.com/office/drawing/2014/main" id="{75FE0DFC-6B14-4ECC-A076-02DDA5F4D9FB}"/>
                </a:ext>
              </a:extLst>
            </p:cNvPr>
            <p:cNvCxnSpPr/>
            <p:nvPr/>
          </p:nvCxnSpPr>
          <p:spPr bwMode="auto">
            <a:xfrm>
              <a:off x="8727467" y="4012321"/>
              <a:ext cx="576064"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2" name="Rechteck 141">
              <a:extLst>
                <a:ext uri="{FF2B5EF4-FFF2-40B4-BE49-F238E27FC236}">
                  <a16:creationId xmlns:a16="http://schemas.microsoft.com/office/drawing/2014/main" id="{5EAD528C-082D-4159-9402-1D3AF00F89CD}"/>
                </a:ext>
              </a:extLst>
            </p:cNvPr>
            <p:cNvSpPr/>
            <p:nvPr/>
          </p:nvSpPr>
          <p:spPr bwMode="auto">
            <a:xfrm>
              <a:off x="9608083" y="291602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4</a:t>
              </a:r>
            </a:p>
          </p:txBody>
        </p:sp>
        <p:sp>
          <p:nvSpPr>
            <p:cNvPr id="144" name="Rechteck 143">
              <a:extLst>
                <a:ext uri="{FF2B5EF4-FFF2-40B4-BE49-F238E27FC236}">
                  <a16:creationId xmlns:a16="http://schemas.microsoft.com/office/drawing/2014/main" id="{343EF6A3-8EB3-488A-BF45-07FFD5B37A63}"/>
                </a:ext>
              </a:extLst>
            </p:cNvPr>
            <p:cNvSpPr/>
            <p:nvPr/>
          </p:nvSpPr>
          <p:spPr bwMode="auto">
            <a:xfrm>
              <a:off x="10047181" y="3651990"/>
              <a:ext cx="456670" cy="31928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5</a:t>
              </a:r>
            </a:p>
          </p:txBody>
        </p:sp>
      </p:grpSp>
      <p:grpSp>
        <p:nvGrpSpPr>
          <p:cNvPr id="3" name="Gruppieren 2">
            <a:extLst>
              <a:ext uri="{FF2B5EF4-FFF2-40B4-BE49-F238E27FC236}">
                <a16:creationId xmlns:a16="http://schemas.microsoft.com/office/drawing/2014/main" id="{39C99EAF-0BA9-4F95-B918-C19E4C3E8FFD}"/>
              </a:ext>
            </a:extLst>
          </p:cNvPr>
          <p:cNvGrpSpPr/>
          <p:nvPr/>
        </p:nvGrpSpPr>
        <p:grpSpPr>
          <a:xfrm>
            <a:off x="338535" y="2426670"/>
            <a:ext cx="5133780" cy="3313702"/>
            <a:chOff x="338535" y="2426670"/>
            <a:chExt cx="5133780" cy="3313702"/>
          </a:xfrm>
        </p:grpSpPr>
        <p:grpSp>
          <p:nvGrpSpPr>
            <p:cNvPr id="67" name="Gruppieren 66">
              <a:extLst>
                <a:ext uri="{FF2B5EF4-FFF2-40B4-BE49-F238E27FC236}">
                  <a16:creationId xmlns:a16="http://schemas.microsoft.com/office/drawing/2014/main" id="{65F78391-AA35-4281-BA76-46FAF568D3CA}"/>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C5338CD7-358E-451A-8B82-8C1400D17553}"/>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r Verbinder 32">
                <a:extLst>
                  <a:ext uri="{FF2B5EF4-FFF2-40B4-BE49-F238E27FC236}">
                    <a16:creationId xmlns:a16="http://schemas.microsoft.com/office/drawing/2014/main" id="{DF87BF2C-EB90-4088-A862-725176F7106A}"/>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Ellipse 33">
                <a:extLst>
                  <a:ext uri="{FF2B5EF4-FFF2-40B4-BE49-F238E27FC236}">
                    <a16:creationId xmlns:a16="http://schemas.microsoft.com/office/drawing/2014/main" id="{85BD3725-5813-4C52-A898-E278A2ED5CD4}"/>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7C30DE4-AEA5-4867-A6AF-E107B727A0E1}"/>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466BF94F-6E50-427F-9346-1ED27756ABEE}"/>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61901B89-2C47-46CB-A2E9-AFC78F75F696}"/>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47FAF05D-666B-40ED-A46F-F0D50CEF2F00}"/>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1" name="Gerader Verbinder 40">
                <a:extLst>
                  <a:ext uri="{FF2B5EF4-FFF2-40B4-BE49-F238E27FC236}">
                    <a16:creationId xmlns:a16="http://schemas.microsoft.com/office/drawing/2014/main" id="{3E9D9C05-6833-4635-A5A2-89289EA31FA1}"/>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r Verbinder 41">
                <a:extLst>
                  <a:ext uri="{FF2B5EF4-FFF2-40B4-BE49-F238E27FC236}">
                    <a16:creationId xmlns:a16="http://schemas.microsoft.com/office/drawing/2014/main" id="{13743652-43B5-48B8-8CEC-98CF16FD3090}"/>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F5C8701B-8E81-4FAD-9397-F4729F87AD22}"/>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F40A7E4A-4DD4-48C4-BCE4-0500CC3543C0}"/>
                  </a:ext>
                </a:extLst>
              </p:cNvPr>
              <p:cNvCxnSpPr>
                <a:cxnSpLocks/>
                <a:endCxn id="34"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700A42CC-BE42-44B5-A528-9E89B0BE8C96}"/>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E6BD66AB-0094-40A4-8D0A-03D9218528A2}"/>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CB1A5792-6C15-48DA-B417-D025C4C9CF1E}"/>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29CDE195-D3DD-4AFF-98BB-149FE33AF2E0}"/>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C5E2FBD6-7D94-4C1C-99AE-BA822D68FCDF}"/>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3BB95034-DE1F-40D9-95AE-D1B30401B04D}"/>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41D26D5B-B2EA-4B30-B097-D7D45D3E2FA5}"/>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7D959E0B-39E7-4D06-B7BA-3E5DDAF26502}"/>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55" name="Sprechblase: rechteckig mit abgerundeten Ecken 54">
              <a:extLst>
                <a:ext uri="{FF2B5EF4-FFF2-40B4-BE49-F238E27FC236}">
                  <a16:creationId xmlns:a16="http://schemas.microsoft.com/office/drawing/2014/main" id="{27C74511-6D8E-4B1F-8FEB-3B9AF5457F4F}"/>
                </a:ext>
              </a:extLst>
            </p:cNvPr>
            <p:cNvSpPr/>
            <p:nvPr/>
          </p:nvSpPr>
          <p:spPr bwMode="auto">
            <a:xfrm>
              <a:off x="4428208" y="4594453"/>
              <a:ext cx="1044107" cy="510778"/>
            </a:xfrm>
            <a:prstGeom prst="wedgeRoundRectCallout">
              <a:avLst>
                <a:gd name="adj1" fmla="val -111937"/>
                <a:gd name="adj2" fmla="val -93463"/>
                <a:gd name="adj3" fmla="val 16667"/>
              </a:avLst>
            </a:prstGeom>
            <a:ln w="28575">
              <a:solidFill>
                <a:srgbClr val="00646E"/>
              </a:solidFill>
            </a:ln>
          </p:spPr>
          <p:txBody>
            <a:bodyPr wrap="square">
              <a:spAutoFit/>
            </a:bodyPr>
            <a:lstStyle/>
            <a:p>
              <a:pPr algn="ctr"/>
              <a:r>
                <a:rPr lang="en-US" sz="1200">
                  <a:solidFill>
                    <a:schemeClr val="tx1"/>
                  </a:solidFill>
                </a:rPr>
                <a:t>Errors  get minimized</a:t>
              </a:r>
            </a:p>
          </p:txBody>
        </p:sp>
      </p:grpSp>
      <p:sp>
        <p:nvSpPr>
          <p:cNvPr id="49" name="Rechteck 48">
            <a:extLst>
              <a:ext uri="{FF2B5EF4-FFF2-40B4-BE49-F238E27FC236}">
                <a16:creationId xmlns:a16="http://schemas.microsoft.com/office/drawing/2014/main" id="{E01D25B0-00CE-48C3-9DD3-8122AD91D051}"/>
              </a:ext>
            </a:extLst>
          </p:cNvPr>
          <p:cNvSpPr/>
          <p:nvPr/>
        </p:nvSpPr>
        <p:spPr>
          <a:xfrm>
            <a:off x="627064" y="5975992"/>
            <a:ext cx="11340763" cy="369332"/>
          </a:xfrm>
          <a:prstGeom prst="rect">
            <a:avLst/>
          </a:prstGeom>
          <a:ln w="28575">
            <a:solidFill>
              <a:srgbClr val="00646E"/>
            </a:solidFill>
          </a:ln>
        </p:spPr>
        <p:txBody>
          <a:bodyPr wrap="square">
            <a:spAutoFit/>
          </a:bodyPr>
          <a:lstStyle/>
          <a:p>
            <a:pPr algn="ctr"/>
            <a:r>
              <a:rPr lang="en-US">
                <a:solidFill>
                  <a:schemeClr val="tx1"/>
                </a:solidFill>
              </a:rPr>
              <a:t> Machine Learning never moves 100% onto the new data point. Why?</a:t>
            </a:r>
          </a:p>
        </p:txBody>
      </p:sp>
    </p:spTree>
    <p:extLst>
      <p:ext uri="{BB962C8B-B14F-4D97-AF65-F5344CB8AC3E}">
        <p14:creationId xmlns:p14="http://schemas.microsoft.com/office/powerpoint/2010/main" val="24944341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2752FBF-3213-4514-A3D5-ECE6C48C2068}"/>
              </a:ext>
            </a:extLst>
          </p:cNvPr>
          <p:cNvSpPr>
            <a:spLocks noGrp="1"/>
          </p:cNvSpPr>
          <p:nvPr>
            <p:ph type="title"/>
          </p:nvPr>
        </p:nvSpPr>
        <p:spPr/>
        <p:txBody>
          <a:bodyPr/>
          <a:lstStyle/>
          <a:p>
            <a:r>
              <a:rPr lang="en-US"/>
              <a:t>Why Does Machine Learning Never Move 100% onto the New Data Point? </a:t>
            </a:r>
          </a:p>
        </p:txBody>
      </p:sp>
      <p:sp>
        <p:nvSpPr>
          <p:cNvPr id="6" name="Inhaltsplatzhalter 5">
            <a:extLst>
              <a:ext uri="{FF2B5EF4-FFF2-40B4-BE49-F238E27FC236}">
                <a16:creationId xmlns:a16="http://schemas.microsoft.com/office/drawing/2014/main" id="{6149C931-80D7-469A-A46F-83D202F043E0}"/>
              </a:ext>
            </a:extLst>
          </p:cNvPr>
          <p:cNvSpPr>
            <a:spLocks noGrp="1"/>
          </p:cNvSpPr>
          <p:nvPr>
            <p:ph sz="half" idx="1"/>
          </p:nvPr>
        </p:nvSpPr>
        <p:spPr/>
        <p:txBody>
          <a:bodyPr/>
          <a:lstStyle/>
          <a:p>
            <a:r>
              <a:rPr lang="en-US" sz="1400" dirty="0"/>
              <a:t>Usually, data is noisy</a:t>
            </a:r>
          </a:p>
          <a:p>
            <a:pPr marL="644525" lvl="2" indent="-285750">
              <a:buFont typeface="Arial" panose="020B0604020202020204" pitchFamily="34" charset="0"/>
              <a:buChar char="•"/>
            </a:pPr>
            <a:r>
              <a:rPr lang="en-US" sz="1400" dirty="0"/>
              <a:t>Measuring errors</a:t>
            </a:r>
          </a:p>
          <a:p>
            <a:pPr marL="644525" lvl="2" indent="-285750">
              <a:buFont typeface="Arial" panose="020B0604020202020204" pitchFamily="34" charset="0"/>
              <a:buChar char="•"/>
            </a:pPr>
            <a:r>
              <a:rPr lang="en-US" sz="1400" dirty="0"/>
              <a:t>Not measured factors impacting outcome</a:t>
            </a:r>
          </a:p>
          <a:p>
            <a:pPr marL="644525" lvl="2" indent="-285750">
              <a:buFont typeface="Arial" panose="020B0604020202020204" pitchFamily="34" charset="0"/>
              <a:buChar char="•"/>
            </a:pPr>
            <a:r>
              <a:rPr lang="en-US" sz="1400" dirty="0"/>
              <a:t>…</a:t>
            </a:r>
          </a:p>
          <a:p>
            <a:pPr marL="644525" lvl="2" indent="-285750">
              <a:buFont typeface="Arial" panose="020B0604020202020204" pitchFamily="34" charset="0"/>
              <a:buChar char="•"/>
            </a:pPr>
            <a:endParaRPr lang="en-US" dirty="0"/>
          </a:p>
        </p:txBody>
      </p:sp>
      <p:sp>
        <p:nvSpPr>
          <p:cNvPr id="2" name="Inhaltsplatzhalter 1">
            <a:extLst>
              <a:ext uri="{FF2B5EF4-FFF2-40B4-BE49-F238E27FC236}">
                <a16:creationId xmlns:a16="http://schemas.microsoft.com/office/drawing/2014/main" id="{8BE12862-A276-4B2B-8D1A-AAEEA3F3E8FB}"/>
              </a:ext>
            </a:extLst>
          </p:cNvPr>
          <p:cNvSpPr>
            <a:spLocks noGrp="1"/>
          </p:cNvSpPr>
          <p:nvPr>
            <p:ph sz="half" idx="2"/>
          </p:nvPr>
        </p:nvSpPr>
        <p:spPr/>
        <p:txBody>
          <a:bodyPr/>
          <a:lstStyle/>
          <a:p>
            <a:r>
              <a:rPr lang="en-US" sz="1400"/>
              <a:t>If we would fit data to 100% to the new data point, we would:</a:t>
            </a:r>
          </a:p>
          <a:p>
            <a:pPr marL="465138" lvl="1" indent="-285750">
              <a:buFont typeface="Arial" panose="020B0604020202020204" pitchFamily="34" charset="0"/>
              <a:buChar char="•"/>
            </a:pPr>
            <a:r>
              <a:rPr lang="en-US" sz="1400"/>
              <a:t>Model jumps a lot with each data point </a:t>
            </a:r>
          </a:p>
          <a:p>
            <a:pPr marL="465138" lvl="1" indent="-285750">
              <a:buFont typeface="Arial" panose="020B0604020202020204" pitchFamily="34" charset="0"/>
              <a:buChar char="•"/>
            </a:pPr>
            <a:r>
              <a:rPr lang="en-US" sz="1400"/>
              <a:t>Last training data point determine the entire result</a:t>
            </a:r>
          </a:p>
          <a:p>
            <a:pPr marL="465138" lvl="1" indent="-285750">
              <a:buFont typeface="Arial" panose="020B0604020202020204" pitchFamily="34" charset="0"/>
              <a:buChar char="•"/>
            </a:pPr>
            <a:r>
              <a:rPr lang="en-US" sz="1400"/>
              <a:t>Model explains not just real effect but also noise of last training point</a:t>
            </a:r>
          </a:p>
          <a:p>
            <a:endParaRPr lang="en-US"/>
          </a:p>
        </p:txBody>
      </p:sp>
      <p:grpSp>
        <p:nvGrpSpPr>
          <p:cNvPr id="26" name="Gruppieren 25">
            <a:extLst>
              <a:ext uri="{FF2B5EF4-FFF2-40B4-BE49-F238E27FC236}">
                <a16:creationId xmlns:a16="http://schemas.microsoft.com/office/drawing/2014/main" id="{9E5D3BF9-6F15-4A63-A862-C588DD06E3C0}"/>
              </a:ext>
            </a:extLst>
          </p:cNvPr>
          <p:cNvGrpSpPr/>
          <p:nvPr/>
        </p:nvGrpSpPr>
        <p:grpSpPr>
          <a:xfrm>
            <a:off x="8374507" y="4044702"/>
            <a:ext cx="3485930" cy="2203360"/>
            <a:chOff x="338535" y="2426670"/>
            <a:chExt cx="5713286" cy="3313702"/>
          </a:xfrm>
        </p:grpSpPr>
        <p:grpSp>
          <p:nvGrpSpPr>
            <p:cNvPr id="27" name="Gruppieren 26">
              <a:extLst>
                <a:ext uri="{FF2B5EF4-FFF2-40B4-BE49-F238E27FC236}">
                  <a16:creationId xmlns:a16="http://schemas.microsoft.com/office/drawing/2014/main" id="{80A4B164-8803-49BB-82DC-4B8060341BFB}"/>
                </a:ext>
              </a:extLst>
            </p:cNvPr>
            <p:cNvGrpSpPr/>
            <p:nvPr/>
          </p:nvGrpSpPr>
          <p:grpSpPr>
            <a:xfrm>
              <a:off x="338535" y="2426670"/>
              <a:ext cx="4854758" cy="3313702"/>
              <a:chOff x="338535" y="2426670"/>
              <a:chExt cx="4854758" cy="3313702"/>
            </a:xfrm>
          </p:grpSpPr>
          <p:cxnSp>
            <p:nvCxnSpPr>
              <p:cNvPr id="31" name="Gerader Verbinder 30">
                <a:extLst>
                  <a:ext uri="{FF2B5EF4-FFF2-40B4-BE49-F238E27FC236}">
                    <a16:creationId xmlns:a16="http://schemas.microsoft.com/office/drawing/2014/main" id="{D78C2131-EC24-4CA5-91A9-C60466EA469E}"/>
                  </a:ext>
                </a:extLst>
              </p:cNvPr>
              <p:cNvCxnSpPr/>
              <p:nvPr/>
            </p:nvCxnSpPr>
            <p:spPr bwMode="auto">
              <a:xfrm>
                <a:off x="643074" y="2600908"/>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2" name="Gerader Verbinder 31">
                <a:extLst>
                  <a:ext uri="{FF2B5EF4-FFF2-40B4-BE49-F238E27FC236}">
                    <a16:creationId xmlns:a16="http://schemas.microsoft.com/office/drawing/2014/main" id="{22BB9FF9-C451-4782-B2CB-E1B7655B0657}"/>
                  </a:ext>
                </a:extLst>
              </p:cNvPr>
              <p:cNvCxnSpPr>
                <a:cxnSpLocks/>
              </p:cNvCxnSpPr>
              <p:nvPr/>
            </p:nvCxnSpPr>
            <p:spPr bwMode="auto">
              <a:xfrm>
                <a:off x="643074" y="5427352"/>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3" name="Ellipse 32">
                <a:extLst>
                  <a:ext uri="{FF2B5EF4-FFF2-40B4-BE49-F238E27FC236}">
                    <a16:creationId xmlns:a16="http://schemas.microsoft.com/office/drawing/2014/main" id="{61C2F54C-2536-4243-89CF-EE5A160D9FDF}"/>
                  </a:ext>
                </a:extLst>
              </p:cNvPr>
              <p:cNvSpPr/>
              <p:nvPr/>
            </p:nvSpPr>
            <p:spPr bwMode="auto">
              <a:xfrm>
                <a:off x="2158351" y="4945209"/>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7CEA2B15-B9F1-4074-BE3B-A2077456A0EC}"/>
                  </a:ext>
                </a:extLst>
              </p:cNvPr>
              <p:cNvSpPr/>
              <p:nvPr/>
            </p:nvSpPr>
            <p:spPr bwMode="auto">
              <a:xfrm>
                <a:off x="1416113" y="462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95CEA8B4-E3DE-474D-B380-144CB764B164}"/>
                  </a:ext>
                </a:extLst>
              </p:cNvPr>
              <p:cNvSpPr/>
              <p:nvPr/>
            </p:nvSpPr>
            <p:spPr bwMode="auto">
              <a:xfrm>
                <a:off x="3823315" y="3537012"/>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163A02D-297B-4DFD-8B3A-F03321822F77}"/>
                  </a:ext>
                </a:extLst>
              </p:cNvPr>
              <p:cNvSpPr/>
              <p:nvPr/>
            </p:nvSpPr>
            <p:spPr bwMode="auto">
              <a:xfrm>
                <a:off x="3600758" y="4576227"/>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800">
                  <a:solidFill>
                    <a:schemeClr val="tx1"/>
                  </a:solidFill>
                  <a:latin typeface="+mn-lt"/>
                  <a:ea typeface="Arial Unicode MS" panose="020B0604020202020204" pitchFamily="34" charset="-128"/>
                  <a:cs typeface="Arial Unicode MS" panose="020B0604020202020204" pitchFamily="34" charset="-128"/>
                </a:endParaRPr>
              </a:p>
            </p:txBody>
          </p:sp>
          <p:sp>
            <p:nvSpPr>
              <p:cNvPr id="41" name="Ellipse 40">
                <a:extLst>
                  <a:ext uri="{FF2B5EF4-FFF2-40B4-BE49-F238E27FC236}">
                    <a16:creationId xmlns:a16="http://schemas.microsoft.com/office/drawing/2014/main" id="{EC617298-D50B-49C7-838B-3F78E2ECC1C8}"/>
                  </a:ext>
                </a:extLst>
              </p:cNvPr>
              <p:cNvSpPr/>
              <p:nvPr/>
            </p:nvSpPr>
            <p:spPr bwMode="auto">
              <a:xfrm>
                <a:off x="2388205" y="386698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4" name="Gerader Verbinder 43">
                <a:extLst>
                  <a:ext uri="{FF2B5EF4-FFF2-40B4-BE49-F238E27FC236}">
                    <a16:creationId xmlns:a16="http://schemas.microsoft.com/office/drawing/2014/main" id="{3E2CCD51-D879-426A-80F0-7DDDEA2CF844}"/>
                  </a:ext>
                </a:extLst>
              </p:cNvPr>
              <p:cNvCxnSpPr>
                <a:cxnSpLocks/>
              </p:cNvCxnSpPr>
              <p:nvPr/>
            </p:nvCxnSpPr>
            <p:spPr bwMode="auto">
              <a:xfrm flipV="1">
                <a:off x="1201136" y="3807012"/>
                <a:ext cx="3330370" cy="1354161"/>
              </a:xfrm>
              <a:prstGeom prst="line">
                <a:avLst/>
              </a:prstGeom>
              <a:solidFill>
                <a:schemeClr val="tx2"/>
              </a:solidFill>
              <a:ln w="9525" cap="flat" cmpd="sng" algn="ctr">
                <a:solidFill>
                  <a:srgbClr val="00646E"/>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5" name="Gerader Verbinder 44">
                <a:extLst>
                  <a:ext uri="{FF2B5EF4-FFF2-40B4-BE49-F238E27FC236}">
                    <a16:creationId xmlns:a16="http://schemas.microsoft.com/office/drawing/2014/main" id="{737693EF-73CF-4CB8-BFFD-698E7675ADBA}"/>
                  </a:ext>
                </a:extLst>
              </p:cNvPr>
              <p:cNvCxnSpPr/>
              <p:nvPr/>
            </p:nvCxnSpPr>
            <p:spPr bwMode="auto">
              <a:xfrm>
                <a:off x="3908713" y="3753841"/>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603B1238-9E14-4511-8779-34CA764A6F2D}"/>
                  </a:ext>
                </a:extLst>
              </p:cNvPr>
              <p:cNvCxnSpPr>
                <a:cxnSpLocks/>
              </p:cNvCxnSpPr>
              <p:nvPr/>
            </p:nvCxnSpPr>
            <p:spPr bwMode="auto">
              <a:xfrm>
                <a:off x="3703414" y="4165083"/>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r Verbinder 46">
                <a:extLst>
                  <a:ext uri="{FF2B5EF4-FFF2-40B4-BE49-F238E27FC236}">
                    <a16:creationId xmlns:a16="http://schemas.microsoft.com/office/drawing/2014/main" id="{3D012072-F92F-45D3-832A-E1C1CBF6587E}"/>
                  </a:ext>
                </a:extLst>
              </p:cNvPr>
              <p:cNvCxnSpPr>
                <a:cxnSpLocks/>
                <a:endCxn id="33" idx="0"/>
              </p:cNvCxnSpPr>
              <p:nvPr/>
            </p:nvCxnSpPr>
            <p:spPr bwMode="auto">
              <a:xfrm>
                <a:off x="2247669" y="4757923"/>
                <a:ext cx="0" cy="187286"/>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r Verbinder 47">
                <a:extLst>
                  <a:ext uri="{FF2B5EF4-FFF2-40B4-BE49-F238E27FC236}">
                    <a16:creationId xmlns:a16="http://schemas.microsoft.com/office/drawing/2014/main" id="{780BAFE2-7FCC-46FE-BFAF-885F239A3794}"/>
                  </a:ext>
                </a:extLst>
              </p:cNvPr>
              <p:cNvCxnSpPr>
                <a:cxnSpLocks/>
              </p:cNvCxnSpPr>
              <p:nvPr/>
            </p:nvCxnSpPr>
            <p:spPr bwMode="auto">
              <a:xfrm>
                <a:off x="2479278" y="4106956"/>
                <a:ext cx="0" cy="51896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9" name="Gerader Verbinder 48">
                <a:extLst>
                  <a:ext uri="{FF2B5EF4-FFF2-40B4-BE49-F238E27FC236}">
                    <a16:creationId xmlns:a16="http://schemas.microsoft.com/office/drawing/2014/main" id="{B6191FE9-0624-459B-8B60-8487771357A1}"/>
                  </a:ext>
                </a:extLst>
              </p:cNvPr>
              <p:cNvCxnSpPr/>
              <p:nvPr/>
            </p:nvCxnSpPr>
            <p:spPr bwMode="auto">
              <a:xfrm>
                <a:off x="1505430" y="4788937"/>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0" name="Rechteck 49">
                <a:extLst>
                  <a:ext uri="{FF2B5EF4-FFF2-40B4-BE49-F238E27FC236}">
                    <a16:creationId xmlns:a16="http://schemas.microsoft.com/office/drawing/2014/main" id="{4EC0A9F6-59B9-4547-B021-0000D33E2680}"/>
                  </a:ext>
                </a:extLst>
              </p:cNvPr>
              <p:cNvSpPr/>
              <p:nvPr/>
            </p:nvSpPr>
            <p:spPr bwMode="auto">
              <a:xfrm>
                <a:off x="3830923" y="5452020"/>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51" name="Rechteck 50">
                <a:extLst>
                  <a:ext uri="{FF2B5EF4-FFF2-40B4-BE49-F238E27FC236}">
                    <a16:creationId xmlns:a16="http://schemas.microsoft.com/office/drawing/2014/main" id="{10585E6F-8917-4E37-B248-2003E2B6F203}"/>
                  </a:ext>
                </a:extLst>
              </p:cNvPr>
              <p:cNvSpPr/>
              <p:nvPr/>
            </p:nvSpPr>
            <p:spPr bwMode="auto">
              <a:xfrm rot="16200000">
                <a:off x="-198474" y="2963679"/>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52" name="Gerader Verbinder 51">
                <a:extLst>
                  <a:ext uri="{FF2B5EF4-FFF2-40B4-BE49-F238E27FC236}">
                    <a16:creationId xmlns:a16="http://schemas.microsoft.com/office/drawing/2014/main" id="{43ADC13C-FEC8-4B24-A996-CCDF9E95396B}"/>
                  </a:ext>
                </a:extLst>
              </p:cNvPr>
              <p:cNvCxnSpPr/>
              <p:nvPr/>
            </p:nvCxnSpPr>
            <p:spPr bwMode="auto">
              <a:xfrm flipH="1">
                <a:off x="746488" y="528121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3" name="Gerader Verbinder 52">
                <a:extLst>
                  <a:ext uri="{FF2B5EF4-FFF2-40B4-BE49-F238E27FC236}">
                    <a16:creationId xmlns:a16="http://schemas.microsoft.com/office/drawing/2014/main" id="{65A61C99-7DA3-4A35-A2E6-A015746779B2}"/>
                  </a:ext>
                </a:extLst>
              </p:cNvPr>
              <p:cNvCxnSpPr/>
              <p:nvPr/>
            </p:nvCxnSpPr>
            <p:spPr bwMode="auto">
              <a:xfrm flipH="1">
                <a:off x="830652" y="5279914"/>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83C0AB40-1918-4F09-8986-E541D3A099F2}"/>
                  </a:ext>
                </a:extLst>
              </p:cNvPr>
              <p:cNvCxnSpPr/>
              <p:nvPr/>
            </p:nvCxnSpPr>
            <p:spPr bwMode="auto">
              <a:xfrm flipV="1">
                <a:off x="574559" y="4879444"/>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5" name="Gerader Verbinder 54">
                <a:extLst>
                  <a:ext uri="{FF2B5EF4-FFF2-40B4-BE49-F238E27FC236}">
                    <a16:creationId xmlns:a16="http://schemas.microsoft.com/office/drawing/2014/main" id="{778ECDC5-5349-4DF9-BFB8-36FED1A9AE9F}"/>
                  </a:ext>
                </a:extLst>
              </p:cNvPr>
              <p:cNvCxnSpPr/>
              <p:nvPr/>
            </p:nvCxnSpPr>
            <p:spPr bwMode="auto">
              <a:xfrm flipH="1">
                <a:off x="559081" y="4741567"/>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28" name="Sprechblase: rechteckig mit abgerundeten Ecken 27">
              <a:extLst>
                <a:ext uri="{FF2B5EF4-FFF2-40B4-BE49-F238E27FC236}">
                  <a16:creationId xmlns:a16="http://schemas.microsoft.com/office/drawing/2014/main" id="{5CDA10B2-63FA-42D7-ADDA-BA0B36A2427E}"/>
                </a:ext>
              </a:extLst>
            </p:cNvPr>
            <p:cNvSpPr/>
            <p:nvPr/>
          </p:nvSpPr>
          <p:spPr bwMode="auto">
            <a:xfrm>
              <a:off x="4428207" y="4594453"/>
              <a:ext cx="1623614" cy="665751"/>
            </a:xfrm>
            <a:prstGeom prst="wedgeRoundRectCallout">
              <a:avLst>
                <a:gd name="adj1" fmla="val -86599"/>
                <a:gd name="adj2" fmla="val -83890"/>
                <a:gd name="adj3" fmla="val 16667"/>
              </a:avLst>
            </a:prstGeom>
            <a:solidFill>
              <a:schemeClr val="bg1"/>
            </a:solidFill>
            <a:ln w="28575">
              <a:solidFill>
                <a:srgbClr val="00646E"/>
              </a:solidFill>
            </a:ln>
          </p:spPr>
          <p:txBody>
            <a:bodyPr wrap="square">
              <a:spAutoFit/>
            </a:bodyPr>
            <a:lstStyle/>
            <a:p>
              <a:pPr algn="ctr"/>
              <a:r>
                <a:rPr lang="en-US" sz="1000">
                  <a:solidFill>
                    <a:schemeClr val="tx1"/>
                  </a:solidFill>
                </a:rPr>
                <a:t>Errors  get minimized</a:t>
              </a:r>
            </a:p>
          </p:txBody>
        </p:sp>
      </p:grpSp>
      <p:grpSp>
        <p:nvGrpSpPr>
          <p:cNvPr id="116" name="Gruppieren 115">
            <a:extLst>
              <a:ext uri="{FF2B5EF4-FFF2-40B4-BE49-F238E27FC236}">
                <a16:creationId xmlns:a16="http://schemas.microsoft.com/office/drawing/2014/main" id="{1AD1A8EE-6262-410E-AAA2-AB163D3FF181}"/>
              </a:ext>
            </a:extLst>
          </p:cNvPr>
          <p:cNvGrpSpPr/>
          <p:nvPr/>
        </p:nvGrpSpPr>
        <p:grpSpPr>
          <a:xfrm>
            <a:off x="4423512" y="3998327"/>
            <a:ext cx="3809193" cy="2249735"/>
            <a:chOff x="6239791" y="2282494"/>
            <a:chExt cx="6231071" cy="3383445"/>
          </a:xfrm>
        </p:grpSpPr>
        <p:cxnSp>
          <p:nvCxnSpPr>
            <p:cNvPr id="118" name="Gerader Verbinder 117">
              <a:extLst>
                <a:ext uri="{FF2B5EF4-FFF2-40B4-BE49-F238E27FC236}">
                  <a16:creationId xmlns:a16="http://schemas.microsoft.com/office/drawing/2014/main" id="{A1019F2A-52DA-4B18-BF67-A3AADEC38487}"/>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9" name="Gerader Verbinder 118">
              <a:extLst>
                <a:ext uri="{FF2B5EF4-FFF2-40B4-BE49-F238E27FC236}">
                  <a16:creationId xmlns:a16="http://schemas.microsoft.com/office/drawing/2014/main" id="{30799977-5F34-452F-AE20-396008E48088}"/>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0" name="Ellipse 119">
              <a:extLst>
                <a:ext uri="{FF2B5EF4-FFF2-40B4-BE49-F238E27FC236}">
                  <a16:creationId xmlns:a16="http://schemas.microsoft.com/office/drawing/2014/main" id="{B68FE2F5-3556-4B70-8EDF-6E169076204D}"/>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2</a:t>
              </a:r>
            </a:p>
          </p:txBody>
        </p:sp>
        <p:sp>
          <p:nvSpPr>
            <p:cNvPr id="121" name="Ellipse 120">
              <a:extLst>
                <a:ext uri="{FF2B5EF4-FFF2-40B4-BE49-F238E27FC236}">
                  <a16:creationId xmlns:a16="http://schemas.microsoft.com/office/drawing/2014/main" id="{D0309A7B-354E-47E4-AC3B-5BA0ED7176D4}"/>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1</a:t>
              </a:r>
            </a:p>
          </p:txBody>
        </p:sp>
        <p:sp>
          <p:nvSpPr>
            <p:cNvPr id="122" name="Ellipse 121">
              <a:extLst>
                <a:ext uri="{FF2B5EF4-FFF2-40B4-BE49-F238E27FC236}">
                  <a16:creationId xmlns:a16="http://schemas.microsoft.com/office/drawing/2014/main" id="{EBA7AE73-5F38-4C03-8E2D-A39FB230B6FF}"/>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3</a:t>
              </a:r>
            </a:p>
          </p:txBody>
        </p:sp>
        <p:sp>
          <p:nvSpPr>
            <p:cNvPr id="123" name="Ellipse 122">
              <a:extLst>
                <a:ext uri="{FF2B5EF4-FFF2-40B4-BE49-F238E27FC236}">
                  <a16:creationId xmlns:a16="http://schemas.microsoft.com/office/drawing/2014/main" id="{F64E85B7-6CDC-408F-8A70-2780BD829481}"/>
                </a:ext>
              </a:extLst>
            </p:cNvPr>
            <p:cNvSpPr/>
            <p:nvPr/>
          </p:nvSpPr>
          <p:spPr bwMode="auto">
            <a:xfrm>
              <a:off x="9502014" y="4432051"/>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5</a:t>
              </a:r>
            </a:p>
          </p:txBody>
        </p:sp>
        <p:sp>
          <p:nvSpPr>
            <p:cNvPr id="124" name="Ellipse 123">
              <a:extLst>
                <a:ext uri="{FF2B5EF4-FFF2-40B4-BE49-F238E27FC236}">
                  <a16:creationId xmlns:a16="http://schemas.microsoft.com/office/drawing/2014/main" id="{3F4E5B67-33E4-48D8-8F71-CAED2FB73A53}"/>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4</a:t>
              </a:r>
            </a:p>
          </p:txBody>
        </p:sp>
        <p:sp>
          <p:nvSpPr>
            <p:cNvPr id="125" name="Rechteck 124">
              <a:extLst>
                <a:ext uri="{FF2B5EF4-FFF2-40B4-BE49-F238E27FC236}">
                  <a16:creationId xmlns:a16="http://schemas.microsoft.com/office/drawing/2014/main" id="{30CE9E60-E370-4DA2-A702-F98FCC277648}"/>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126" name="Rechteck 125">
              <a:extLst>
                <a:ext uri="{FF2B5EF4-FFF2-40B4-BE49-F238E27FC236}">
                  <a16:creationId xmlns:a16="http://schemas.microsoft.com/office/drawing/2014/main" id="{0E774E1B-DBE7-4724-8B78-1B6FCDB59309}"/>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127" name="Gerader Verbinder 126">
              <a:extLst>
                <a:ext uri="{FF2B5EF4-FFF2-40B4-BE49-F238E27FC236}">
                  <a16:creationId xmlns:a16="http://schemas.microsoft.com/office/drawing/2014/main" id="{6381DFAA-2626-4E9F-9936-7A882BB6FFB9}"/>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8" name="Gerader Verbinder 127">
              <a:extLst>
                <a:ext uri="{FF2B5EF4-FFF2-40B4-BE49-F238E27FC236}">
                  <a16:creationId xmlns:a16="http://schemas.microsoft.com/office/drawing/2014/main" id="{38F1DEB6-BEB7-4EF2-A54D-35EB8D132D17}"/>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9" name="Gerader Verbinder 128">
              <a:extLst>
                <a:ext uri="{FF2B5EF4-FFF2-40B4-BE49-F238E27FC236}">
                  <a16:creationId xmlns:a16="http://schemas.microsoft.com/office/drawing/2014/main" id="{ED8C9829-889E-40E7-80DB-E32B2F6436A4}"/>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0" name="Gerader Verbinder 129">
              <a:extLst>
                <a:ext uri="{FF2B5EF4-FFF2-40B4-BE49-F238E27FC236}">
                  <a16:creationId xmlns:a16="http://schemas.microsoft.com/office/drawing/2014/main" id="{9F9482F1-D3B1-4E10-890E-9A8C09CEA44C}"/>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1" name="Gerader Verbinder 130">
              <a:extLst>
                <a:ext uri="{FF2B5EF4-FFF2-40B4-BE49-F238E27FC236}">
                  <a16:creationId xmlns:a16="http://schemas.microsoft.com/office/drawing/2014/main" id="{0C4F4F6D-9424-4F7C-8436-93B0DE058830}"/>
                </a:ext>
              </a:extLst>
            </p:cNvPr>
            <p:cNvCxnSpPr>
              <a:cxnSpLocks/>
            </p:cNvCxnSpPr>
            <p:nvPr/>
          </p:nvCxnSpPr>
          <p:spPr bwMode="auto">
            <a:xfrm flipV="1">
              <a:off x="6544329" y="3060205"/>
              <a:ext cx="2793868" cy="222885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2" name="Gerader Verbinder 131">
              <a:extLst>
                <a:ext uri="{FF2B5EF4-FFF2-40B4-BE49-F238E27FC236}">
                  <a16:creationId xmlns:a16="http://schemas.microsoft.com/office/drawing/2014/main" id="{12AB5600-541E-492A-B641-4FEC2692AD7D}"/>
                </a:ext>
              </a:extLst>
            </p:cNvPr>
            <p:cNvCxnSpPr>
              <a:cxnSpLocks/>
            </p:cNvCxnSpPr>
            <p:nvPr/>
          </p:nvCxnSpPr>
          <p:spPr bwMode="auto">
            <a:xfrm flipV="1">
              <a:off x="6572836" y="4219035"/>
              <a:ext cx="4138512" cy="1053997"/>
            </a:xfrm>
            <a:prstGeom prst="line">
              <a:avLst/>
            </a:prstGeom>
            <a:solidFill>
              <a:schemeClr val="tx2"/>
            </a:solidFill>
            <a:ln w="9525" cap="flat" cmpd="sng" algn="ctr">
              <a:solidFill>
                <a:srgbClr val="00646E"/>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3" name="Gerade Verbindung mit Pfeil 132">
              <a:extLst>
                <a:ext uri="{FF2B5EF4-FFF2-40B4-BE49-F238E27FC236}">
                  <a16:creationId xmlns:a16="http://schemas.microsoft.com/office/drawing/2014/main" id="{01BC6969-C30C-4E27-A63E-971BE3620513}"/>
                </a:ext>
              </a:extLst>
            </p:cNvPr>
            <p:cNvCxnSpPr/>
            <p:nvPr/>
          </p:nvCxnSpPr>
          <p:spPr bwMode="auto">
            <a:xfrm>
              <a:off x="8468097" y="3920935"/>
              <a:ext cx="1033918" cy="511117"/>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4" name="Rechteck 133">
              <a:extLst>
                <a:ext uri="{FF2B5EF4-FFF2-40B4-BE49-F238E27FC236}">
                  <a16:creationId xmlns:a16="http://schemas.microsoft.com/office/drawing/2014/main" id="{352D65F4-EC82-4917-955F-86BC36A0C318}"/>
                </a:ext>
              </a:extLst>
            </p:cNvPr>
            <p:cNvSpPr/>
            <p:nvPr/>
          </p:nvSpPr>
          <p:spPr bwMode="auto">
            <a:xfrm>
              <a:off x="9608083" y="291602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4</a:t>
              </a:r>
            </a:p>
          </p:txBody>
        </p:sp>
        <p:sp>
          <p:nvSpPr>
            <p:cNvPr id="135" name="Rechteck 134">
              <a:extLst>
                <a:ext uri="{FF2B5EF4-FFF2-40B4-BE49-F238E27FC236}">
                  <a16:creationId xmlns:a16="http://schemas.microsoft.com/office/drawing/2014/main" id="{A95A1BE0-0AB5-4E0D-A832-75159576D876}"/>
                </a:ext>
              </a:extLst>
            </p:cNvPr>
            <p:cNvSpPr/>
            <p:nvPr/>
          </p:nvSpPr>
          <p:spPr bwMode="auto">
            <a:xfrm>
              <a:off x="10047181" y="3651990"/>
              <a:ext cx="456670" cy="31928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5</a:t>
              </a:r>
            </a:p>
          </p:txBody>
        </p:sp>
        <p:sp>
          <p:nvSpPr>
            <p:cNvPr id="117" name="Sprechblase: rechteckig mit abgerundeten Ecken 116">
              <a:extLst>
                <a:ext uri="{FF2B5EF4-FFF2-40B4-BE49-F238E27FC236}">
                  <a16:creationId xmlns:a16="http://schemas.microsoft.com/office/drawing/2014/main" id="{B4270D83-CA77-4432-80A6-0070AD42E209}"/>
                </a:ext>
              </a:extLst>
            </p:cNvPr>
            <p:cNvSpPr/>
            <p:nvPr/>
          </p:nvSpPr>
          <p:spPr bwMode="auto">
            <a:xfrm>
              <a:off x="10739854" y="4232012"/>
              <a:ext cx="1731008" cy="1433927"/>
            </a:xfrm>
            <a:prstGeom prst="wedgeRoundRectCallout">
              <a:avLst>
                <a:gd name="adj1" fmla="val -97905"/>
                <a:gd name="adj2" fmla="val -31012"/>
                <a:gd name="adj3" fmla="val 16667"/>
              </a:avLst>
            </a:prstGeom>
            <a:solidFill>
              <a:schemeClr val="bg1"/>
            </a:solidFill>
            <a:ln w="28575">
              <a:solidFill>
                <a:srgbClr val="00646E"/>
              </a:solidFill>
            </a:ln>
          </p:spPr>
          <p:txBody>
            <a:bodyPr wrap="square">
              <a:spAutoFit/>
            </a:bodyPr>
            <a:lstStyle/>
            <a:p>
              <a:pPr algn="ctr"/>
              <a:r>
                <a:rPr lang="en-US" sz="1000">
                  <a:solidFill>
                    <a:schemeClr val="tx1"/>
                  </a:solidFill>
                </a:rPr>
                <a:t>Fit data point 100%: last point would determine model 100%</a:t>
              </a:r>
            </a:p>
          </p:txBody>
        </p:sp>
      </p:grpSp>
      <p:grpSp>
        <p:nvGrpSpPr>
          <p:cNvPr id="136" name="Gruppieren 135">
            <a:extLst>
              <a:ext uri="{FF2B5EF4-FFF2-40B4-BE49-F238E27FC236}">
                <a16:creationId xmlns:a16="http://schemas.microsoft.com/office/drawing/2014/main" id="{52D5EA2D-E6D7-4C25-800F-CEF816E26D14}"/>
              </a:ext>
            </a:extLst>
          </p:cNvPr>
          <p:cNvGrpSpPr/>
          <p:nvPr/>
        </p:nvGrpSpPr>
        <p:grpSpPr>
          <a:xfrm>
            <a:off x="632188" y="4044701"/>
            <a:ext cx="3389474" cy="2203361"/>
            <a:chOff x="6239791" y="2282494"/>
            <a:chExt cx="5544496" cy="3313702"/>
          </a:xfrm>
        </p:grpSpPr>
        <p:cxnSp>
          <p:nvCxnSpPr>
            <p:cNvPr id="138" name="Gerader Verbinder 137">
              <a:extLst>
                <a:ext uri="{FF2B5EF4-FFF2-40B4-BE49-F238E27FC236}">
                  <a16:creationId xmlns:a16="http://schemas.microsoft.com/office/drawing/2014/main" id="{AFC19F1F-1A7E-47FC-A188-39A7A0A6F38F}"/>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9" name="Gerader Verbinder 138">
              <a:extLst>
                <a:ext uri="{FF2B5EF4-FFF2-40B4-BE49-F238E27FC236}">
                  <a16:creationId xmlns:a16="http://schemas.microsoft.com/office/drawing/2014/main" id="{A2B1FFBF-2668-4555-8EA8-DBE5C61F5E4B}"/>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0" name="Ellipse 139">
              <a:extLst>
                <a:ext uri="{FF2B5EF4-FFF2-40B4-BE49-F238E27FC236}">
                  <a16:creationId xmlns:a16="http://schemas.microsoft.com/office/drawing/2014/main" id="{0C1BB3C5-AC70-45F5-BF55-8F9F71E0B3E5}"/>
                </a:ext>
              </a:extLst>
            </p:cNvPr>
            <p:cNvSpPr/>
            <p:nvPr/>
          </p:nvSpPr>
          <p:spPr bwMode="auto">
            <a:xfrm>
              <a:off x="8224361" y="4805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2</a:t>
              </a:r>
            </a:p>
          </p:txBody>
        </p:sp>
        <p:sp>
          <p:nvSpPr>
            <p:cNvPr id="141" name="Ellipse 140">
              <a:extLst>
                <a:ext uri="{FF2B5EF4-FFF2-40B4-BE49-F238E27FC236}">
                  <a16:creationId xmlns:a16="http://schemas.microsoft.com/office/drawing/2014/main" id="{248AAE3E-E633-490D-9DB9-8603D3923FE7}"/>
                </a:ext>
              </a:extLst>
            </p:cNvPr>
            <p:cNvSpPr/>
            <p:nvPr/>
          </p:nvSpPr>
          <p:spPr bwMode="auto">
            <a:xfrm>
              <a:off x="7317369" y="448174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1</a:t>
              </a:r>
            </a:p>
          </p:txBody>
        </p:sp>
        <p:sp>
          <p:nvSpPr>
            <p:cNvPr id="142" name="Ellipse 141">
              <a:extLst>
                <a:ext uri="{FF2B5EF4-FFF2-40B4-BE49-F238E27FC236}">
                  <a16:creationId xmlns:a16="http://schemas.microsoft.com/office/drawing/2014/main" id="{B72F1FBF-54C6-40F6-9337-8EE109509216}"/>
                </a:ext>
              </a:extLst>
            </p:cNvPr>
            <p:cNvSpPr/>
            <p:nvPr/>
          </p:nvSpPr>
          <p:spPr bwMode="auto">
            <a:xfrm>
              <a:off x="9724571" y="3392836"/>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3</a:t>
              </a:r>
            </a:p>
          </p:txBody>
        </p:sp>
        <p:sp>
          <p:nvSpPr>
            <p:cNvPr id="143" name="Ellipse 142">
              <a:extLst>
                <a:ext uri="{FF2B5EF4-FFF2-40B4-BE49-F238E27FC236}">
                  <a16:creationId xmlns:a16="http://schemas.microsoft.com/office/drawing/2014/main" id="{BD8D61B3-79FA-42B8-B414-792E496BDB03}"/>
                </a:ext>
              </a:extLst>
            </p:cNvPr>
            <p:cNvSpPr/>
            <p:nvPr/>
          </p:nvSpPr>
          <p:spPr bwMode="auto">
            <a:xfrm>
              <a:off x="9502014" y="4432051"/>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5</a:t>
              </a:r>
            </a:p>
          </p:txBody>
        </p:sp>
        <p:sp>
          <p:nvSpPr>
            <p:cNvPr id="144" name="Ellipse 143">
              <a:extLst>
                <a:ext uri="{FF2B5EF4-FFF2-40B4-BE49-F238E27FC236}">
                  <a16:creationId xmlns:a16="http://schemas.microsoft.com/office/drawing/2014/main" id="{407BDFC0-CBC8-4EB7-AB91-D55742D41025}"/>
                </a:ext>
              </a:extLst>
            </p:cNvPr>
            <p:cNvSpPr/>
            <p:nvPr/>
          </p:nvSpPr>
          <p:spPr bwMode="auto">
            <a:xfrm>
              <a:off x="8289461" y="3722808"/>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de-DE" sz="800">
                  <a:solidFill>
                    <a:schemeClr val="tx1"/>
                  </a:solidFill>
                  <a:latin typeface="+mn-lt"/>
                  <a:ea typeface="Arial Unicode MS" panose="020B0604020202020204" pitchFamily="34" charset="-128"/>
                  <a:cs typeface="Arial Unicode MS" panose="020B0604020202020204" pitchFamily="34" charset="-128"/>
                </a:rPr>
                <a:t>4</a:t>
              </a:r>
            </a:p>
          </p:txBody>
        </p:sp>
        <p:sp>
          <p:nvSpPr>
            <p:cNvPr id="145" name="Rechteck 144">
              <a:extLst>
                <a:ext uri="{FF2B5EF4-FFF2-40B4-BE49-F238E27FC236}">
                  <a16:creationId xmlns:a16="http://schemas.microsoft.com/office/drawing/2014/main" id="{845A41A7-5E35-4E49-9453-CE0E03899758}"/>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146" name="Rechteck 145">
              <a:extLst>
                <a:ext uri="{FF2B5EF4-FFF2-40B4-BE49-F238E27FC236}">
                  <a16:creationId xmlns:a16="http://schemas.microsoft.com/office/drawing/2014/main" id="{8D5EE689-E7AE-4FC2-81F7-CB15C9597A5D}"/>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147" name="Gerader Verbinder 146">
              <a:extLst>
                <a:ext uri="{FF2B5EF4-FFF2-40B4-BE49-F238E27FC236}">
                  <a16:creationId xmlns:a16="http://schemas.microsoft.com/office/drawing/2014/main" id="{AEB18B32-0154-42FB-9BC9-AC8A1062D0A4}"/>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8" name="Gerader Verbinder 147">
              <a:extLst>
                <a:ext uri="{FF2B5EF4-FFF2-40B4-BE49-F238E27FC236}">
                  <a16:creationId xmlns:a16="http://schemas.microsoft.com/office/drawing/2014/main" id="{27761E91-0847-4DD3-B76B-853D04CB1899}"/>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9" name="Gerader Verbinder 148">
              <a:extLst>
                <a:ext uri="{FF2B5EF4-FFF2-40B4-BE49-F238E27FC236}">
                  <a16:creationId xmlns:a16="http://schemas.microsoft.com/office/drawing/2014/main" id="{51D0DD2F-429B-4058-BF89-D2834ADD89A6}"/>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0" name="Gerader Verbinder 149">
              <a:extLst>
                <a:ext uri="{FF2B5EF4-FFF2-40B4-BE49-F238E27FC236}">
                  <a16:creationId xmlns:a16="http://schemas.microsoft.com/office/drawing/2014/main" id="{F4511668-FEA0-4EE9-9B1E-ED89537FBC7A}"/>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1" name="Gerader Verbinder 150">
              <a:extLst>
                <a:ext uri="{FF2B5EF4-FFF2-40B4-BE49-F238E27FC236}">
                  <a16:creationId xmlns:a16="http://schemas.microsoft.com/office/drawing/2014/main" id="{CFD4F3C0-B27F-4C55-9701-DCC6F4188971}"/>
                </a:ext>
              </a:extLst>
            </p:cNvPr>
            <p:cNvCxnSpPr>
              <a:cxnSpLocks/>
            </p:cNvCxnSpPr>
            <p:nvPr/>
          </p:nvCxnSpPr>
          <p:spPr bwMode="auto">
            <a:xfrm flipV="1">
              <a:off x="6544330" y="3174964"/>
              <a:ext cx="3116154" cy="211409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2" name="Gerader Verbinder 151">
              <a:extLst>
                <a:ext uri="{FF2B5EF4-FFF2-40B4-BE49-F238E27FC236}">
                  <a16:creationId xmlns:a16="http://schemas.microsoft.com/office/drawing/2014/main" id="{FB72974E-B880-4B4B-A5BF-CB42A72D6FDC}"/>
                </a:ext>
              </a:extLst>
            </p:cNvPr>
            <p:cNvCxnSpPr>
              <a:cxnSpLocks/>
              <a:endCxn id="155" idx="0"/>
            </p:cNvCxnSpPr>
            <p:nvPr/>
          </p:nvCxnSpPr>
          <p:spPr bwMode="auto">
            <a:xfrm flipV="1">
              <a:off x="6572837" y="3651990"/>
              <a:ext cx="3702679" cy="1621040"/>
            </a:xfrm>
            <a:prstGeom prst="line">
              <a:avLst/>
            </a:prstGeom>
            <a:solidFill>
              <a:schemeClr val="tx2"/>
            </a:solidFill>
            <a:ln w="9525" cap="flat" cmpd="sng" algn="ctr">
              <a:solidFill>
                <a:srgbClr val="00646E"/>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3" name="Gerade Verbindung mit Pfeil 152">
              <a:extLst>
                <a:ext uri="{FF2B5EF4-FFF2-40B4-BE49-F238E27FC236}">
                  <a16:creationId xmlns:a16="http://schemas.microsoft.com/office/drawing/2014/main" id="{E1B6FEB5-9143-47B7-BA49-1424F933A4E9}"/>
                </a:ext>
              </a:extLst>
            </p:cNvPr>
            <p:cNvCxnSpPr/>
            <p:nvPr/>
          </p:nvCxnSpPr>
          <p:spPr bwMode="auto">
            <a:xfrm>
              <a:off x="8727467" y="4012321"/>
              <a:ext cx="576064"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4" name="Rechteck 153">
              <a:extLst>
                <a:ext uri="{FF2B5EF4-FFF2-40B4-BE49-F238E27FC236}">
                  <a16:creationId xmlns:a16="http://schemas.microsoft.com/office/drawing/2014/main" id="{599E93B7-B738-414A-8FED-790A3D264175}"/>
                </a:ext>
              </a:extLst>
            </p:cNvPr>
            <p:cNvSpPr/>
            <p:nvPr/>
          </p:nvSpPr>
          <p:spPr bwMode="auto">
            <a:xfrm>
              <a:off x="9608083" y="2916029"/>
              <a:ext cx="425115"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4</a:t>
              </a:r>
            </a:p>
          </p:txBody>
        </p:sp>
        <p:sp>
          <p:nvSpPr>
            <p:cNvPr id="155" name="Rechteck 154">
              <a:extLst>
                <a:ext uri="{FF2B5EF4-FFF2-40B4-BE49-F238E27FC236}">
                  <a16:creationId xmlns:a16="http://schemas.microsoft.com/office/drawing/2014/main" id="{813C1355-BBD7-4828-84C2-F0DEB09B7A41}"/>
                </a:ext>
              </a:extLst>
            </p:cNvPr>
            <p:cNvSpPr/>
            <p:nvPr/>
          </p:nvSpPr>
          <p:spPr bwMode="auto">
            <a:xfrm>
              <a:off x="10047181" y="3651990"/>
              <a:ext cx="456670" cy="319289"/>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800">
                  <a:solidFill>
                    <a:schemeClr val="tx1"/>
                  </a:solidFill>
                  <a:latin typeface="+mn-lt"/>
                  <a:ea typeface="Arial Unicode MS" panose="020B0604020202020204" pitchFamily="34" charset="-128"/>
                  <a:cs typeface="Arial Unicode MS" panose="020B0604020202020204" pitchFamily="34" charset="-128"/>
                </a:rPr>
                <a:t>5</a:t>
              </a:r>
            </a:p>
          </p:txBody>
        </p:sp>
        <p:sp>
          <p:nvSpPr>
            <p:cNvPr id="137" name="Sprechblase: rechteckig mit abgerundeten Ecken 136">
              <a:extLst>
                <a:ext uri="{FF2B5EF4-FFF2-40B4-BE49-F238E27FC236}">
                  <a16:creationId xmlns:a16="http://schemas.microsoft.com/office/drawing/2014/main" id="{32B14C8B-7D5E-4D46-AE68-348ADF32D04F}"/>
                </a:ext>
              </a:extLst>
            </p:cNvPr>
            <p:cNvSpPr/>
            <p:nvPr/>
          </p:nvSpPr>
          <p:spPr bwMode="auto">
            <a:xfrm>
              <a:off x="10469355" y="4109049"/>
              <a:ext cx="1314932" cy="1408858"/>
            </a:xfrm>
            <a:prstGeom prst="wedgeRoundRectCallout">
              <a:avLst>
                <a:gd name="adj1" fmla="val -114748"/>
                <a:gd name="adj2" fmla="val -47983"/>
                <a:gd name="adj3" fmla="val 16667"/>
              </a:avLst>
            </a:prstGeom>
            <a:solidFill>
              <a:schemeClr val="bg1"/>
            </a:solidFill>
            <a:ln w="28575">
              <a:solidFill>
                <a:srgbClr val="00646E"/>
              </a:solidFill>
            </a:ln>
          </p:spPr>
          <p:txBody>
            <a:bodyPr wrap="square">
              <a:spAutoFit/>
            </a:bodyPr>
            <a:lstStyle/>
            <a:p>
              <a:pPr algn="ctr"/>
              <a:r>
                <a:rPr lang="en-US" sz="1000">
                  <a:solidFill>
                    <a:schemeClr val="tx1"/>
                  </a:solidFill>
                </a:rPr>
                <a:t>Move  line </a:t>
              </a:r>
              <a:r>
                <a:rPr lang="en-US" sz="1000" i="1">
                  <a:solidFill>
                    <a:schemeClr val="tx1"/>
                  </a:solidFill>
                </a:rPr>
                <a:t>towards </a:t>
              </a:r>
              <a:r>
                <a:rPr lang="en-US" sz="1000">
                  <a:solidFill>
                    <a:schemeClr val="tx1"/>
                  </a:solidFill>
                </a:rPr>
                <a:t> next data point</a:t>
              </a:r>
            </a:p>
          </p:txBody>
        </p:sp>
      </p:grpSp>
      <p:sp>
        <p:nvSpPr>
          <p:cNvPr id="10" name="Rechteck 9">
            <a:extLst>
              <a:ext uri="{FF2B5EF4-FFF2-40B4-BE49-F238E27FC236}">
                <a16:creationId xmlns:a16="http://schemas.microsoft.com/office/drawing/2014/main" id="{81C9E16E-37BC-499A-A39C-E8FFF074D816}"/>
              </a:ext>
            </a:extLst>
          </p:cNvPr>
          <p:cNvSpPr/>
          <p:nvPr/>
        </p:nvSpPr>
        <p:spPr bwMode="auto">
          <a:xfrm>
            <a:off x="818359" y="3537012"/>
            <a:ext cx="2868533" cy="302189"/>
          </a:xfrm>
          <a:prstGeom prst="rect">
            <a:avLst/>
          </a:prstGeom>
          <a:solidFill>
            <a:schemeClr val="bg1"/>
          </a:solid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dirty="0">
                <a:solidFill>
                  <a:schemeClr val="tx1"/>
                </a:solidFill>
                <a:latin typeface="+mn-lt"/>
                <a:ea typeface="Arial Unicode MS" panose="020B0604020202020204" pitchFamily="34" charset="-128"/>
                <a:cs typeface="Arial Unicode MS" panose="020B0604020202020204" pitchFamily="34" charset="-128"/>
              </a:rPr>
              <a:t>Neural Network Approach</a:t>
            </a:r>
          </a:p>
        </p:txBody>
      </p:sp>
      <p:sp>
        <p:nvSpPr>
          <p:cNvPr id="156" name="Rechteck 155">
            <a:extLst>
              <a:ext uri="{FF2B5EF4-FFF2-40B4-BE49-F238E27FC236}">
                <a16:creationId xmlns:a16="http://schemas.microsoft.com/office/drawing/2014/main" id="{66E29294-89FC-4B77-92DB-4430232E4DEF}"/>
              </a:ext>
            </a:extLst>
          </p:cNvPr>
          <p:cNvSpPr/>
          <p:nvPr/>
        </p:nvSpPr>
        <p:spPr bwMode="auto">
          <a:xfrm>
            <a:off x="4777111" y="3537012"/>
            <a:ext cx="2868533" cy="302189"/>
          </a:xfrm>
          <a:prstGeom prst="rect">
            <a:avLst/>
          </a:prstGeom>
          <a:solidFill>
            <a:schemeClr val="bg1"/>
          </a:solid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Wrong Approach: Fit Point 100%</a:t>
            </a:r>
          </a:p>
        </p:txBody>
      </p:sp>
      <p:sp>
        <p:nvSpPr>
          <p:cNvPr id="157" name="Rechteck 156">
            <a:extLst>
              <a:ext uri="{FF2B5EF4-FFF2-40B4-BE49-F238E27FC236}">
                <a16:creationId xmlns:a16="http://schemas.microsoft.com/office/drawing/2014/main" id="{A5DC4100-40FB-4F00-A028-4A8858734388}"/>
              </a:ext>
            </a:extLst>
          </p:cNvPr>
          <p:cNvSpPr/>
          <p:nvPr/>
        </p:nvSpPr>
        <p:spPr bwMode="auto">
          <a:xfrm>
            <a:off x="8847217" y="3537012"/>
            <a:ext cx="2868533" cy="302189"/>
          </a:xfrm>
          <a:prstGeom prst="rect">
            <a:avLst/>
          </a:prstGeom>
          <a:solidFill>
            <a:schemeClr val="bg1"/>
          </a:solid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Trad. Inference Stats. Approach</a:t>
            </a:r>
          </a:p>
        </p:txBody>
      </p:sp>
      <p:sp>
        <p:nvSpPr>
          <p:cNvPr id="25" name="Gewitterblitz 24">
            <a:extLst>
              <a:ext uri="{FF2B5EF4-FFF2-40B4-BE49-F238E27FC236}">
                <a16:creationId xmlns:a16="http://schemas.microsoft.com/office/drawing/2014/main" id="{E41D8525-A6BF-4E50-8B66-752501CE29B8}"/>
              </a:ext>
            </a:extLst>
          </p:cNvPr>
          <p:cNvSpPr/>
          <p:nvPr/>
        </p:nvSpPr>
        <p:spPr bwMode="auto">
          <a:xfrm>
            <a:off x="6027167" y="5037917"/>
            <a:ext cx="223674" cy="515319"/>
          </a:xfrm>
          <a:prstGeom prst="lightningBolt">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58" name="Textfeld 157">
            <a:extLst>
              <a:ext uri="{FF2B5EF4-FFF2-40B4-BE49-F238E27FC236}">
                <a16:creationId xmlns:a16="http://schemas.microsoft.com/office/drawing/2014/main" id="{1F579AF9-0391-4E8B-9834-2B4D0745A9CC}"/>
              </a:ext>
            </a:extLst>
          </p:cNvPr>
          <p:cNvSpPr txBox="1"/>
          <p:nvPr/>
        </p:nvSpPr>
        <p:spPr>
          <a:xfrm>
            <a:off x="2267796" y="4987968"/>
            <a:ext cx="221677" cy="277236"/>
          </a:xfrm>
          <a:prstGeom prst="rect">
            <a:avLst/>
          </a:prstGeom>
          <a:noFill/>
        </p:spPr>
        <p:txBody>
          <a:bodyPr wrap="square" lIns="0" tIns="0" rIns="0" bIns="0" rtlCol="0">
            <a:noAutofit/>
          </a:bodyPr>
          <a:lstStyle/>
          <a:p>
            <a:pPr>
              <a:lnSpc>
                <a:spcPct val="110000"/>
              </a:lnSpc>
              <a:spcBef>
                <a:spcPts val="0"/>
              </a:spcBef>
            </a:pPr>
            <a:r>
              <a:rPr lang="en-US" sz="1600">
                <a:solidFill>
                  <a:srgbClr val="00B050"/>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endParaRPr lang="en-US" sz="1600">
              <a:solidFill>
                <a:srgbClr val="00B050"/>
              </a:solidFill>
              <a:latin typeface="+mn-lt"/>
              <a:ea typeface="Arial Unicode MS" panose="020B0604020202020204" pitchFamily="34" charset="-128"/>
              <a:cs typeface="Arial Unicode MS" panose="020B0604020202020204" pitchFamily="34" charset="-128"/>
            </a:endParaRPr>
          </a:p>
        </p:txBody>
      </p:sp>
      <p:sp>
        <p:nvSpPr>
          <p:cNvPr id="159" name="Textfeld 158">
            <a:extLst>
              <a:ext uri="{FF2B5EF4-FFF2-40B4-BE49-F238E27FC236}">
                <a16:creationId xmlns:a16="http://schemas.microsoft.com/office/drawing/2014/main" id="{947206E6-F711-49D9-9E39-5E0586E6829C}"/>
              </a:ext>
            </a:extLst>
          </p:cNvPr>
          <p:cNvSpPr txBox="1"/>
          <p:nvPr/>
        </p:nvSpPr>
        <p:spPr>
          <a:xfrm>
            <a:off x="10211598" y="4987968"/>
            <a:ext cx="221677" cy="277236"/>
          </a:xfrm>
          <a:prstGeom prst="rect">
            <a:avLst/>
          </a:prstGeom>
          <a:noFill/>
        </p:spPr>
        <p:txBody>
          <a:bodyPr wrap="square" lIns="0" tIns="0" rIns="0" bIns="0" rtlCol="0">
            <a:noAutofit/>
          </a:bodyPr>
          <a:lstStyle/>
          <a:p>
            <a:pPr>
              <a:lnSpc>
                <a:spcPct val="110000"/>
              </a:lnSpc>
              <a:spcBef>
                <a:spcPts val="0"/>
              </a:spcBef>
            </a:pPr>
            <a:r>
              <a:rPr lang="en-US" sz="1600">
                <a:solidFill>
                  <a:srgbClr val="00B050"/>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endParaRPr lang="en-US" sz="1600">
              <a:solidFill>
                <a:srgbClr val="00B050"/>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9379270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2752FBF-3213-4514-A3D5-ECE6C48C2068}"/>
              </a:ext>
            </a:extLst>
          </p:cNvPr>
          <p:cNvSpPr>
            <a:spLocks noGrp="1"/>
          </p:cNvSpPr>
          <p:nvPr>
            <p:ph type="title"/>
          </p:nvPr>
        </p:nvSpPr>
        <p:spPr/>
        <p:txBody>
          <a:bodyPr/>
          <a:lstStyle/>
          <a:p>
            <a:r>
              <a:rPr lang="en-US"/>
              <a:t>The Learning Rate (LR)</a:t>
            </a:r>
          </a:p>
        </p:txBody>
      </p:sp>
      <p:sp>
        <p:nvSpPr>
          <p:cNvPr id="6" name="Inhaltsplatzhalter 5">
            <a:extLst>
              <a:ext uri="{FF2B5EF4-FFF2-40B4-BE49-F238E27FC236}">
                <a16:creationId xmlns:a16="http://schemas.microsoft.com/office/drawing/2014/main" id="{6149C931-80D7-469A-A46F-83D202F043E0}"/>
              </a:ext>
            </a:extLst>
          </p:cNvPr>
          <p:cNvSpPr>
            <a:spLocks noGrp="1"/>
          </p:cNvSpPr>
          <p:nvPr>
            <p:ph idx="1"/>
          </p:nvPr>
        </p:nvSpPr>
        <p:spPr>
          <a:xfrm>
            <a:off x="627062" y="1440000"/>
            <a:ext cx="11088687" cy="4752000"/>
          </a:xfrm>
        </p:spPr>
        <p:txBody>
          <a:bodyPr/>
          <a:lstStyle/>
          <a:p>
            <a:pPr marL="285750" indent="-285750">
              <a:buFont typeface="Arial" panose="020B0604020202020204" pitchFamily="34" charset="0"/>
              <a:buChar char="•"/>
            </a:pPr>
            <a:r>
              <a:rPr lang="en-US"/>
              <a:t>Factor between 0 and 100% </a:t>
            </a:r>
          </a:p>
          <a:p>
            <a:pPr marL="285750" indent="-285750">
              <a:buFont typeface="Arial" panose="020B0604020202020204" pitchFamily="34" charset="0"/>
              <a:buChar char="•"/>
            </a:pPr>
            <a:r>
              <a:rPr lang="en-US"/>
              <a:t>Determines how much the line moves to the next data point</a:t>
            </a:r>
          </a:p>
          <a:p>
            <a:pPr marL="285750" indent="-285750">
              <a:buFont typeface="Arial" panose="020B0604020202020204" pitchFamily="34" charset="0"/>
              <a:buChar char="•"/>
            </a:pPr>
            <a:r>
              <a:rPr lang="en-US"/>
              <a:t>Dampens effect of the last data, errors and noise</a:t>
            </a:r>
          </a:p>
          <a:p>
            <a:pPr marL="285750" indent="-285750">
              <a:buFont typeface="Arial" panose="020B0604020202020204" pitchFamily="34" charset="0"/>
              <a:buChar char="•"/>
            </a:pPr>
            <a:endParaRPr lang="en-US"/>
          </a:p>
          <a:p>
            <a:r>
              <a:rPr lang="en-US"/>
              <a:t>Formula: Move = Learning Rate x Distance / 100%</a:t>
            </a:r>
          </a:p>
          <a:p>
            <a:pPr marL="285750" indent="-285750">
              <a:buFont typeface="Arial" panose="020B0604020202020204" pitchFamily="34" charset="0"/>
              <a:buChar char="•"/>
            </a:pPr>
            <a:r>
              <a:rPr lang="en-US"/>
              <a:t>For big data (&gt; Mill) often: LR&lt; 0.001%</a:t>
            </a:r>
          </a:p>
          <a:p>
            <a:pPr marL="823913" lvl="3" indent="-285750">
              <a:buFont typeface="Arial" panose="020B0604020202020204" pitchFamily="34" charset="0"/>
              <a:buChar char="•"/>
            </a:pPr>
            <a:endParaRPr lang="en-US"/>
          </a:p>
          <a:p>
            <a:pPr marL="644525" lvl="2" indent="-285750">
              <a:buFont typeface="Arial" panose="020B0604020202020204" pitchFamily="34" charset="0"/>
              <a:buChar char="•"/>
            </a:pPr>
            <a:endParaRPr lang="en-US"/>
          </a:p>
        </p:txBody>
      </p:sp>
      <p:grpSp>
        <p:nvGrpSpPr>
          <p:cNvPr id="42" name="Gruppieren 41">
            <a:extLst>
              <a:ext uri="{FF2B5EF4-FFF2-40B4-BE49-F238E27FC236}">
                <a16:creationId xmlns:a16="http://schemas.microsoft.com/office/drawing/2014/main" id="{17272E08-89E7-4D73-B82C-64A636B07C84}"/>
              </a:ext>
            </a:extLst>
          </p:cNvPr>
          <p:cNvGrpSpPr/>
          <p:nvPr/>
        </p:nvGrpSpPr>
        <p:grpSpPr>
          <a:xfrm>
            <a:off x="7539335" y="1478742"/>
            <a:ext cx="4102946" cy="4772802"/>
            <a:chOff x="6239791" y="1478741"/>
            <a:chExt cx="5602703" cy="6301380"/>
          </a:xfrm>
        </p:grpSpPr>
        <p:sp>
          <p:nvSpPr>
            <p:cNvPr id="4" name="Sprechblase: rechteckig mit abgerundeten Ecken 3">
              <a:extLst>
                <a:ext uri="{FF2B5EF4-FFF2-40B4-BE49-F238E27FC236}">
                  <a16:creationId xmlns:a16="http://schemas.microsoft.com/office/drawing/2014/main" id="{D8033E13-1AD0-4FA5-A8F1-76DD249F8727}"/>
                </a:ext>
              </a:extLst>
            </p:cNvPr>
            <p:cNvSpPr/>
            <p:nvPr/>
          </p:nvSpPr>
          <p:spPr bwMode="auto">
            <a:xfrm>
              <a:off x="8313971" y="1478741"/>
              <a:ext cx="1044108" cy="674364"/>
            </a:xfrm>
            <a:prstGeom prst="wedgeRoundRectCallout">
              <a:avLst>
                <a:gd name="adj1" fmla="val -73191"/>
                <a:gd name="adj2" fmla="val 163521"/>
                <a:gd name="adj3" fmla="val 16667"/>
              </a:avLst>
            </a:prstGeom>
            <a:ln w="28575">
              <a:solidFill>
                <a:srgbClr val="00646E"/>
              </a:solidFill>
            </a:ln>
          </p:spPr>
          <p:txBody>
            <a:bodyPr wrap="square">
              <a:spAutoFit/>
            </a:bodyPr>
            <a:lstStyle/>
            <a:p>
              <a:pPr algn="ctr"/>
              <a:r>
                <a:rPr lang="en-US" sz="1200">
                  <a:solidFill>
                    <a:schemeClr val="tx1"/>
                  </a:solidFill>
                </a:rPr>
                <a:t>Starting Point</a:t>
              </a:r>
            </a:p>
          </p:txBody>
        </p:sp>
        <p:cxnSp>
          <p:nvCxnSpPr>
            <p:cNvPr id="8" name="Gerader Verbinder 7">
              <a:extLst>
                <a:ext uri="{FF2B5EF4-FFF2-40B4-BE49-F238E27FC236}">
                  <a16:creationId xmlns:a16="http://schemas.microsoft.com/office/drawing/2014/main" id="{87BBEBEA-8C5E-435B-A684-2FA5C09E6775}"/>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r Verbinder 8">
              <a:extLst>
                <a:ext uri="{FF2B5EF4-FFF2-40B4-BE49-F238E27FC236}">
                  <a16:creationId xmlns:a16="http://schemas.microsoft.com/office/drawing/2014/main" id="{B8C05D4C-59E8-47E8-B0D1-A5A11E25D152}"/>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 name="Ellipse 11">
              <a:extLst>
                <a:ext uri="{FF2B5EF4-FFF2-40B4-BE49-F238E27FC236}">
                  <a16:creationId xmlns:a16="http://schemas.microsoft.com/office/drawing/2014/main" id="{281D2312-04B5-418D-84B3-57EDC80EBBE1}"/>
                </a:ext>
              </a:extLst>
            </p:cNvPr>
            <p:cNvSpPr/>
            <p:nvPr/>
          </p:nvSpPr>
          <p:spPr bwMode="auto">
            <a:xfrm>
              <a:off x="9724571" y="3392836"/>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5" name="Gerader Verbinder 14">
              <a:extLst>
                <a:ext uri="{FF2B5EF4-FFF2-40B4-BE49-F238E27FC236}">
                  <a16:creationId xmlns:a16="http://schemas.microsoft.com/office/drawing/2014/main" id="{447BB752-6C5F-4012-8F03-3696E484F487}"/>
                </a:ext>
              </a:extLst>
            </p:cNvPr>
            <p:cNvCxnSpPr>
              <a:cxnSpLocks/>
            </p:cNvCxnSpPr>
            <p:nvPr/>
          </p:nvCxnSpPr>
          <p:spPr bwMode="auto">
            <a:xfrm flipV="1">
              <a:off x="6553300" y="2700023"/>
              <a:ext cx="1566541" cy="2566229"/>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 name="Rechteck 15">
              <a:extLst>
                <a:ext uri="{FF2B5EF4-FFF2-40B4-BE49-F238E27FC236}">
                  <a16:creationId xmlns:a16="http://schemas.microsoft.com/office/drawing/2014/main" id="{C774ED6A-7468-46CE-9A85-3126846CA4D5}"/>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17" name="Rechteck 16">
              <a:extLst>
                <a:ext uri="{FF2B5EF4-FFF2-40B4-BE49-F238E27FC236}">
                  <a16:creationId xmlns:a16="http://schemas.microsoft.com/office/drawing/2014/main" id="{40E3EA58-1834-4CDB-A623-73D6BA378CB3}"/>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18" name="Gerader Verbinder 17">
              <a:extLst>
                <a:ext uri="{FF2B5EF4-FFF2-40B4-BE49-F238E27FC236}">
                  <a16:creationId xmlns:a16="http://schemas.microsoft.com/office/drawing/2014/main" id="{9B285301-111B-4C97-BDCC-41633D56CFD5}"/>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r Verbinder 18">
              <a:extLst>
                <a:ext uri="{FF2B5EF4-FFF2-40B4-BE49-F238E27FC236}">
                  <a16:creationId xmlns:a16="http://schemas.microsoft.com/office/drawing/2014/main" id="{E0F9CCF9-112E-4FE9-8A64-8CD708BCE071}"/>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r Verbinder 19">
              <a:extLst>
                <a:ext uri="{FF2B5EF4-FFF2-40B4-BE49-F238E27FC236}">
                  <a16:creationId xmlns:a16="http://schemas.microsoft.com/office/drawing/2014/main" id="{1B09FB96-096F-4D6A-8EAB-94399310B48B}"/>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r Verbinder 20">
              <a:extLst>
                <a:ext uri="{FF2B5EF4-FFF2-40B4-BE49-F238E27FC236}">
                  <a16:creationId xmlns:a16="http://schemas.microsoft.com/office/drawing/2014/main" id="{A220A8A5-E550-4D45-BC12-A19A7E3621A1}"/>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r Verbinder 21">
              <a:extLst>
                <a:ext uri="{FF2B5EF4-FFF2-40B4-BE49-F238E27FC236}">
                  <a16:creationId xmlns:a16="http://schemas.microsoft.com/office/drawing/2014/main" id="{E5AC6656-8AFA-4685-A5C0-9D20B54B9DEF}"/>
                </a:ext>
              </a:extLst>
            </p:cNvPr>
            <p:cNvCxnSpPr>
              <a:cxnSpLocks/>
            </p:cNvCxnSpPr>
            <p:nvPr/>
          </p:nvCxnSpPr>
          <p:spPr bwMode="auto">
            <a:xfrm flipV="1">
              <a:off x="6567712" y="2725525"/>
              <a:ext cx="2127876" cy="254073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r Verbinder 22">
              <a:extLst>
                <a:ext uri="{FF2B5EF4-FFF2-40B4-BE49-F238E27FC236}">
                  <a16:creationId xmlns:a16="http://schemas.microsoft.com/office/drawing/2014/main" id="{4CBDF428-AE7F-4F76-A57D-E395A4429F24}"/>
                </a:ext>
              </a:extLst>
            </p:cNvPr>
            <p:cNvCxnSpPr>
              <a:cxnSpLocks/>
            </p:cNvCxnSpPr>
            <p:nvPr/>
          </p:nvCxnSpPr>
          <p:spPr bwMode="auto">
            <a:xfrm flipV="1">
              <a:off x="6544330" y="2963678"/>
              <a:ext cx="2643040" cy="2325386"/>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r Verbinder 23">
              <a:extLst>
                <a:ext uri="{FF2B5EF4-FFF2-40B4-BE49-F238E27FC236}">
                  <a16:creationId xmlns:a16="http://schemas.microsoft.com/office/drawing/2014/main" id="{0363BADB-E052-4646-BAFA-C4272A0F044E}"/>
                </a:ext>
              </a:extLst>
            </p:cNvPr>
            <p:cNvCxnSpPr>
              <a:cxnSpLocks/>
            </p:cNvCxnSpPr>
            <p:nvPr/>
          </p:nvCxnSpPr>
          <p:spPr bwMode="auto">
            <a:xfrm flipV="1">
              <a:off x="6543581" y="3406238"/>
              <a:ext cx="3428984" cy="18457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mit Pfeil 28">
              <a:extLst>
                <a:ext uri="{FF2B5EF4-FFF2-40B4-BE49-F238E27FC236}">
                  <a16:creationId xmlns:a16="http://schemas.microsoft.com/office/drawing/2014/main" id="{E75358CE-2F15-422F-832A-A3F1DC6C3FE2}"/>
                </a:ext>
              </a:extLst>
            </p:cNvPr>
            <p:cNvCxnSpPr/>
            <p:nvPr/>
          </p:nvCxnSpPr>
          <p:spPr bwMode="auto">
            <a:xfrm>
              <a:off x="7467327" y="3866984"/>
              <a:ext cx="217949"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0" name="Rechteck 29">
              <a:extLst>
                <a:ext uri="{FF2B5EF4-FFF2-40B4-BE49-F238E27FC236}">
                  <a16:creationId xmlns:a16="http://schemas.microsoft.com/office/drawing/2014/main" id="{D6E7B518-A3D6-4599-B240-1469F2306129}"/>
                </a:ext>
              </a:extLst>
            </p:cNvPr>
            <p:cNvSpPr/>
            <p:nvPr/>
          </p:nvSpPr>
          <p:spPr bwMode="auto">
            <a:xfrm>
              <a:off x="9884727" y="3202312"/>
              <a:ext cx="1230011" cy="321221"/>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LR=100%</a:t>
              </a:r>
            </a:p>
          </p:txBody>
        </p:sp>
        <p:sp>
          <p:nvSpPr>
            <p:cNvPr id="36" name="Rechteck 35">
              <a:extLst>
                <a:ext uri="{FF2B5EF4-FFF2-40B4-BE49-F238E27FC236}">
                  <a16:creationId xmlns:a16="http://schemas.microsoft.com/office/drawing/2014/main" id="{A1FB945D-EB56-41BA-A5A3-2BBBF2F4C527}"/>
                </a:ext>
              </a:extLst>
            </p:cNvPr>
            <p:cNvSpPr/>
            <p:nvPr/>
          </p:nvSpPr>
          <p:spPr bwMode="auto">
            <a:xfrm>
              <a:off x="9233817" y="2723861"/>
              <a:ext cx="1230012" cy="321221"/>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LR=50%</a:t>
              </a:r>
            </a:p>
          </p:txBody>
        </p:sp>
        <p:sp>
          <p:nvSpPr>
            <p:cNvPr id="37" name="Rechteck 36">
              <a:extLst>
                <a:ext uri="{FF2B5EF4-FFF2-40B4-BE49-F238E27FC236}">
                  <a16:creationId xmlns:a16="http://schemas.microsoft.com/office/drawing/2014/main" id="{4ABE7D59-4B4D-4516-8568-6FC542791736}"/>
                </a:ext>
              </a:extLst>
            </p:cNvPr>
            <p:cNvSpPr/>
            <p:nvPr/>
          </p:nvSpPr>
          <p:spPr bwMode="auto">
            <a:xfrm>
              <a:off x="8769780" y="2533728"/>
              <a:ext cx="123001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LR=25%</a:t>
              </a:r>
            </a:p>
          </p:txBody>
        </p:sp>
        <p:cxnSp>
          <p:nvCxnSpPr>
            <p:cNvPr id="38" name="Gerade Verbindung mit Pfeil 37">
              <a:extLst>
                <a:ext uri="{FF2B5EF4-FFF2-40B4-BE49-F238E27FC236}">
                  <a16:creationId xmlns:a16="http://schemas.microsoft.com/office/drawing/2014/main" id="{80AA559A-A4D2-4A39-AB53-D90214F2B123}"/>
                </a:ext>
              </a:extLst>
            </p:cNvPr>
            <p:cNvCxnSpPr/>
            <p:nvPr/>
          </p:nvCxnSpPr>
          <p:spPr bwMode="auto">
            <a:xfrm>
              <a:off x="7413701" y="3979161"/>
              <a:ext cx="593686" cy="3976"/>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0" name="Gerade Verbindung mit Pfeil 39">
              <a:extLst>
                <a:ext uri="{FF2B5EF4-FFF2-40B4-BE49-F238E27FC236}">
                  <a16:creationId xmlns:a16="http://schemas.microsoft.com/office/drawing/2014/main" id="{222E1B30-1DBC-4D10-B8F6-D232A7F5746D}"/>
                </a:ext>
              </a:extLst>
            </p:cNvPr>
            <p:cNvCxnSpPr/>
            <p:nvPr/>
          </p:nvCxnSpPr>
          <p:spPr bwMode="auto">
            <a:xfrm>
              <a:off x="7388433" y="4116142"/>
              <a:ext cx="1220748" cy="4931"/>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3" name="Sprechblase: rechteckig mit abgerundeten Ecken 42">
              <a:extLst>
                <a:ext uri="{FF2B5EF4-FFF2-40B4-BE49-F238E27FC236}">
                  <a16:creationId xmlns:a16="http://schemas.microsoft.com/office/drawing/2014/main" id="{3CFF40DD-9D93-429C-8683-9885F99D2EF5}"/>
                </a:ext>
              </a:extLst>
            </p:cNvPr>
            <p:cNvSpPr/>
            <p:nvPr/>
          </p:nvSpPr>
          <p:spPr bwMode="auto">
            <a:xfrm>
              <a:off x="7755221" y="6566265"/>
              <a:ext cx="4087273" cy="1213856"/>
            </a:xfrm>
            <a:prstGeom prst="wedgeRoundRectCallout">
              <a:avLst>
                <a:gd name="adj1" fmla="val -41180"/>
                <a:gd name="adj2" fmla="val -242942"/>
                <a:gd name="adj3" fmla="val 16667"/>
              </a:avLst>
            </a:prstGeom>
            <a:ln w="28575">
              <a:solidFill>
                <a:srgbClr val="00646E"/>
              </a:solidFill>
            </a:ln>
          </p:spPr>
          <p:txBody>
            <a:bodyPr wrap="square">
              <a:spAutoFit/>
            </a:bodyPr>
            <a:lstStyle/>
            <a:p>
              <a:pPr algn="ctr"/>
              <a:r>
                <a:rPr lang="en-US" sz="1600">
                  <a:solidFill>
                    <a:schemeClr val="tx1"/>
                  </a:solidFill>
                </a:rPr>
                <a:t>LR = How much should we move the line based on the next data point</a:t>
              </a:r>
            </a:p>
          </p:txBody>
        </p:sp>
      </p:grpSp>
    </p:spTree>
    <p:extLst>
      <p:ext uri="{BB962C8B-B14F-4D97-AF65-F5344CB8AC3E}">
        <p14:creationId xmlns:p14="http://schemas.microsoft.com/office/powerpoint/2010/main" val="13951881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Analogies between Human and Artificial Neural Nets</a:t>
            </a:r>
          </a:p>
        </p:txBody>
      </p:sp>
      <p:pic>
        <p:nvPicPr>
          <p:cNvPr id="2050" name="Picture 2" descr="Bildergebnis fÃ¼r neuronales netz deep">
            <a:extLst>
              <a:ext uri="{FF2B5EF4-FFF2-40B4-BE49-F238E27FC236}">
                <a16:creationId xmlns:a16="http://schemas.microsoft.com/office/drawing/2014/main" id="{A9BC1128-3F74-4C36-BD99-BCAFEA458A9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10115" y="1862826"/>
            <a:ext cx="4696173" cy="3132348"/>
          </a:xfrm>
          <a:prstGeom prst="rect">
            <a:avLst/>
          </a:prstGeom>
          <a:noFill/>
          <a:extLst>
            <a:ext uri="{909E8E84-426E-40DD-AFC4-6F175D3DCCD1}">
              <a14:hiddenFill xmlns:a14="http://schemas.microsoft.com/office/drawing/2010/main">
                <a:solidFill>
                  <a:srgbClr val="FFFFFF"/>
                </a:solidFill>
              </a14:hiddenFill>
            </a:ext>
          </a:extLst>
        </p:spPr>
      </p:pic>
      <p:sp>
        <p:nvSpPr>
          <p:cNvPr id="5" name="Legende: Linie 4">
            <a:extLst>
              <a:ext uri="{FF2B5EF4-FFF2-40B4-BE49-F238E27FC236}">
                <a16:creationId xmlns:a16="http://schemas.microsoft.com/office/drawing/2014/main" id="{6FE423ED-D100-4509-8A65-42D250FBFB68}"/>
              </a:ext>
            </a:extLst>
          </p:cNvPr>
          <p:cNvSpPr/>
          <p:nvPr/>
        </p:nvSpPr>
        <p:spPr bwMode="auto">
          <a:xfrm>
            <a:off x="6963271" y="1754814"/>
            <a:ext cx="540060" cy="3348372"/>
          </a:xfrm>
          <a:prstGeom prst="borderCallout1">
            <a:avLst>
              <a:gd name="adj1" fmla="val 99656"/>
              <a:gd name="adj2" fmla="val -421"/>
              <a:gd name="adj3" fmla="val 112500"/>
              <a:gd name="adj4" fmla="val -3833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 name="Legende: Linie 10">
            <a:extLst>
              <a:ext uri="{FF2B5EF4-FFF2-40B4-BE49-F238E27FC236}">
                <a16:creationId xmlns:a16="http://schemas.microsoft.com/office/drawing/2014/main" id="{60F0D1C8-D10D-4960-B96F-86FB749B2602}"/>
              </a:ext>
            </a:extLst>
          </p:cNvPr>
          <p:cNvSpPr/>
          <p:nvPr/>
        </p:nvSpPr>
        <p:spPr bwMode="auto">
          <a:xfrm>
            <a:off x="7655731" y="1754814"/>
            <a:ext cx="2871936" cy="3348372"/>
          </a:xfrm>
          <a:prstGeom prst="borderCallout1">
            <a:avLst>
              <a:gd name="adj1" fmla="val 100167"/>
              <a:gd name="adj2" fmla="val 48082"/>
              <a:gd name="adj3" fmla="val 115819"/>
              <a:gd name="adj4" fmla="val 36624"/>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 name="Legende: Linie 11">
            <a:extLst>
              <a:ext uri="{FF2B5EF4-FFF2-40B4-BE49-F238E27FC236}">
                <a16:creationId xmlns:a16="http://schemas.microsoft.com/office/drawing/2014/main" id="{8E576927-B680-4366-9C39-E303D3116FCF}"/>
              </a:ext>
            </a:extLst>
          </p:cNvPr>
          <p:cNvSpPr/>
          <p:nvPr/>
        </p:nvSpPr>
        <p:spPr bwMode="auto">
          <a:xfrm>
            <a:off x="10621247" y="1754814"/>
            <a:ext cx="540060" cy="3348372"/>
          </a:xfrm>
          <a:prstGeom prst="borderCallout1">
            <a:avLst>
              <a:gd name="adj1" fmla="val 99656"/>
              <a:gd name="adj2" fmla="val -421"/>
              <a:gd name="adj3" fmla="val 112500"/>
              <a:gd name="adj4" fmla="val -3833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0D4C43FF-B520-4BDC-A545-91090C232405}"/>
              </a:ext>
            </a:extLst>
          </p:cNvPr>
          <p:cNvSpPr txBox="1"/>
          <p:nvPr/>
        </p:nvSpPr>
        <p:spPr>
          <a:xfrm>
            <a:off x="6387207" y="5711080"/>
            <a:ext cx="1116124"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Input layer</a:t>
            </a:r>
          </a:p>
        </p:txBody>
      </p:sp>
      <p:sp>
        <p:nvSpPr>
          <p:cNvPr id="14" name="Textfeld 13">
            <a:extLst>
              <a:ext uri="{FF2B5EF4-FFF2-40B4-BE49-F238E27FC236}">
                <a16:creationId xmlns:a16="http://schemas.microsoft.com/office/drawing/2014/main" id="{E413EB5F-D997-4B6B-969B-169C29457863}"/>
              </a:ext>
            </a:extLst>
          </p:cNvPr>
          <p:cNvSpPr txBox="1"/>
          <p:nvPr/>
        </p:nvSpPr>
        <p:spPr>
          <a:xfrm>
            <a:off x="7863371" y="5711080"/>
            <a:ext cx="1832012" cy="406970"/>
          </a:xfrm>
          <a:prstGeom prst="rect">
            <a:avLst/>
          </a:prstGeom>
          <a:noFill/>
        </p:spPr>
        <p:txBody>
          <a:bodyPr wrap="square" lIns="0" tIns="0" rIns="0" bIns="0" rtlCol="0">
            <a:noAutofit/>
          </a:bodyPr>
          <a:lstStyle/>
          <a:p>
            <a:pPr algn="ct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Hidden layers (example: 4 layers)</a:t>
            </a:r>
          </a:p>
        </p:txBody>
      </p:sp>
      <p:sp>
        <p:nvSpPr>
          <p:cNvPr id="15" name="Textfeld 14">
            <a:extLst>
              <a:ext uri="{FF2B5EF4-FFF2-40B4-BE49-F238E27FC236}">
                <a16:creationId xmlns:a16="http://schemas.microsoft.com/office/drawing/2014/main" id="{4C19AE93-3915-4C50-BF23-2016D34F9134}"/>
              </a:ext>
            </a:extLst>
          </p:cNvPr>
          <p:cNvSpPr txBox="1"/>
          <p:nvPr/>
        </p:nvSpPr>
        <p:spPr>
          <a:xfrm>
            <a:off x="9969605" y="5711080"/>
            <a:ext cx="1116124"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Output layer</a:t>
            </a:r>
          </a:p>
        </p:txBody>
      </p:sp>
      <p:pic>
        <p:nvPicPr>
          <p:cNvPr id="2054" name="Picture 6" descr="Bildergebnis fÃ¼r artificial neuron">
            <a:extLst>
              <a:ext uri="{FF2B5EF4-FFF2-40B4-BE49-F238E27FC236}">
                <a16:creationId xmlns:a16="http://schemas.microsoft.com/office/drawing/2014/main" id="{10BB2343-4C23-46CF-ACDD-21B3C3662E8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82551" y="2129540"/>
            <a:ext cx="5402678" cy="2564233"/>
          </a:xfrm>
          <a:prstGeom prst="rect">
            <a:avLst/>
          </a:prstGeom>
          <a:noFill/>
          <a:extLst>
            <a:ext uri="{909E8E84-426E-40DD-AFC4-6F175D3DCCD1}">
              <a14:hiddenFill xmlns:a14="http://schemas.microsoft.com/office/drawing/2010/main">
                <a:solidFill>
                  <a:srgbClr val="FFFFFF"/>
                </a:solidFill>
              </a14:hiddenFill>
            </a:ext>
          </a:extLst>
        </p:spPr>
      </p:pic>
      <p:sp>
        <p:nvSpPr>
          <p:cNvPr id="18" name="Textfeld 17">
            <a:extLst>
              <a:ext uri="{FF2B5EF4-FFF2-40B4-BE49-F238E27FC236}">
                <a16:creationId xmlns:a16="http://schemas.microsoft.com/office/drawing/2014/main" id="{DCBACD58-6F4C-4A7C-A7F7-C8A49CACB24F}"/>
              </a:ext>
            </a:extLst>
          </p:cNvPr>
          <p:cNvSpPr txBox="1"/>
          <p:nvPr/>
        </p:nvSpPr>
        <p:spPr>
          <a:xfrm>
            <a:off x="482551" y="5693737"/>
            <a:ext cx="1413757"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‚Dendrites‘</a:t>
            </a:r>
          </a:p>
        </p:txBody>
      </p:sp>
      <p:sp>
        <p:nvSpPr>
          <p:cNvPr id="20" name="Textfeld 19">
            <a:extLst>
              <a:ext uri="{FF2B5EF4-FFF2-40B4-BE49-F238E27FC236}">
                <a16:creationId xmlns:a16="http://schemas.microsoft.com/office/drawing/2014/main" id="{1DE5CFBB-333A-4097-80C5-B38A812450D2}"/>
              </a:ext>
            </a:extLst>
          </p:cNvPr>
          <p:cNvSpPr txBox="1"/>
          <p:nvPr/>
        </p:nvSpPr>
        <p:spPr>
          <a:xfrm>
            <a:off x="3074839" y="5693737"/>
            <a:ext cx="1413757"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‚Neurons‘</a:t>
            </a:r>
          </a:p>
        </p:txBody>
      </p:sp>
      <p:sp>
        <p:nvSpPr>
          <p:cNvPr id="22" name="Legende: Linie 21">
            <a:extLst>
              <a:ext uri="{FF2B5EF4-FFF2-40B4-BE49-F238E27FC236}">
                <a16:creationId xmlns:a16="http://schemas.microsoft.com/office/drawing/2014/main" id="{DBE9EB40-570A-41E3-B332-81FC4DE8CC36}"/>
              </a:ext>
            </a:extLst>
          </p:cNvPr>
          <p:cNvSpPr/>
          <p:nvPr/>
        </p:nvSpPr>
        <p:spPr bwMode="auto">
          <a:xfrm>
            <a:off x="986607" y="1737471"/>
            <a:ext cx="684076" cy="3348372"/>
          </a:xfrm>
          <a:prstGeom prst="borderCallout1">
            <a:avLst>
              <a:gd name="adj1" fmla="val 99656"/>
              <a:gd name="adj2" fmla="val -421"/>
              <a:gd name="adj3" fmla="val 112500"/>
              <a:gd name="adj4" fmla="val -3833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3" name="Legende: Linie 22">
            <a:extLst>
              <a:ext uri="{FF2B5EF4-FFF2-40B4-BE49-F238E27FC236}">
                <a16:creationId xmlns:a16="http://schemas.microsoft.com/office/drawing/2014/main" id="{691A3F1F-F7DE-43B3-97AE-73DAB3AE4944}"/>
              </a:ext>
            </a:extLst>
          </p:cNvPr>
          <p:cNvSpPr/>
          <p:nvPr/>
        </p:nvSpPr>
        <p:spPr bwMode="auto">
          <a:xfrm>
            <a:off x="5311386" y="1737471"/>
            <a:ext cx="684076" cy="3348372"/>
          </a:xfrm>
          <a:prstGeom prst="borderCallout1">
            <a:avLst>
              <a:gd name="adj1" fmla="val 101049"/>
              <a:gd name="adj2" fmla="val 48682"/>
              <a:gd name="adj3" fmla="val 111385"/>
              <a:gd name="adj4" fmla="val 3941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4" name="Textfeld 23">
            <a:extLst>
              <a:ext uri="{FF2B5EF4-FFF2-40B4-BE49-F238E27FC236}">
                <a16:creationId xmlns:a16="http://schemas.microsoft.com/office/drawing/2014/main" id="{3A75D24C-6864-461E-92A3-059380243CC0}"/>
              </a:ext>
            </a:extLst>
          </p:cNvPr>
          <p:cNvSpPr txBox="1"/>
          <p:nvPr/>
        </p:nvSpPr>
        <p:spPr>
          <a:xfrm>
            <a:off x="5252999" y="5693737"/>
            <a:ext cx="729681"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‚Axon‘</a:t>
            </a:r>
          </a:p>
        </p:txBody>
      </p:sp>
      <p:grpSp>
        <p:nvGrpSpPr>
          <p:cNvPr id="7" name="Gruppieren 6">
            <a:extLst>
              <a:ext uri="{FF2B5EF4-FFF2-40B4-BE49-F238E27FC236}">
                <a16:creationId xmlns:a16="http://schemas.microsoft.com/office/drawing/2014/main" id="{1BF621FF-ED67-4467-ACAB-74C6987940DC}"/>
              </a:ext>
            </a:extLst>
          </p:cNvPr>
          <p:cNvGrpSpPr/>
          <p:nvPr/>
        </p:nvGrpSpPr>
        <p:grpSpPr>
          <a:xfrm>
            <a:off x="2930823" y="1736812"/>
            <a:ext cx="998088" cy="3348372"/>
            <a:chOff x="2930823" y="1736812"/>
            <a:chExt cx="998088" cy="3348372"/>
          </a:xfrm>
        </p:grpSpPr>
        <p:sp>
          <p:nvSpPr>
            <p:cNvPr id="19" name="Legende: Linie 18">
              <a:extLst>
                <a:ext uri="{FF2B5EF4-FFF2-40B4-BE49-F238E27FC236}">
                  <a16:creationId xmlns:a16="http://schemas.microsoft.com/office/drawing/2014/main" id="{58085926-D55B-4172-A4C1-E42E5114CDA1}"/>
                </a:ext>
              </a:extLst>
            </p:cNvPr>
            <p:cNvSpPr/>
            <p:nvPr/>
          </p:nvSpPr>
          <p:spPr bwMode="auto">
            <a:xfrm>
              <a:off x="2930823" y="1736812"/>
              <a:ext cx="998088" cy="3348372"/>
            </a:xfrm>
            <a:prstGeom prst="borderCallout1">
              <a:avLst>
                <a:gd name="adj1" fmla="val 100771"/>
                <a:gd name="adj2" fmla="val 49126"/>
                <a:gd name="adj3" fmla="val 110828"/>
                <a:gd name="adj4" fmla="val 4954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 name="Rechteck 2">
              <a:extLst>
                <a:ext uri="{FF2B5EF4-FFF2-40B4-BE49-F238E27FC236}">
                  <a16:creationId xmlns:a16="http://schemas.microsoft.com/office/drawing/2014/main" id="{92BCA4B6-ABA1-42CB-9AB2-BAED232E8CBD}"/>
                </a:ext>
              </a:extLst>
            </p:cNvPr>
            <p:cNvSpPr/>
            <p:nvPr/>
          </p:nvSpPr>
          <p:spPr bwMode="auto">
            <a:xfrm>
              <a:off x="3074839" y="1847836"/>
              <a:ext cx="684076" cy="1350150"/>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Tree>
    <p:extLst>
      <p:ext uri="{BB962C8B-B14F-4D97-AF65-F5344CB8AC3E}">
        <p14:creationId xmlns:p14="http://schemas.microsoft.com/office/powerpoint/2010/main" val="90886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50"/>
                                        </p:tgtEl>
                                        <p:attrNameLst>
                                          <p:attrName>style.visibility</p:attrName>
                                        </p:attrNameLst>
                                      </p:cBhvr>
                                      <p:to>
                                        <p:strVal val="visible"/>
                                      </p:to>
                                    </p:set>
                                    <p:animEffect transition="in" filter="fade">
                                      <p:cBhvr>
                                        <p:cTn id="24" dur="500"/>
                                        <p:tgtEl>
                                          <p:spTgt spid="20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6" grpId="0"/>
      <p:bldP spid="14" grpId="0"/>
      <p:bldP spid="15" grpId="0"/>
      <p:bldP spid="18" grpId="0"/>
      <p:bldP spid="20" grpId="0"/>
      <p:bldP spid="22" grpId="0" animBg="1"/>
      <p:bldP spid="23" grpId="0" animBg="1"/>
      <p:bldP spid="2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BA7AE2-3569-4E9C-A854-5A76FC617844}"/>
              </a:ext>
            </a:extLst>
          </p:cNvPr>
          <p:cNvSpPr>
            <a:spLocks noGrp="1"/>
          </p:cNvSpPr>
          <p:nvPr>
            <p:ph type="title"/>
          </p:nvPr>
        </p:nvSpPr>
        <p:spPr/>
        <p:txBody>
          <a:bodyPr/>
          <a:lstStyle/>
          <a:p>
            <a:r>
              <a:rPr lang="en-US"/>
              <a:t>Basic Steps of Training a Neural Network</a:t>
            </a:r>
            <a:endParaRPr lang="en-US" sz="1600">
              <a:solidFill>
                <a:srgbClr val="FF0000"/>
              </a:solidFill>
            </a:endParaRPr>
          </a:p>
        </p:txBody>
      </p:sp>
      <p:sp>
        <p:nvSpPr>
          <p:cNvPr id="3" name="Inhaltsplatzhalter 2">
            <a:extLst>
              <a:ext uri="{FF2B5EF4-FFF2-40B4-BE49-F238E27FC236}">
                <a16:creationId xmlns:a16="http://schemas.microsoft.com/office/drawing/2014/main" id="{795015EB-C1D3-4164-9B69-8D7D1F1E7AD9}"/>
              </a:ext>
            </a:extLst>
          </p:cNvPr>
          <p:cNvSpPr>
            <a:spLocks noGrp="1"/>
          </p:cNvSpPr>
          <p:nvPr>
            <p:ph sz="half" idx="1"/>
          </p:nvPr>
        </p:nvSpPr>
        <p:spPr>
          <a:xfrm>
            <a:off x="627063" y="1440000"/>
            <a:ext cx="7308316" cy="4752000"/>
          </a:xfrm>
        </p:spPr>
        <p:txBody>
          <a:bodyPr/>
          <a:lstStyle/>
          <a:p>
            <a:pPr marL="342900" indent="-342900">
              <a:lnSpc>
                <a:spcPct val="200000"/>
              </a:lnSpc>
              <a:buFont typeface="+mj-lt"/>
              <a:buAutoNum type="alphaLcParenR"/>
            </a:pPr>
            <a:r>
              <a:rPr lang="en-US" sz="1600" dirty="0"/>
              <a:t>Select first element from the training data set</a:t>
            </a:r>
          </a:p>
          <a:p>
            <a:pPr marL="701675" lvl="2" indent="-342900">
              <a:lnSpc>
                <a:spcPct val="200000"/>
              </a:lnSpc>
              <a:buFont typeface="+mj-lt"/>
              <a:buAutoNum type="arabicPeriod"/>
            </a:pPr>
            <a:r>
              <a:rPr lang="en-US" sz="1600" dirty="0"/>
              <a:t>Start with random weights (some restrictions apply) -&gt;NN</a:t>
            </a:r>
            <a:r>
              <a:rPr lang="en-US" sz="1600" baseline="-25000" dirty="0"/>
              <a:t>1</a:t>
            </a:r>
          </a:p>
          <a:p>
            <a:pPr marL="701675" lvl="2" indent="-342900">
              <a:lnSpc>
                <a:spcPct val="200000"/>
              </a:lnSpc>
              <a:buFont typeface="+mj-lt"/>
              <a:buAutoNum type="arabicPeriod"/>
            </a:pPr>
            <a:r>
              <a:rPr lang="en-US" sz="1600" dirty="0"/>
              <a:t>Calculate predicted output based on first element and those weights</a:t>
            </a:r>
          </a:p>
          <a:p>
            <a:pPr marL="701675" lvl="2" indent="-342900">
              <a:lnSpc>
                <a:spcPct val="200000"/>
              </a:lnSpc>
              <a:buFont typeface="+mj-lt"/>
              <a:buAutoNum type="arabicPeriod"/>
            </a:pPr>
            <a:r>
              <a:rPr lang="en-US" sz="1600" dirty="0"/>
              <a:t>Calculate Error distribute to weights</a:t>
            </a:r>
          </a:p>
          <a:p>
            <a:pPr marL="701675" lvl="2" indent="-342900">
              <a:lnSpc>
                <a:spcPct val="200000"/>
              </a:lnSpc>
              <a:buFont typeface="+mj-lt"/>
              <a:buAutoNum type="arabicPeriod"/>
            </a:pPr>
            <a:r>
              <a:rPr lang="en-US" sz="1600" dirty="0"/>
              <a:t>Recalculate weights based on error -&gt; NN</a:t>
            </a:r>
            <a:r>
              <a:rPr lang="en-US" sz="1600" baseline="-25000" dirty="0"/>
              <a:t>2</a:t>
            </a:r>
            <a:endParaRPr lang="en-US" sz="1600" dirty="0"/>
          </a:p>
          <a:p>
            <a:pPr marL="342900" indent="-342900">
              <a:lnSpc>
                <a:spcPct val="200000"/>
              </a:lnSpc>
              <a:buFont typeface="+mj-lt"/>
              <a:buAutoNum type="alphaLcParenR"/>
            </a:pPr>
            <a:r>
              <a:rPr lang="en-US" sz="1600" dirty="0"/>
              <a:t>Repeat step 2-4 with all elements from the training data set</a:t>
            </a:r>
          </a:p>
          <a:p>
            <a:pPr marL="342900" indent="-342900">
              <a:lnSpc>
                <a:spcPct val="200000"/>
              </a:lnSpc>
              <a:buFont typeface="+mj-lt"/>
              <a:buAutoNum type="alphaLcParenR"/>
            </a:pPr>
            <a:r>
              <a:rPr lang="en-US" sz="1600" dirty="0"/>
              <a:t>Iterate through all data several times (steps a) and b)) until weights converge to one value</a:t>
            </a:r>
          </a:p>
          <a:p>
            <a:pPr marL="342900" indent="-342900">
              <a:lnSpc>
                <a:spcPct val="200000"/>
              </a:lnSpc>
              <a:buFont typeface="+mj-lt"/>
              <a:buAutoNum type="alphaLcParenR"/>
            </a:pPr>
            <a:endParaRPr lang="en-US" sz="1600" dirty="0"/>
          </a:p>
          <a:p>
            <a:endParaRPr lang="en-US" dirty="0"/>
          </a:p>
        </p:txBody>
      </p:sp>
      <p:pic>
        <p:nvPicPr>
          <p:cNvPr id="6" name="Grafik 5">
            <a:extLst>
              <a:ext uri="{FF2B5EF4-FFF2-40B4-BE49-F238E27FC236}">
                <a16:creationId xmlns:a16="http://schemas.microsoft.com/office/drawing/2014/main" id="{F7AE1EEF-CB36-4EBA-8501-AB50A5B74B1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37148" y="1439999"/>
            <a:ext cx="2341303" cy="1813437"/>
          </a:xfrm>
          <a:prstGeom prst="rect">
            <a:avLst/>
          </a:prstGeom>
        </p:spPr>
      </p:pic>
      <p:pic>
        <p:nvPicPr>
          <p:cNvPr id="7" name="Grafik 6">
            <a:extLst>
              <a:ext uri="{FF2B5EF4-FFF2-40B4-BE49-F238E27FC236}">
                <a16:creationId xmlns:a16="http://schemas.microsoft.com/office/drawing/2014/main" id="{2F6B2555-3557-48F0-8315-B7CD7299522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04675" y="3320988"/>
            <a:ext cx="2691044" cy="2410461"/>
          </a:xfrm>
          <a:prstGeom prst="rect">
            <a:avLst/>
          </a:prstGeom>
        </p:spPr>
      </p:pic>
      <p:sp>
        <p:nvSpPr>
          <p:cNvPr id="8" name="Rechteck 7">
            <a:extLst>
              <a:ext uri="{FF2B5EF4-FFF2-40B4-BE49-F238E27FC236}">
                <a16:creationId xmlns:a16="http://schemas.microsoft.com/office/drawing/2014/main" id="{45BC987A-A22F-46C3-BC57-8B9853C831F1}"/>
              </a:ext>
            </a:extLst>
          </p:cNvPr>
          <p:cNvSpPr/>
          <p:nvPr/>
        </p:nvSpPr>
        <p:spPr>
          <a:xfrm>
            <a:off x="629839" y="5944634"/>
            <a:ext cx="10944224" cy="369332"/>
          </a:xfrm>
          <a:prstGeom prst="rect">
            <a:avLst/>
          </a:prstGeom>
          <a:ln w="28575">
            <a:solidFill>
              <a:srgbClr val="00646E"/>
            </a:solidFill>
          </a:ln>
        </p:spPr>
        <p:txBody>
          <a:bodyPr wrap="square">
            <a:spAutoFit/>
          </a:bodyPr>
          <a:lstStyle/>
          <a:p>
            <a:pPr algn="ctr"/>
            <a:r>
              <a:rPr lang="en-US">
                <a:solidFill>
                  <a:schemeClr val="tx1"/>
                </a:solidFill>
              </a:rPr>
              <a:t>Traditional Regression Analysis would calculate all weights based on all sample data at once.</a:t>
            </a:r>
          </a:p>
        </p:txBody>
      </p:sp>
    </p:spTree>
    <p:extLst>
      <p:ext uri="{BB962C8B-B14F-4D97-AF65-F5344CB8AC3E}">
        <p14:creationId xmlns:p14="http://schemas.microsoft.com/office/powerpoint/2010/main" val="18363023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187814F-3908-4522-843A-09F99FA4058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867175" y="2101764"/>
            <a:ext cx="7884827" cy="3321048"/>
          </a:xfrm>
          <a:prstGeom prst="rect">
            <a:avLst/>
          </a:prstGeom>
        </p:spPr>
      </p:pic>
      <p:sp>
        <p:nvSpPr>
          <p:cNvPr id="2" name="Titel 1">
            <a:extLst>
              <a:ext uri="{FF2B5EF4-FFF2-40B4-BE49-F238E27FC236}">
                <a16:creationId xmlns:a16="http://schemas.microsoft.com/office/drawing/2014/main" id="{7F053897-5CCD-447F-BF99-B0F60777060D}"/>
              </a:ext>
            </a:extLst>
          </p:cNvPr>
          <p:cNvSpPr>
            <a:spLocks noGrp="1"/>
          </p:cNvSpPr>
          <p:nvPr>
            <p:ph type="title"/>
          </p:nvPr>
        </p:nvSpPr>
        <p:spPr/>
        <p:txBody>
          <a:bodyPr/>
          <a:lstStyle/>
          <a:p>
            <a:r>
              <a:rPr lang="en-US"/>
              <a:t>Exercise 3: Number Recognition Using Neural Network</a:t>
            </a:r>
          </a:p>
        </p:txBody>
      </p:sp>
      <p:sp>
        <p:nvSpPr>
          <p:cNvPr id="3" name="Inhaltsplatzhalter 2">
            <a:extLst>
              <a:ext uri="{FF2B5EF4-FFF2-40B4-BE49-F238E27FC236}">
                <a16:creationId xmlns:a16="http://schemas.microsoft.com/office/drawing/2014/main" id="{1CCDF725-1088-43E6-B9C3-28997753F87C}"/>
              </a:ext>
            </a:extLst>
          </p:cNvPr>
          <p:cNvSpPr>
            <a:spLocks noGrp="1"/>
          </p:cNvSpPr>
          <p:nvPr>
            <p:ph idx="1"/>
          </p:nvPr>
        </p:nvSpPr>
        <p:spPr>
          <a:xfrm>
            <a:off x="627063" y="1440000"/>
            <a:ext cx="6480224" cy="4752000"/>
          </a:xfrm>
        </p:spPr>
        <p:txBody>
          <a:bodyPr/>
          <a:lstStyle/>
          <a:p>
            <a:pPr marL="342900" indent="-342900">
              <a:spcBef>
                <a:spcPts val="600"/>
              </a:spcBef>
              <a:spcAft>
                <a:spcPts val="600"/>
              </a:spcAft>
              <a:buFont typeface="+mj-lt"/>
              <a:buAutoNum type="arabicPeriod"/>
            </a:pPr>
            <a:r>
              <a:rPr lang="en-US" sz="1600">
                <a:ea typeface="Arial Unicode MS" panose="020B0604020202020204" pitchFamily="34" charset="-128"/>
                <a:cs typeface="Arial Unicode MS" panose="020B0604020202020204" pitchFamily="34" charset="-128"/>
              </a:rPr>
              <a:t>Go to Exercise 3.1: Neural Networks</a:t>
            </a:r>
          </a:p>
          <a:p>
            <a:pPr marL="342900" indent="-342900">
              <a:spcBef>
                <a:spcPts val="600"/>
              </a:spcBef>
              <a:spcAft>
                <a:spcPts val="600"/>
              </a:spcAft>
              <a:buFont typeface="+mj-lt"/>
              <a:buAutoNum type="arabicPeriod"/>
            </a:pPr>
            <a:r>
              <a:rPr lang="en-US" sz="1600">
                <a:ea typeface="Arial Unicode MS" panose="020B0604020202020204" pitchFamily="34" charset="-128"/>
                <a:cs typeface="Arial Unicode MS" panose="020B0604020202020204" pitchFamily="34" charset="-128"/>
              </a:rPr>
              <a:t>Find the best learning rate </a:t>
            </a: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marL="342900" indent="-342900">
              <a:spcBef>
                <a:spcPts val="600"/>
              </a:spcBef>
              <a:spcAft>
                <a:spcPts val="600"/>
              </a:spcAft>
              <a:buFont typeface="+mj-lt"/>
              <a:buAutoNum type="arabicPeriod"/>
            </a:pPr>
            <a:endParaRPr lang="en-US" sz="1600">
              <a:ea typeface="Arial Unicode MS" panose="020B0604020202020204" pitchFamily="34" charset="-128"/>
              <a:cs typeface="Arial Unicode MS" panose="020B0604020202020204" pitchFamily="34" charset="-128"/>
            </a:endParaRPr>
          </a:p>
          <a:p>
            <a:pPr>
              <a:spcBef>
                <a:spcPts val="600"/>
              </a:spcBef>
              <a:spcAft>
                <a:spcPts val="600"/>
              </a:spcAft>
            </a:pPr>
            <a:r>
              <a:rPr lang="en-US" sz="1600"/>
              <a:t>Optional</a:t>
            </a:r>
          </a:p>
          <a:p>
            <a:pPr marL="342900" indent="-342900">
              <a:spcBef>
                <a:spcPts val="600"/>
              </a:spcBef>
              <a:spcAft>
                <a:spcPts val="600"/>
              </a:spcAft>
              <a:buFont typeface="+mj-lt"/>
              <a:buAutoNum type="arabicPeriod"/>
            </a:pPr>
            <a:r>
              <a:rPr lang="en-US" sz="1600"/>
              <a:t>Go to Exercise 3.2 and find for the best learning rate the best number of hidden layers</a:t>
            </a:r>
          </a:p>
        </p:txBody>
      </p:sp>
      <p:cxnSp>
        <p:nvCxnSpPr>
          <p:cNvPr id="8" name="Gerade Verbindung mit Pfeil 7">
            <a:extLst>
              <a:ext uri="{FF2B5EF4-FFF2-40B4-BE49-F238E27FC236}">
                <a16:creationId xmlns:a16="http://schemas.microsoft.com/office/drawing/2014/main" id="{987B3EF9-803F-47FE-93D7-612550FDA079}"/>
              </a:ext>
            </a:extLst>
          </p:cNvPr>
          <p:cNvCxnSpPr/>
          <p:nvPr/>
        </p:nvCxnSpPr>
        <p:spPr bwMode="auto">
          <a:xfrm>
            <a:off x="3255563" y="2204864"/>
            <a:ext cx="755380" cy="1440160"/>
          </a:xfrm>
          <a:prstGeom prst="straightConnector1">
            <a:avLst/>
          </a:prstGeom>
          <a:solidFill>
            <a:schemeClr val="tx2"/>
          </a:solidFill>
          <a:ln w="571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9" name="Rechteck 8">
            <a:extLst>
              <a:ext uri="{FF2B5EF4-FFF2-40B4-BE49-F238E27FC236}">
                <a16:creationId xmlns:a16="http://schemas.microsoft.com/office/drawing/2014/main" id="{AD7BCAFA-BA36-4DDF-AE78-0D6D75064BBD}"/>
              </a:ext>
            </a:extLst>
          </p:cNvPr>
          <p:cNvSpPr/>
          <p:nvPr/>
        </p:nvSpPr>
        <p:spPr bwMode="auto">
          <a:xfrm>
            <a:off x="3880445" y="3816000"/>
            <a:ext cx="2218729" cy="225068"/>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7055236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A76F555F-F245-4B4F-9153-5296E0AE3E75}"/>
              </a:ext>
            </a:extLst>
          </p:cNvPr>
          <p:cNvPicPr>
            <a:picLocks noChangeAspect="1"/>
          </p:cNvPicPr>
          <p:nvPr/>
        </p:nvPicPr>
        <p:blipFill>
          <a:blip r:embed="rId3"/>
          <a:stretch>
            <a:fillRect/>
          </a:stretch>
        </p:blipFill>
        <p:spPr>
          <a:xfrm>
            <a:off x="453470" y="1426221"/>
            <a:ext cx="7049861" cy="4653258"/>
          </a:xfrm>
          <a:prstGeom prst="rect">
            <a:avLst/>
          </a:prstGeom>
        </p:spPr>
      </p:pic>
      <p:sp>
        <p:nvSpPr>
          <p:cNvPr id="2" name="Titel 1">
            <a:extLst>
              <a:ext uri="{FF2B5EF4-FFF2-40B4-BE49-F238E27FC236}">
                <a16:creationId xmlns:a16="http://schemas.microsoft.com/office/drawing/2014/main" id="{0B6926EB-D4D3-4BB5-B30F-2BCEC9380C12}"/>
              </a:ext>
            </a:extLst>
          </p:cNvPr>
          <p:cNvSpPr>
            <a:spLocks noGrp="1"/>
          </p:cNvSpPr>
          <p:nvPr>
            <p:ph type="title"/>
          </p:nvPr>
        </p:nvSpPr>
        <p:spPr/>
        <p:txBody>
          <a:bodyPr/>
          <a:lstStyle/>
          <a:p>
            <a:r>
              <a:rPr lang="en-US"/>
              <a:t>Exercise 3: Number Recognition Using Neural Network</a:t>
            </a:r>
          </a:p>
        </p:txBody>
      </p:sp>
      <p:sp>
        <p:nvSpPr>
          <p:cNvPr id="8" name="Inhaltsplatzhalter 7">
            <a:extLst>
              <a:ext uri="{FF2B5EF4-FFF2-40B4-BE49-F238E27FC236}">
                <a16:creationId xmlns:a16="http://schemas.microsoft.com/office/drawing/2014/main" id="{B3C5B944-87C6-4E1D-AD29-1D58A7FF53F6}"/>
              </a:ext>
            </a:extLst>
          </p:cNvPr>
          <p:cNvSpPr>
            <a:spLocks noGrp="1"/>
          </p:cNvSpPr>
          <p:nvPr>
            <p:ph sz="half" idx="1"/>
          </p:nvPr>
        </p:nvSpPr>
        <p:spPr/>
        <p:txBody>
          <a:bodyPr/>
          <a:lstStyle/>
          <a:p>
            <a:r>
              <a:rPr lang="de-DE"/>
              <a:t>								</a:t>
            </a:r>
            <a:endParaRPr lang="en-US"/>
          </a:p>
        </p:txBody>
      </p:sp>
      <p:sp>
        <p:nvSpPr>
          <p:cNvPr id="11" name="Inhaltsplatzhalter 10">
            <a:extLst>
              <a:ext uri="{FF2B5EF4-FFF2-40B4-BE49-F238E27FC236}">
                <a16:creationId xmlns:a16="http://schemas.microsoft.com/office/drawing/2014/main" id="{6A555798-4007-45C9-B946-93042FC3F79A}"/>
              </a:ext>
            </a:extLst>
          </p:cNvPr>
          <p:cNvSpPr txBox="1">
            <a:spLocks noGrp="1"/>
          </p:cNvSpPr>
          <p:nvPr>
            <p:ph sz="half" idx="2"/>
          </p:nvPr>
        </p:nvSpPr>
        <p:spPr>
          <a:xfrm>
            <a:off x="7850318" y="3839901"/>
            <a:ext cx="2988332" cy="281103"/>
          </a:xfrm>
          <a:prstGeom prst="rect">
            <a:avLst/>
          </a:prstGeom>
          <a:noFill/>
        </p:spPr>
        <p:txBody>
          <a:bodyPr wrap="square" lIns="0" tIns="0" rIns="0" bIns="0" rtlCol="0">
            <a:spAutoFit/>
          </a:bodyPr>
          <a:lstStyle/>
          <a:p>
            <a:pPr>
              <a:lnSpc>
                <a:spcPct val="110000"/>
              </a:lnSpc>
              <a:spcBef>
                <a:spcPts val="600"/>
              </a:spcBef>
              <a:spcAft>
                <a:spcPts val="600"/>
              </a:spcAft>
            </a:pPr>
            <a:r>
              <a:rPr lang="en-US">
                <a:solidFill>
                  <a:schemeClr val="tx1"/>
                </a:solidFill>
                <a:latin typeface="+mn-lt"/>
                <a:ea typeface="Arial Unicode MS" panose="020B0604020202020204" pitchFamily="34" charset="-128"/>
                <a:cs typeface="Arial Unicode MS" panose="020B0604020202020204" pitchFamily="34" charset="-128"/>
              </a:rPr>
              <a:t>Best learning rate at ~0.1 ?</a:t>
            </a:r>
          </a:p>
        </p:txBody>
      </p:sp>
      <p:cxnSp>
        <p:nvCxnSpPr>
          <p:cNvPr id="9" name="Gerade Verbindung mit Pfeil 8">
            <a:extLst>
              <a:ext uri="{FF2B5EF4-FFF2-40B4-BE49-F238E27FC236}">
                <a16:creationId xmlns:a16="http://schemas.microsoft.com/office/drawing/2014/main" id="{FE8D48F5-C425-4617-9CB0-8738A871FD5F}"/>
              </a:ext>
            </a:extLst>
          </p:cNvPr>
          <p:cNvCxnSpPr/>
          <p:nvPr/>
        </p:nvCxnSpPr>
        <p:spPr bwMode="auto">
          <a:xfrm flipH="1" flipV="1">
            <a:off x="4947047" y="2348880"/>
            <a:ext cx="2729878" cy="1584946"/>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17061883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nhaltsplatzhalter 9">
            <a:extLst>
              <a:ext uri="{FF2B5EF4-FFF2-40B4-BE49-F238E27FC236}">
                <a16:creationId xmlns:a16="http://schemas.microsoft.com/office/drawing/2014/main" id="{6671B793-200B-42CD-9D94-45A732B4B42D}"/>
              </a:ext>
            </a:extLst>
          </p:cNvPr>
          <p:cNvPicPr>
            <a:picLocks noGrp="1" noChangeAspect="1"/>
          </p:cNvPicPr>
          <p:nvPr>
            <p:ph sz="half" idx="2"/>
          </p:nvPr>
        </p:nvPicPr>
        <p:blipFill>
          <a:blip r:embed="rId2"/>
          <a:stretch>
            <a:fillRect/>
          </a:stretch>
        </p:blipFill>
        <p:spPr>
          <a:xfrm>
            <a:off x="609890" y="1429619"/>
            <a:ext cx="6738227" cy="4555665"/>
          </a:xfrm>
          <a:prstGeom prst="rect">
            <a:avLst/>
          </a:prstGeom>
        </p:spPr>
      </p:pic>
      <p:sp>
        <p:nvSpPr>
          <p:cNvPr id="2" name="Titel 1">
            <a:extLst>
              <a:ext uri="{FF2B5EF4-FFF2-40B4-BE49-F238E27FC236}">
                <a16:creationId xmlns:a16="http://schemas.microsoft.com/office/drawing/2014/main" id="{B262F51A-A1A1-449F-BDF8-3091614E5E88}"/>
              </a:ext>
            </a:extLst>
          </p:cNvPr>
          <p:cNvSpPr>
            <a:spLocks noGrp="1"/>
          </p:cNvSpPr>
          <p:nvPr>
            <p:ph type="title"/>
          </p:nvPr>
        </p:nvSpPr>
        <p:spPr/>
        <p:txBody>
          <a:bodyPr/>
          <a:lstStyle/>
          <a:p>
            <a:r>
              <a:rPr lang="en-US"/>
              <a:t>Exercise 3 Optional: Number Recognition Using Neural Network</a:t>
            </a:r>
          </a:p>
        </p:txBody>
      </p:sp>
      <p:sp>
        <p:nvSpPr>
          <p:cNvPr id="3" name="Inhaltsplatzhalter 2">
            <a:extLst>
              <a:ext uri="{FF2B5EF4-FFF2-40B4-BE49-F238E27FC236}">
                <a16:creationId xmlns:a16="http://schemas.microsoft.com/office/drawing/2014/main" id="{D5E3C790-08C5-4253-B3E4-898B711670C1}"/>
              </a:ext>
            </a:extLst>
          </p:cNvPr>
          <p:cNvSpPr>
            <a:spLocks noGrp="1"/>
          </p:cNvSpPr>
          <p:nvPr>
            <p:ph sz="half" idx="1"/>
          </p:nvPr>
        </p:nvSpPr>
        <p:spPr>
          <a:xfrm>
            <a:off x="7755408" y="2114854"/>
            <a:ext cx="3744367" cy="756084"/>
          </a:xfrm>
        </p:spPr>
        <p:txBody>
          <a:bodyPr/>
          <a:lstStyle/>
          <a:p>
            <a:r>
              <a:rPr lang="en-US"/>
              <a:t>If you increase the number of hidden layers, the model deteriorates.</a:t>
            </a:r>
          </a:p>
        </p:txBody>
      </p:sp>
      <p:sp>
        <p:nvSpPr>
          <p:cNvPr id="4" name="Textfeld 3">
            <a:extLst>
              <a:ext uri="{FF2B5EF4-FFF2-40B4-BE49-F238E27FC236}">
                <a16:creationId xmlns:a16="http://schemas.microsoft.com/office/drawing/2014/main" id="{A4672969-12DF-4939-8D89-DB9BF6FECFDD}"/>
              </a:ext>
            </a:extLst>
          </p:cNvPr>
          <p:cNvSpPr txBox="1"/>
          <p:nvPr/>
        </p:nvSpPr>
        <p:spPr>
          <a:xfrm>
            <a:off x="5019055" y="2550604"/>
            <a:ext cx="914400" cy="914400"/>
          </a:xfrm>
          <a:prstGeom prst="rect">
            <a:avLst/>
          </a:prstGeom>
          <a:noFill/>
        </p:spPr>
        <p:txBody>
          <a:bodyPr wrap="none" lIns="0" tIns="0" rIns="0" bIns="0" rtlCol="0">
            <a:noAutofit/>
          </a:bodyPr>
          <a:lstStyle/>
          <a:p>
            <a:pPr>
              <a:lnSpc>
                <a:spcPct val="110000"/>
              </a:lnSpc>
              <a:spcBef>
                <a:spcPts val="0"/>
              </a:spcBef>
            </a:pPr>
            <a:r>
              <a:rPr lang="de-DE" sz="1600">
                <a:solidFill>
                  <a:schemeClr val="tx1"/>
                </a:solidFill>
                <a:latin typeface="+mn-lt"/>
                <a:ea typeface="Arial Unicode MS" panose="020B0604020202020204" pitchFamily="34" charset="-128"/>
                <a:cs typeface="Arial Unicode MS" panose="020B0604020202020204" pitchFamily="34" charset="-128"/>
              </a:rPr>
              <a:t>Learning rate = 0.1</a:t>
            </a:r>
            <a:endParaRPr lang="en-US" sz="1600">
              <a:solidFill>
                <a:schemeClr val="tx1"/>
              </a:solidFill>
              <a:latin typeface="+mn-lt"/>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5AFCAD43-AFDE-4566-967D-EEC1E3C9990C}"/>
              </a:ext>
            </a:extLst>
          </p:cNvPr>
          <p:cNvSpPr txBox="1"/>
          <p:nvPr/>
        </p:nvSpPr>
        <p:spPr>
          <a:xfrm>
            <a:off x="641742" y="6073356"/>
            <a:ext cx="10534782" cy="163956"/>
          </a:xfrm>
          <a:prstGeom prst="rect">
            <a:avLst/>
          </a:prstGeom>
          <a:noFill/>
        </p:spPr>
        <p:txBody>
          <a:bodyPr wrap="square" lIns="0" tIns="0" rIns="0" bIns="0" rtlCol="0">
            <a:spAutoFit/>
          </a:bodyPr>
          <a:lstStyle/>
          <a:p>
            <a:pPr>
              <a:lnSpc>
                <a:spcPct val="110000"/>
              </a:lnSpc>
              <a:spcBef>
                <a:spcPts val="0"/>
              </a:spcBef>
            </a:pPr>
            <a:r>
              <a:rPr lang="en-US" sz="1050">
                <a:solidFill>
                  <a:schemeClr val="tx1"/>
                </a:solidFill>
                <a:latin typeface="+mn-lt"/>
                <a:ea typeface="Arial Unicode MS" panose="020B0604020202020204" pitchFamily="34" charset="-128"/>
                <a:cs typeface="Arial Unicode MS" panose="020B0604020202020204" pitchFamily="34" charset="-128"/>
              </a:rPr>
              <a:t>For more information go to: </a:t>
            </a:r>
            <a:r>
              <a:rPr lang="en-US" sz="1050">
                <a:hlinkClick r:id="rId3"/>
              </a:rPr>
              <a:t>https://scikit-learn.org/stable/modules/generated/sklearn.neural_network.MLPClassifier.html#sklearn.neural_network.MLPClassifier</a:t>
            </a:r>
            <a:endParaRPr lang="en-US" sz="105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7119429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28899" y="4024477"/>
            <a:ext cx="7654952" cy="889267"/>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7997858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5687C0-DE2B-4CAB-A27B-260337934E69}"/>
              </a:ext>
            </a:extLst>
          </p:cNvPr>
          <p:cNvSpPr>
            <a:spLocks noGrp="1"/>
          </p:cNvSpPr>
          <p:nvPr>
            <p:ph type="title"/>
          </p:nvPr>
        </p:nvSpPr>
        <p:spPr>
          <a:xfrm>
            <a:off x="0" y="-1"/>
            <a:ext cx="12198350" cy="1440000"/>
          </a:xfrm>
        </p:spPr>
        <p:txBody>
          <a:bodyPr wrap="square" anchor="t">
            <a:normAutofit/>
          </a:bodyPr>
          <a:lstStyle/>
          <a:p>
            <a:r>
              <a:rPr lang="de-DE" dirty="0"/>
              <a:t>Cloud Computing</a:t>
            </a:r>
          </a:p>
        </p:txBody>
      </p:sp>
      <p:sp>
        <p:nvSpPr>
          <p:cNvPr id="3" name="Inhaltsplatzhalter 2">
            <a:extLst>
              <a:ext uri="{FF2B5EF4-FFF2-40B4-BE49-F238E27FC236}">
                <a16:creationId xmlns:a16="http://schemas.microsoft.com/office/drawing/2014/main" id="{0646DE92-E70C-4CF4-8E4E-22F26272BC76}"/>
              </a:ext>
            </a:extLst>
          </p:cNvPr>
          <p:cNvSpPr>
            <a:spLocks noGrp="1"/>
          </p:cNvSpPr>
          <p:nvPr>
            <p:ph sz="half" idx="1"/>
          </p:nvPr>
        </p:nvSpPr>
        <p:spPr>
          <a:xfrm>
            <a:off x="627063" y="1440000"/>
            <a:ext cx="5472112" cy="4752000"/>
          </a:xfrm>
        </p:spPr>
        <p:txBody>
          <a:bodyPr wrap="square" anchor="t">
            <a:normAutofit/>
          </a:bodyPr>
          <a:lstStyle/>
          <a:p>
            <a:pPr marL="285750" indent="-285750">
              <a:spcAft>
                <a:spcPts val="600"/>
              </a:spcAft>
              <a:buFont typeface="Arial" panose="020B0604020202020204" pitchFamily="34" charset="0"/>
              <a:buChar char="•"/>
            </a:pPr>
            <a:r>
              <a:rPr lang="en-US" dirty="0">
                <a:solidFill>
                  <a:srgbClr val="000000"/>
                </a:solidFill>
              </a:rPr>
              <a:t>Data storage and processing in a flexible cloud rather then defined set of individual computers</a:t>
            </a:r>
          </a:p>
          <a:p>
            <a:pPr marL="285750" indent="-285750">
              <a:spcAft>
                <a:spcPts val="600"/>
              </a:spcAft>
              <a:buFont typeface="Arial" panose="020B0604020202020204" pitchFamily="34" charset="0"/>
              <a:buChar char="•"/>
            </a:pPr>
            <a:r>
              <a:rPr lang="en-US" dirty="0">
                <a:solidFill>
                  <a:srgbClr val="000000"/>
                </a:solidFill>
              </a:rPr>
              <a:t>Users send just commands and receive results via internet</a:t>
            </a:r>
          </a:p>
          <a:p>
            <a:pPr marL="285750" indent="-285750">
              <a:spcAft>
                <a:spcPts val="600"/>
              </a:spcAft>
              <a:buFont typeface="Arial" panose="020B0604020202020204" pitchFamily="34" charset="0"/>
              <a:buChar char="•"/>
            </a:pPr>
            <a:r>
              <a:rPr lang="en-US" dirty="0">
                <a:solidFill>
                  <a:srgbClr val="000000"/>
                </a:solidFill>
              </a:rPr>
              <a:t>Cloud provides space and calculation power on demand</a:t>
            </a:r>
          </a:p>
          <a:p>
            <a:pPr marL="285750" indent="-285750">
              <a:spcAft>
                <a:spcPts val="600"/>
              </a:spcAft>
              <a:buFont typeface="Arial" panose="020B0604020202020204" pitchFamily="34" charset="0"/>
              <a:buChar char="•"/>
            </a:pPr>
            <a:r>
              <a:rPr lang="en-US" dirty="0">
                <a:solidFill>
                  <a:srgbClr val="000000"/>
                </a:solidFill>
              </a:rPr>
              <a:t>Enables processing of unpreceded amount of data</a:t>
            </a:r>
          </a:p>
          <a:p>
            <a:pPr marL="285750" indent="-285750">
              <a:spcAft>
                <a:spcPts val="600"/>
              </a:spcAft>
              <a:buFont typeface="Arial" panose="020B0604020202020204" pitchFamily="34" charset="0"/>
              <a:buChar char="•"/>
            </a:pPr>
            <a:endParaRPr lang="en-US" dirty="0">
              <a:solidFill>
                <a:srgbClr val="000000"/>
              </a:solidFill>
            </a:endParaRPr>
          </a:p>
          <a:p>
            <a:pPr>
              <a:spcAft>
                <a:spcPts val="600"/>
              </a:spcAft>
            </a:pPr>
            <a:r>
              <a:rPr lang="en-US" b="1" dirty="0">
                <a:solidFill>
                  <a:srgbClr val="000000"/>
                </a:solidFill>
              </a:rPr>
              <a:t>Example: </a:t>
            </a:r>
            <a:r>
              <a:rPr lang="en-US" dirty="0">
                <a:solidFill>
                  <a:srgbClr val="000000"/>
                </a:solidFill>
              </a:rPr>
              <a:t>powerplant data on Amazon Web Services:  </a:t>
            </a:r>
            <a:r>
              <a:rPr lang="en-US" dirty="0" err="1">
                <a:solidFill>
                  <a:srgbClr val="000000"/>
                </a:solidFill>
              </a:rPr>
              <a:t>EnergyAI</a:t>
            </a:r>
            <a:r>
              <a:rPr lang="en-US" dirty="0">
                <a:solidFill>
                  <a:srgbClr val="000000"/>
                </a:solidFill>
              </a:rPr>
              <a:t> or Mosaic</a:t>
            </a:r>
          </a:p>
          <a:p>
            <a:pPr>
              <a:spcAft>
                <a:spcPts val="600"/>
              </a:spcAft>
            </a:pPr>
            <a:endParaRPr lang="de-DE" dirty="0">
              <a:solidFill>
                <a:srgbClr val="000000"/>
              </a:solidFill>
            </a:endParaRPr>
          </a:p>
        </p:txBody>
      </p:sp>
      <p:pic>
        <p:nvPicPr>
          <p:cNvPr id="4" name="Grafik 3" descr="Ein Bild, das Szene, blau, Laufsteg enthält.&#10;&#10;Automatisch generierte Beschreibung">
            <a:extLst>
              <a:ext uri="{FF2B5EF4-FFF2-40B4-BE49-F238E27FC236}">
                <a16:creationId xmlns:a16="http://schemas.microsoft.com/office/drawing/2014/main" id="{B8888CFA-1F2D-4819-9431-1984968EC61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243638" y="1440000"/>
            <a:ext cx="5472112" cy="4752000"/>
          </a:xfrm>
          <a:prstGeom prst="rect">
            <a:avLst/>
          </a:prstGeom>
          <a:noFill/>
          <a:ln w="9525">
            <a:noFill/>
            <a:miter lim="800000"/>
            <a:headEnd/>
            <a:tailEnd/>
          </a:ln>
        </p:spPr>
      </p:pic>
    </p:spTree>
    <p:extLst>
      <p:ext uri="{BB962C8B-B14F-4D97-AF65-F5344CB8AC3E}">
        <p14:creationId xmlns:p14="http://schemas.microsoft.com/office/powerpoint/2010/main" val="34193448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5687C0-DE2B-4CAB-A27B-260337934E69}"/>
              </a:ext>
            </a:extLst>
          </p:cNvPr>
          <p:cNvSpPr>
            <a:spLocks noGrp="1"/>
          </p:cNvSpPr>
          <p:nvPr>
            <p:ph type="title"/>
          </p:nvPr>
        </p:nvSpPr>
        <p:spPr>
          <a:xfrm>
            <a:off x="0" y="-1"/>
            <a:ext cx="12198350" cy="1440000"/>
          </a:xfrm>
        </p:spPr>
        <p:txBody>
          <a:bodyPr wrap="square" anchor="t">
            <a:normAutofit/>
          </a:bodyPr>
          <a:lstStyle/>
          <a:p>
            <a:r>
              <a:rPr lang="de-DE" dirty="0" err="1"/>
              <a:t>Artificial</a:t>
            </a:r>
            <a:r>
              <a:rPr lang="de-DE" dirty="0"/>
              <a:t> </a:t>
            </a:r>
            <a:r>
              <a:rPr lang="de-DE" dirty="0" err="1"/>
              <a:t>Intelligence</a:t>
            </a:r>
            <a:r>
              <a:rPr lang="de-DE" dirty="0"/>
              <a:t> (AI)</a:t>
            </a:r>
          </a:p>
        </p:txBody>
      </p:sp>
      <p:sp>
        <p:nvSpPr>
          <p:cNvPr id="3" name="Inhaltsplatzhalter 2">
            <a:extLst>
              <a:ext uri="{FF2B5EF4-FFF2-40B4-BE49-F238E27FC236}">
                <a16:creationId xmlns:a16="http://schemas.microsoft.com/office/drawing/2014/main" id="{0646DE92-E70C-4CF4-8E4E-22F26272BC76}"/>
              </a:ext>
            </a:extLst>
          </p:cNvPr>
          <p:cNvSpPr>
            <a:spLocks noGrp="1"/>
          </p:cNvSpPr>
          <p:nvPr>
            <p:ph sz="half" idx="1"/>
          </p:nvPr>
        </p:nvSpPr>
        <p:spPr>
          <a:xfrm>
            <a:off x="627063" y="1440000"/>
            <a:ext cx="5472112" cy="4752000"/>
          </a:xfrm>
        </p:spPr>
        <p:txBody>
          <a:bodyPr wrap="square" anchor="t">
            <a:normAutofit/>
          </a:bodyPr>
          <a:lstStyle/>
          <a:p>
            <a:pPr marL="285750" indent="-285750">
              <a:spcAft>
                <a:spcPts val="600"/>
              </a:spcAft>
              <a:buFont typeface="Arial" panose="020B0604020202020204" pitchFamily="34" charset="0"/>
              <a:buChar char="•"/>
            </a:pPr>
            <a:r>
              <a:rPr lang="en-US" dirty="0">
                <a:solidFill>
                  <a:srgbClr val="000000"/>
                </a:solidFill>
              </a:rPr>
              <a:t>Anything to make computers mimic human behavior</a:t>
            </a:r>
          </a:p>
          <a:p>
            <a:pPr marL="285750" indent="-285750">
              <a:spcAft>
                <a:spcPts val="600"/>
              </a:spcAft>
              <a:buFont typeface="Arial" panose="020B0604020202020204" pitchFamily="34" charset="0"/>
              <a:buChar char="•"/>
            </a:pPr>
            <a:r>
              <a:rPr lang="en-US" dirty="0">
                <a:solidFill>
                  <a:srgbClr val="000000"/>
                </a:solidFill>
              </a:rPr>
              <a:t>Includes rule based programming and machine learning </a:t>
            </a:r>
          </a:p>
          <a:p>
            <a:pPr marL="285750" indent="-285750">
              <a:spcAft>
                <a:spcPts val="600"/>
              </a:spcAft>
              <a:buFont typeface="Arial" panose="020B0604020202020204" pitchFamily="34" charset="0"/>
              <a:buChar char="•"/>
            </a:pPr>
            <a:r>
              <a:rPr lang="en-US" dirty="0">
                <a:solidFill>
                  <a:srgbClr val="000000"/>
                </a:solidFill>
              </a:rPr>
              <a:t>Talked about ever since computers were invented</a:t>
            </a:r>
          </a:p>
          <a:p>
            <a:pPr marL="285750" indent="-285750">
              <a:spcAft>
                <a:spcPts val="600"/>
              </a:spcAft>
              <a:buFont typeface="Arial" panose="020B0604020202020204" pitchFamily="34" charset="0"/>
              <a:buChar char="•"/>
            </a:pPr>
            <a:r>
              <a:rPr lang="en-US" dirty="0">
                <a:solidFill>
                  <a:srgbClr val="000000"/>
                </a:solidFill>
              </a:rPr>
              <a:t>Content changes with fashion/ progress</a:t>
            </a:r>
          </a:p>
          <a:p>
            <a:pPr marL="285750" indent="-285750">
              <a:spcAft>
                <a:spcPts val="600"/>
              </a:spcAft>
              <a:buFont typeface="Arial" panose="020B0604020202020204" pitchFamily="34" charset="0"/>
              <a:buChar char="•"/>
            </a:pPr>
            <a:endParaRPr lang="en-US" dirty="0">
              <a:solidFill>
                <a:srgbClr val="000000"/>
              </a:solidFill>
            </a:endParaRPr>
          </a:p>
          <a:p>
            <a:pPr>
              <a:spcAft>
                <a:spcPts val="600"/>
              </a:spcAft>
            </a:pPr>
            <a:r>
              <a:rPr lang="en-US" b="1" dirty="0">
                <a:solidFill>
                  <a:srgbClr val="000000"/>
                </a:solidFill>
              </a:rPr>
              <a:t>Example: Autonomous driving bus at Berlin Hospital “</a:t>
            </a:r>
            <a:r>
              <a:rPr lang="en-US" b="1" dirty="0" err="1">
                <a:solidFill>
                  <a:srgbClr val="000000"/>
                </a:solidFill>
              </a:rPr>
              <a:t>Charite</a:t>
            </a:r>
            <a:r>
              <a:rPr lang="en-US" b="1" dirty="0">
                <a:solidFill>
                  <a:srgbClr val="000000"/>
                </a:solidFill>
              </a:rPr>
              <a:t>”</a:t>
            </a:r>
          </a:p>
          <a:p>
            <a:pPr>
              <a:spcAft>
                <a:spcPts val="600"/>
              </a:spcAft>
            </a:pPr>
            <a:endParaRPr lang="de-DE" dirty="0">
              <a:solidFill>
                <a:srgbClr val="000000"/>
              </a:solidFill>
            </a:endParaRPr>
          </a:p>
        </p:txBody>
      </p:sp>
      <p:pic>
        <p:nvPicPr>
          <p:cNvPr id="5" name="Picture 2" descr="Berlin: Charité und BVG testen autonome Busse - DER SPIEGEL">
            <a:extLst>
              <a:ext uri="{FF2B5EF4-FFF2-40B4-BE49-F238E27FC236}">
                <a16:creationId xmlns:a16="http://schemas.microsoft.com/office/drawing/2014/main" id="{4AA5EB4A-7834-410E-8A46-E81B5327445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6243638" y="2270128"/>
            <a:ext cx="5472112" cy="3091743"/>
          </a:xfrm>
          <a:prstGeom prst="rect">
            <a:avLst/>
          </a:prstGeom>
          <a:solidFill>
            <a:srgbClr val="FFFFFF"/>
          </a:solidFill>
          <a:ln w="9525">
            <a:noFill/>
            <a:miter lim="800000"/>
            <a:headEnd/>
            <a:tailEnd/>
          </a:ln>
        </p:spPr>
      </p:pic>
      <p:sp>
        <p:nvSpPr>
          <p:cNvPr id="6" name="Textfeld 5">
            <a:extLst>
              <a:ext uri="{FF2B5EF4-FFF2-40B4-BE49-F238E27FC236}">
                <a16:creationId xmlns:a16="http://schemas.microsoft.com/office/drawing/2014/main" id="{132BECCF-A2C3-44F3-AA63-D52463B8FCD4}"/>
              </a:ext>
            </a:extLst>
          </p:cNvPr>
          <p:cNvSpPr txBox="1"/>
          <p:nvPr/>
        </p:nvSpPr>
        <p:spPr>
          <a:xfrm>
            <a:off x="419099" y="5700066"/>
            <a:ext cx="11489871" cy="346185"/>
          </a:xfrm>
          <a:prstGeom prst="rect">
            <a:avLst/>
          </a:prstGeom>
          <a:noFill/>
        </p:spPr>
        <p:txBody>
          <a:bodyPr wrap="square">
            <a:spAutoFit/>
          </a:bodyPr>
          <a:lstStyle/>
          <a:p>
            <a:pPr>
              <a:lnSpc>
                <a:spcPct val="107000"/>
              </a:lnSpc>
              <a:spcAft>
                <a:spcPts val="381"/>
              </a:spcAft>
            </a:pPr>
            <a:r>
              <a:rPr lang="en-US" sz="800" u="sng" dirty="0">
                <a:solidFill>
                  <a:srgbClr val="0563C1"/>
                </a:solidFill>
                <a:ea typeface="Calibri" panose="020F0502020204030204" pitchFamily="34" charset="0"/>
                <a:cs typeface="Times New Roman" panose="02020603050405020304" pitchFamily="18" charset="0"/>
                <a:hlinkClick r:id="rId3"/>
              </a:rPr>
              <a:t>https://towardsdatascience.com/the-actual-difference-between-statistics-and-machine-learning-64b49f07ea3#:~:text=%E2%80%9CThe%20major%20difference%20between%20machine,about%20the%20relationships%20between%20variables.%E2%80%9D&amp;text=Statistics%20is%20the%20mathematical%20study%20of%20data</a:t>
            </a:r>
            <a:r>
              <a:rPr lang="en-US" sz="800" dirty="0">
                <a:solidFill>
                  <a:schemeClr val="tx1"/>
                </a:solidFill>
                <a:latin typeface="Arial" panose="020B0604020202020204" pitchFamily="34" charset="0"/>
                <a:ea typeface="Calibri" panose="020F0502020204030204" pitchFamily="34" charset="0"/>
                <a:cs typeface="Times New Roman" panose="02020603050405020304" pitchFamily="18" charset="0"/>
              </a:rPr>
              <a:t>…</a:t>
            </a:r>
            <a:endParaRPr lang="de-DE" sz="800" dirty="0">
              <a:solidFill>
                <a:schemeClr val="tx1"/>
              </a:solidFill>
              <a:latin typeface="Arial" panose="020B0604020202020204" pitchFamily="34" charset="0"/>
              <a:ea typeface="Calibri" panose="020F0502020204030204" pitchFamily="34" charset="0"/>
              <a:cs typeface="Times New Roman" panose="02020603050405020304" pitchFamily="18" charset="0"/>
            </a:endParaRPr>
          </a:p>
        </p:txBody>
      </p:sp>
      <p:sp>
        <p:nvSpPr>
          <p:cNvPr id="7" name="Textfeld 6">
            <a:extLst>
              <a:ext uri="{FF2B5EF4-FFF2-40B4-BE49-F238E27FC236}">
                <a16:creationId xmlns:a16="http://schemas.microsoft.com/office/drawing/2014/main" id="{4A933618-94C9-4973-8750-2D7B9D3B6768}"/>
              </a:ext>
            </a:extLst>
          </p:cNvPr>
          <p:cNvSpPr txBox="1"/>
          <p:nvPr/>
        </p:nvSpPr>
        <p:spPr>
          <a:xfrm>
            <a:off x="419099" y="6113754"/>
            <a:ext cx="4397646" cy="215444"/>
          </a:xfrm>
          <a:prstGeom prst="rect">
            <a:avLst/>
          </a:prstGeom>
          <a:noFill/>
        </p:spPr>
        <p:txBody>
          <a:bodyPr wrap="square">
            <a:spAutoFit/>
          </a:bodyPr>
          <a:lstStyle/>
          <a:p>
            <a:r>
              <a:rPr lang="de-DE" sz="800" u="sng" dirty="0">
                <a:solidFill>
                  <a:srgbClr val="0000FF"/>
                </a:solidFill>
                <a:effectLst/>
                <a:latin typeface="Calibri" panose="020F0502020204030204" pitchFamily="34" charset="0"/>
                <a:ea typeface="Calibri" panose="020F0502020204030204" pitchFamily="34" charset="0"/>
                <a:hlinkClick r:id="rId4"/>
              </a:rPr>
              <a:t>https://www.ibm.com/cloud/blog/ai-vs-machine-learning-vs-deep-learning-vs-neural-networks</a:t>
            </a:r>
            <a:r>
              <a:rPr lang="de-DE" sz="800" dirty="0">
                <a:effectLst/>
                <a:latin typeface="Calibri" panose="020F0502020204030204" pitchFamily="34" charset="0"/>
                <a:ea typeface="Calibri" panose="020F0502020204030204" pitchFamily="34" charset="0"/>
              </a:rPr>
              <a:t> </a:t>
            </a:r>
          </a:p>
        </p:txBody>
      </p:sp>
    </p:spTree>
    <p:extLst>
      <p:ext uri="{BB962C8B-B14F-4D97-AF65-F5344CB8AC3E}">
        <p14:creationId xmlns:p14="http://schemas.microsoft.com/office/powerpoint/2010/main" val="463641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288C22E-5F0E-4A74-8C68-61519E43D79A}"/>
              </a:ext>
            </a:extLst>
          </p:cNvPr>
          <p:cNvSpPr>
            <a:spLocks noGrp="1"/>
          </p:cNvSpPr>
          <p:nvPr>
            <p:ph sz="half" idx="1"/>
          </p:nvPr>
        </p:nvSpPr>
        <p:spPr/>
        <p:txBody>
          <a:bodyPr/>
          <a:lstStyle/>
          <a:p>
            <a:pPr>
              <a:lnSpc>
                <a:spcPct val="130000"/>
              </a:lnSpc>
            </a:pPr>
            <a:r>
              <a:rPr lang="en-US" b="1" dirty="0"/>
              <a:t>Machine Learning </a:t>
            </a:r>
          </a:p>
          <a:p>
            <a:pPr>
              <a:lnSpc>
                <a:spcPct val="130000"/>
              </a:lnSpc>
            </a:pPr>
            <a:r>
              <a:rPr lang="en-US" sz="1300" dirty="0"/>
              <a:t>Goal: </a:t>
            </a:r>
          </a:p>
          <a:p>
            <a:pPr marL="285750" indent="-285750">
              <a:lnSpc>
                <a:spcPct val="130000"/>
              </a:lnSpc>
              <a:buFont typeface="Arial" panose="020B0604020202020204" pitchFamily="34" charset="0"/>
              <a:buChar char="•"/>
            </a:pPr>
            <a:r>
              <a:rPr lang="en-US" sz="1300" dirty="0"/>
              <a:t>make the most accurate predictions possible </a:t>
            </a:r>
          </a:p>
          <a:p>
            <a:pPr>
              <a:lnSpc>
                <a:spcPct val="130000"/>
              </a:lnSpc>
            </a:pPr>
            <a:r>
              <a:rPr lang="en-US" sz="1300" dirty="0"/>
              <a:t>Approach:</a:t>
            </a:r>
          </a:p>
          <a:p>
            <a:pPr marL="285750" indent="-285750">
              <a:lnSpc>
                <a:spcPct val="130000"/>
              </a:lnSpc>
              <a:buFont typeface="Arial" panose="020B0604020202020204" pitchFamily="34" charset="0"/>
              <a:buChar char="•"/>
            </a:pPr>
            <a:r>
              <a:rPr lang="en-US" sz="1300" dirty="0"/>
              <a:t>Separate data in train and test data</a:t>
            </a:r>
          </a:p>
          <a:p>
            <a:pPr marL="285750" indent="-285750">
              <a:lnSpc>
                <a:spcPct val="130000"/>
              </a:lnSpc>
              <a:buFont typeface="Arial" panose="020B0604020202020204" pitchFamily="34" charset="0"/>
              <a:buChar char="•"/>
            </a:pPr>
            <a:r>
              <a:rPr lang="en-US" sz="1300" dirty="0"/>
              <a:t>Train the model using training data</a:t>
            </a:r>
          </a:p>
          <a:p>
            <a:pPr marL="285750" indent="-285750">
              <a:lnSpc>
                <a:spcPct val="130000"/>
              </a:lnSpc>
              <a:buFont typeface="Arial" panose="020B0604020202020204" pitchFamily="34" charset="0"/>
              <a:buChar char="•"/>
            </a:pPr>
            <a:r>
              <a:rPr lang="en-US" sz="1300" dirty="0"/>
              <a:t>Evaluate model using test data</a:t>
            </a:r>
          </a:p>
          <a:p>
            <a:pPr>
              <a:lnSpc>
                <a:spcPct val="130000"/>
              </a:lnSpc>
            </a:pPr>
            <a:r>
              <a:rPr lang="en-US" sz="1300" dirty="0"/>
              <a:t>Aspects:</a:t>
            </a:r>
          </a:p>
          <a:p>
            <a:pPr marL="285750" indent="-285750">
              <a:lnSpc>
                <a:spcPct val="130000"/>
              </a:lnSpc>
              <a:buFont typeface="Arial" panose="020B0604020202020204" pitchFamily="34" charset="0"/>
              <a:buChar char="•"/>
            </a:pPr>
            <a:r>
              <a:rPr lang="en-US" sz="1300" dirty="0"/>
              <a:t>Model’s predictions can often </a:t>
            </a:r>
            <a:br>
              <a:rPr lang="en-US" sz="1300" dirty="0"/>
            </a:br>
            <a:r>
              <a:rPr lang="en-US" sz="1300" dirty="0"/>
              <a:t>not be explained step by </a:t>
            </a:r>
            <a:br>
              <a:rPr lang="en-US" sz="1300" dirty="0"/>
            </a:br>
            <a:r>
              <a:rPr lang="en-US" sz="1300" dirty="0"/>
              <a:t>step (‘Black Box’)</a:t>
            </a:r>
          </a:p>
          <a:p>
            <a:pPr marL="285750" indent="-285750">
              <a:lnSpc>
                <a:spcPct val="130000"/>
              </a:lnSpc>
              <a:buFont typeface="Arial" panose="020B0604020202020204" pitchFamily="34" charset="0"/>
              <a:buChar char="•"/>
            </a:pPr>
            <a:r>
              <a:rPr lang="en-US" sz="1300" dirty="0"/>
              <a:t>Often designed to process </a:t>
            </a:r>
            <a:br>
              <a:rPr lang="en-US" sz="1300" dirty="0"/>
            </a:br>
            <a:r>
              <a:rPr lang="en-US" sz="1300" dirty="0"/>
              <a:t>large data sets (big data)</a:t>
            </a:r>
          </a:p>
          <a:p>
            <a:endParaRPr lang="de-DE" dirty="0"/>
          </a:p>
        </p:txBody>
      </p:sp>
      <p:sp>
        <p:nvSpPr>
          <p:cNvPr id="4" name="Inhaltsplatzhalter 3">
            <a:extLst>
              <a:ext uri="{FF2B5EF4-FFF2-40B4-BE49-F238E27FC236}">
                <a16:creationId xmlns:a16="http://schemas.microsoft.com/office/drawing/2014/main" id="{D420CB60-34B1-4E58-BC38-C78912DB5347}"/>
              </a:ext>
            </a:extLst>
          </p:cNvPr>
          <p:cNvSpPr>
            <a:spLocks noGrp="1"/>
          </p:cNvSpPr>
          <p:nvPr>
            <p:ph sz="half" idx="2"/>
          </p:nvPr>
        </p:nvSpPr>
        <p:spPr/>
        <p:txBody>
          <a:bodyPr/>
          <a:lstStyle/>
          <a:p>
            <a:pPr>
              <a:lnSpc>
                <a:spcPct val="130000"/>
              </a:lnSpc>
            </a:pPr>
            <a:r>
              <a:rPr lang="en-US" b="1" dirty="0"/>
              <a:t>Conventional Stats Modelling</a:t>
            </a:r>
          </a:p>
          <a:p>
            <a:pPr>
              <a:lnSpc>
                <a:spcPct val="130000"/>
              </a:lnSpc>
            </a:pPr>
            <a:r>
              <a:rPr lang="en-US" sz="1300" dirty="0"/>
              <a:t>Goals (depending on situation of different weight):</a:t>
            </a:r>
          </a:p>
          <a:p>
            <a:pPr lvl="1">
              <a:lnSpc>
                <a:spcPct val="130000"/>
              </a:lnSpc>
            </a:pPr>
            <a:r>
              <a:rPr lang="en-US" sz="1300" dirty="0"/>
              <a:t>infer something about the relationships within the data</a:t>
            </a:r>
          </a:p>
          <a:p>
            <a:pPr lvl="1">
              <a:lnSpc>
                <a:spcPct val="130000"/>
              </a:lnSpc>
            </a:pPr>
            <a:r>
              <a:rPr lang="en-US" sz="1300" dirty="0"/>
              <a:t>Stable model parameters </a:t>
            </a:r>
          </a:p>
          <a:p>
            <a:pPr lvl="1">
              <a:lnSpc>
                <a:spcPct val="130000"/>
              </a:lnSpc>
            </a:pPr>
            <a:r>
              <a:rPr lang="en-US" sz="1300" dirty="0"/>
              <a:t>be able to predict future values</a:t>
            </a:r>
          </a:p>
          <a:p>
            <a:pPr>
              <a:lnSpc>
                <a:spcPct val="130000"/>
              </a:lnSpc>
            </a:pPr>
            <a:r>
              <a:rPr lang="en-US" sz="1300" dirty="0"/>
              <a:t>Approach:</a:t>
            </a:r>
          </a:p>
          <a:p>
            <a:pPr marL="285750" indent="-285750">
              <a:lnSpc>
                <a:spcPct val="130000"/>
              </a:lnSpc>
              <a:buFont typeface="Arial" panose="020B0604020202020204" pitchFamily="34" charset="0"/>
              <a:buChar char="•"/>
            </a:pPr>
            <a:r>
              <a:rPr lang="en-US" sz="1300" dirty="0"/>
              <a:t>Build model using all data </a:t>
            </a:r>
          </a:p>
          <a:p>
            <a:pPr marL="285750" indent="-285750">
              <a:lnSpc>
                <a:spcPct val="130000"/>
              </a:lnSpc>
              <a:buFont typeface="Arial" panose="020B0604020202020204" pitchFamily="34" charset="0"/>
              <a:buChar char="•"/>
            </a:pPr>
            <a:r>
              <a:rPr lang="en-US" sz="1300" dirty="0"/>
              <a:t>Evaluate several aspects </a:t>
            </a:r>
            <a:br>
              <a:rPr lang="en-US" sz="1300" dirty="0"/>
            </a:br>
            <a:r>
              <a:rPr lang="en-US" sz="1300" dirty="0"/>
              <a:t>of the model</a:t>
            </a:r>
          </a:p>
          <a:p>
            <a:pPr>
              <a:lnSpc>
                <a:spcPct val="130000"/>
              </a:lnSpc>
            </a:pPr>
            <a:r>
              <a:rPr lang="en-US" sz="1300" dirty="0"/>
              <a:t>Aspects:</a:t>
            </a:r>
          </a:p>
          <a:p>
            <a:pPr marL="285750" indent="-285750">
              <a:lnSpc>
                <a:spcPct val="130000"/>
              </a:lnSpc>
              <a:buFont typeface="Arial" panose="020B0604020202020204" pitchFamily="34" charset="0"/>
              <a:buChar char="•"/>
            </a:pPr>
            <a:r>
              <a:rPr lang="en-US" sz="1300" dirty="0"/>
              <a:t>Models predictions can usually</a:t>
            </a:r>
            <a:br>
              <a:rPr lang="en-US" sz="1300" dirty="0"/>
            </a:br>
            <a:r>
              <a:rPr lang="en-US" sz="1300" dirty="0"/>
              <a:t>be explained step by step (no ‘Black Box’)</a:t>
            </a:r>
          </a:p>
          <a:p>
            <a:pPr marL="285750" indent="-285750">
              <a:lnSpc>
                <a:spcPct val="130000"/>
              </a:lnSpc>
              <a:buFont typeface="Arial" panose="020B0604020202020204" pitchFamily="34" charset="0"/>
              <a:buChar char="•"/>
            </a:pPr>
            <a:r>
              <a:rPr lang="en-US" sz="1300" dirty="0"/>
              <a:t>Can often handle less data as ML</a:t>
            </a:r>
          </a:p>
          <a:p>
            <a:endParaRPr lang="de-DE" dirty="0"/>
          </a:p>
        </p:txBody>
      </p:sp>
      <p:pic>
        <p:nvPicPr>
          <p:cNvPr id="8" name="Grafik 7">
            <a:extLst>
              <a:ext uri="{FF2B5EF4-FFF2-40B4-BE49-F238E27FC236}">
                <a16:creationId xmlns:a16="http://schemas.microsoft.com/office/drawing/2014/main" id="{76B9A07C-EE59-4BD4-A39B-55629870CA5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44548" y="3151440"/>
            <a:ext cx="2516490" cy="2079474"/>
          </a:xfrm>
          <a:prstGeom prst="rect">
            <a:avLst/>
          </a:prstGeom>
        </p:spPr>
      </p:pic>
      <p:sp>
        <p:nvSpPr>
          <p:cNvPr id="2" name="Titel 1">
            <a:extLst>
              <a:ext uri="{FF2B5EF4-FFF2-40B4-BE49-F238E27FC236}">
                <a16:creationId xmlns:a16="http://schemas.microsoft.com/office/drawing/2014/main" id="{A5EF5A6C-8BDD-47C5-A755-78FB012F493A}"/>
              </a:ext>
            </a:extLst>
          </p:cNvPr>
          <p:cNvSpPr>
            <a:spLocks noGrp="1"/>
          </p:cNvSpPr>
          <p:nvPr>
            <p:ph type="title"/>
          </p:nvPr>
        </p:nvSpPr>
        <p:spPr/>
        <p:txBody>
          <a:bodyPr/>
          <a:lstStyle/>
          <a:p>
            <a:r>
              <a:rPr lang="en-US" dirty="0"/>
              <a:t>Machine Learning vs. Conventional Statistical Models</a:t>
            </a:r>
          </a:p>
        </p:txBody>
      </p:sp>
      <p:sp>
        <p:nvSpPr>
          <p:cNvPr id="7" name="Textfeld 6">
            <a:extLst>
              <a:ext uri="{FF2B5EF4-FFF2-40B4-BE49-F238E27FC236}">
                <a16:creationId xmlns:a16="http://schemas.microsoft.com/office/drawing/2014/main" id="{17723802-133A-4FC5-9CA7-33EB0BEB5069}"/>
              </a:ext>
            </a:extLst>
          </p:cNvPr>
          <p:cNvSpPr txBox="1"/>
          <p:nvPr/>
        </p:nvSpPr>
        <p:spPr>
          <a:xfrm>
            <a:off x="627063" y="5386545"/>
            <a:ext cx="10944223" cy="646331"/>
          </a:xfrm>
          <a:prstGeom prst="rect">
            <a:avLst/>
          </a:prstGeom>
          <a:noFill/>
          <a:ln>
            <a:solidFill>
              <a:srgbClr val="4BB9B9"/>
            </a:solidFill>
          </a:ln>
        </p:spPr>
        <p:txBody>
          <a:bodyPr wrap="square">
            <a:spAutoFit/>
          </a:bodyPr>
          <a:lstStyle/>
          <a:p>
            <a:pPr algn="ctr"/>
            <a:r>
              <a:rPr lang="en-US" sz="1800" b="1" dirty="0">
                <a:solidFill>
                  <a:schemeClr val="tx1"/>
                </a:solidFill>
              </a:rPr>
              <a:t>Both approaches allow computers to improve through experience and to act without explicit </a:t>
            </a:r>
            <a:br>
              <a:rPr lang="en-US" sz="1800" b="1" dirty="0">
                <a:solidFill>
                  <a:schemeClr val="tx1"/>
                </a:solidFill>
              </a:rPr>
            </a:br>
            <a:r>
              <a:rPr lang="en-US" sz="1800" b="1" dirty="0">
                <a:solidFill>
                  <a:schemeClr val="tx1"/>
                </a:solidFill>
              </a:rPr>
              <a:t>problem-oriented programming.</a:t>
            </a:r>
          </a:p>
        </p:txBody>
      </p:sp>
      <p:pic>
        <p:nvPicPr>
          <p:cNvPr id="5" name="Grafik 4">
            <a:extLst>
              <a:ext uri="{FF2B5EF4-FFF2-40B4-BE49-F238E27FC236}">
                <a16:creationId xmlns:a16="http://schemas.microsoft.com/office/drawing/2014/main" id="{9313DFF1-FEB9-47CB-8C17-EDFF044E3A4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253600" y="2589239"/>
            <a:ext cx="2317687" cy="1679522"/>
          </a:xfrm>
          <a:prstGeom prst="rect">
            <a:avLst/>
          </a:prstGeom>
          <a:ln>
            <a:solidFill>
              <a:schemeClr val="accent1"/>
            </a:solidFill>
          </a:ln>
        </p:spPr>
      </p:pic>
      <p:sp>
        <p:nvSpPr>
          <p:cNvPr id="11" name="Textfeld 10">
            <a:extLst>
              <a:ext uri="{FF2B5EF4-FFF2-40B4-BE49-F238E27FC236}">
                <a16:creationId xmlns:a16="http://schemas.microsoft.com/office/drawing/2014/main" id="{14A6BA11-23C4-4D66-BA31-72372C7CC12D}"/>
              </a:ext>
            </a:extLst>
          </p:cNvPr>
          <p:cNvSpPr txBox="1"/>
          <p:nvPr/>
        </p:nvSpPr>
        <p:spPr>
          <a:xfrm>
            <a:off x="482600" y="6076811"/>
            <a:ext cx="11549743" cy="590739"/>
          </a:xfrm>
          <a:prstGeom prst="rect">
            <a:avLst/>
          </a:prstGeom>
          <a:noFill/>
        </p:spPr>
        <p:txBody>
          <a:bodyPr wrap="square">
            <a:spAutoFit/>
          </a:bodyPr>
          <a:lstStyle/>
          <a:p>
            <a:pPr>
              <a:lnSpc>
                <a:spcPct val="107000"/>
              </a:lnSpc>
              <a:spcAft>
                <a:spcPts val="381"/>
              </a:spcAft>
            </a:pPr>
            <a:r>
              <a:rPr lang="en-US" sz="800" u="sng" dirty="0">
                <a:solidFill>
                  <a:schemeClr val="tx1"/>
                </a:solidFill>
                <a:latin typeface="Arial" panose="020B060402020202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Source: </a:t>
            </a:r>
            <a:r>
              <a:rPr lang="en-US" sz="800" u="sng" dirty="0">
                <a:solidFill>
                  <a:srgbClr val="EB780A"/>
                </a:solidFill>
                <a:latin typeface="Arial" panose="020B060402020202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towardsdatascience.com/the-actual-difference-between-statistics-and-machine-learning-64b49f07ea3#:~:text=%E2%80%9CThe%20major%20difference%20between%20machine,about%20the%20relationships%20between%20variables.%E2%80%9D&amp;text=Statistics%20is%20the%20mathematical%20study%20of%20data</a:t>
            </a:r>
            <a:r>
              <a:rPr lang="en-US" sz="800" dirty="0">
                <a:latin typeface="Arial" panose="020B0604020202020204" pitchFamily="34" charset="0"/>
                <a:ea typeface="Calibri" panose="020F0502020204030204" pitchFamily="34" charset="0"/>
                <a:cs typeface="Times New Roman" panose="02020603050405020304" pitchFamily="18" charset="0"/>
              </a:rPr>
              <a:t>.</a:t>
            </a:r>
          </a:p>
          <a:p>
            <a:pPr marL="136074" indent="-136074">
              <a:lnSpc>
                <a:spcPct val="107000"/>
              </a:lnSpc>
              <a:spcAft>
                <a:spcPts val="381"/>
              </a:spcAft>
              <a:buFont typeface="Arial" panose="020B0604020202020204" pitchFamily="34" charset="0"/>
              <a:buChar char="•"/>
            </a:pPr>
            <a:r>
              <a:rPr lang="en-US" sz="800" dirty="0">
                <a:solidFill>
                  <a:schemeClr val="tx1"/>
                </a:solidFill>
                <a:latin typeface="Arial" panose="020B0604020202020204" pitchFamily="34" charset="0"/>
                <a:ea typeface="Calibri" panose="020F0502020204030204" pitchFamily="34" charset="0"/>
                <a:cs typeface="Times New Roman" panose="02020603050405020304" pitchFamily="18" charset="0"/>
              </a:rPr>
              <a:t>…</a:t>
            </a:r>
            <a:endParaRPr lang="de-DE" sz="800" dirty="0">
              <a:solidFill>
                <a:schemeClr val="tx1"/>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03777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CFFA6BF-3A0C-43F2-9D46-F4FFA87D15DC}"/>
              </a:ext>
            </a:extLst>
          </p:cNvPr>
          <p:cNvSpPr>
            <a:spLocks noGrp="1"/>
          </p:cNvSpPr>
          <p:nvPr>
            <p:ph type="title"/>
          </p:nvPr>
        </p:nvSpPr>
        <p:spPr>
          <a:xfrm>
            <a:off x="0" y="-1"/>
            <a:ext cx="12198350" cy="1440000"/>
          </a:xfrm>
        </p:spPr>
        <p:txBody>
          <a:bodyPr/>
          <a:lstStyle/>
          <a:p>
            <a:r>
              <a:rPr lang="en-US" dirty="0">
                <a:solidFill>
                  <a:srgbClr val="000000"/>
                </a:solidFill>
              </a:rPr>
              <a:t>(Artificial) Neural Networks (NN, Part of ML):</a:t>
            </a:r>
            <a:endParaRPr lang="en-US" dirty="0"/>
          </a:p>
        </p:txBody>
      </p:sp>
      <p:sp>
        <p:nvSpPr>
          <p:cNvPr id="3" name="Inhaltsplatzhalter 2">
            <a:extLst>
              <a:ext uri="{FF2B5EF4-FFF2-40B4-BE49-F238E27FC236}">
                <a16:creationId xmlns:a16="http://schemas.microsoft.com/office/drawing/2014/main" id="{58416553-0E1E-48D4-B557-7156C410CAE7}"/>
              </a:ext>
            </a:extLst>
          </p:cNvPr>
          <p:cNvSpPr>
            <a:spLocks noGrp="1"/>
          </p:cNvSpPr>
          <p:nvPr>
            <p:ph sz="half" idx="1"/>
          </p:nvPr>
        </p:nvSpPr>
        <p:spPr>
          <a:xfrm>
            <a:off x="627063" y="1440000"/>
            <a:ext cx="5472112" cy="4752000"/>
          </a:xfrm>
        </p:spPr>
        <p:txBody>
          <a:bodyPr wrap="square" anchor="t">
            <a:normAutofit lnSpcReduction="10000"/>
          </a:bodyPr>
          <a:lstStyle/>
          <a:p>
            <a:pPr lvl="1">
              <a:spcAft>
                <a:spcPts val="600"/>
              </a:spcAft>
            </a:pPr>
            <a:r>
              <a:rPr lang="en-US" dirty="0">
                <a:solidFill>
                  <a:srgbClr val="000000"/>
                </a:solidFill>
              </a:rPr>
              <a:t>Mimics human brains</a:t>
            </a:r>
          </a:p>
          <a:p>
            <a:pPr lvl="1">
              <a:spcAft>
                <a:spcPts val="600"/>
              </a:spcAft>
            </a:pPr>
            <a:r>
              <a:rPr lang="en-US" dirty="0">
                <a:solidFill>
                  <a:srgbClr val="000000"/>
                </a:solidFill>
              </a:rPr>
              <a:t>Inputs and Outputs are connected by “Hidden Layers”</a:t>
            </a:r>
          </a:p>
          <a:p>
            <a:pPr lvl="1">
              <a:spcAft>
                <a:spcPts val="600"/>
              </a:spcAft>
            </a:pPr>
            <a:r>
              <a:rPr lang="en-US" dirty="0">
                <a:solidFill>
                  <a:srgbClr val="000000"/>
                </a:solidFill>
              </a:rPr>
              <a:t>Hidden Layers consist of “Neurons”: little calculation models adding up inputs to an output</a:t>
            </a:r>
          </a:p>
          <a:p>
            <a:pPr lvl="1">
              <a:spcAft>
                <a:spcPts val="600"/>
              </a:spcAft>
            </a:pPr>
            <a:r>
              <a:rPr lang="en-US" dirty="0">
                <a:solidFill>
                  <a:srgbClr val="000000"/>
                </a:solidFill>
              </a:rPr>
              <a:t>Calculations take many or all inputs into account</a:t>
            </a:r>
          </a:p>
          <a:p>
            <a:pPr lvl="1">
              <a:spcAft>
                <a:spcPts val="600"/>
              </a:spcAft>
            </a:pPr>
            <a:r>
              <a:rPr lang="en-US" dirty="0">
                <a:solidFill>
                  <a:srgbClr val="000000"/>
                </a:solidFill>
              </a:rPr>
              <a:t>“Activation function” prioritizes output of each neuron</a:t>
            </a:r>
          </a:p>
          <a:p>
            <a:pPr lvl="1">
              <a:spcAft>
                <a:spcPts val="600"/>
              </a:spcAft>
            </a:pPr>
            <a:r>
              <a:rPr lang="en-US" dirty="0">
                <a:solidFill>
                  <a:srgbClr val="000000"/>
                </a:solidFill>
              </a:rPr>
              <a:t>Adopting NN by each data point, not calculating all weights at once</a:t>
            </a:r>
          </a:p>
          <a:p>
            <a:pPr lvl="1">
              <a:spcAft>
                <a:spcPts val="600"/>
              </a:spcAft>
            </a:pPr>
            <a:endParaRPr lang="en-US" dirty="0">
              <a:solidFill>
                <a:srgbClr val="000000"/>
              </a:solidFill>
            </a:endParaRPr>
          </a:p>
          <a:p>
            <a:pPr marL="1588" lvl="1" indent="0">
              <a:spcAft>
                <a:spcPts val="600"/>
              </a:spcAft>
              <a:buNone/>
            </a:pPr>
            <a:r>
              <a:rPr lang="en-US" b="1" dirty="0">
                <a:solidFill>
                  <a:srgbClr val="000000"/>
                </a:solidFill>
              </a:rPr>
              <a:t>Deep Learning: </a:t>
            </a:r>
          </a:p>
          <a:p>
            <a:pPr lvl="1">
              <a:spcAft>
                <a:spcPts val="600"/>
              </a:spcAft>
            </a:pPr>
            <a:r>
              <a:rPr lang="en-US" dirty="0">
                <a:solidFill>
                  <a:srgbClr val="000000"/>
                </a:solidFill>
              </a:rPr>
              <a:t>NN with more than one hidden layer</a:t>
            </a:r>
          </a:p>
          <a:p>
            <a:pPr lvl="1">
              <a:spcAft>
                <a:spcPts val="600"/>
              </a:spcAft>
            </a:pPr>
            <a:r>
              <a:rPr lang="en-US" dirty="0">
                <a:solidFill>
                  <a:srgbClr val="000000"/>
                </a:solidFill>
              </a:rPr>
              <a:t>Examples: Speech and picture recognition</a:t>
            </a:r>
          </a:p>
          <a:p>
            <a:pPr>
              <a:spcAft>
                <a:spcPts val="600"/>
              </a:spcAft>
            </a:pPr>
            <a:endParaRPr lang="de-DE" dirty="0">
              <a:solidFill>
                <a:srgbClr val="000000"/>
              </a:solidFill>
            </a:endParaRPr>
          </a:p>
        </p:txBody>
      </p:sp>
      <p:pic>
        <p:nvPicPr>
          <p:cNvPr id="5" name="Grafik 4">
            <a:extLst>
              <a:ext uri="{FF2B5EF4-FFF2-40B4-BE49-F238E27FC236}">
                <a16:creationId xmlns:a16="http://schemas.microsoft.com/office/drawing/2014/main" id="{A02C4FD2-FFFB-42C0-BF17-F2D3D63BEBD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4946" y="1440000"/>
            <a:ext cx="5309496" cy="4752000"/>
          </a:xfrm>
          <a:prstGeom prst="rect">
            <a:avLst/>
          </a:prstGeom>
          <a:noFill/>
          <a:ln w="9525">
            <a:noFill/>
            <a:miter lim="800000"/>
            <a:headEnd/>
            <a:tailEnd/>
          </a:ln>
        </p:spPr>
      </p:pic>
    </p:spTree>
    <p:extLst>
      <p:ext uri="{BB962C8B-B14F-4D97-AF65-F5344CB8AC3E}">
        <p14:creationId xmlns:p14="http://schemas.microsoft.com/office/powerpoint/2010/main" val="9253928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864CFADD-213D-445E-BF78-49C09CB75B04}"/>
              </a:ext>
            </a:extLst>
          </p:cNvPr>
          <p:cNvSpPr>
            <a:spLocks noGrp="1"/>
          </p:cNvSpPr>
          <p:nvPr>
            <p:ph type="title"/>
          </p:nvPr>
        </p:nvSpPr>
        <p:spPr/>
        <p:txBody>
          <a:bodyPr/>
          <a:lstStyle/>
          <a:p>
            <a:r>
              <a:rPr lang="de-DE" dirty="0" err="1"/>
              <a:t>There</a:t>
            </a:r>
            <a:r>
              <a:rPr lang="de-DE" dirty="0"/>
              <a:t> </a:t>
            </a:r>
            <a:r>
              <a:rPr lang="de-DE" dirty="0" err="1"/>
              <a:t>is</a:t>
            </a:r>
            <a:r>
              <a:rPr lang="de-DE" dirty="0"/>
              <a:t> a </a:t>
            </a:r>
            <a:r>
              <a:rPr lang="de-DE" dirty="0" err="1"/>
              <a:t>lot</a:t>
            </a:r>
            <a:r>
              <a:rPr lang="de-DE" dirty="0"/>
              <a:t> </a:t>
            </a:r>
            <a:r>
              <a:rPr lang="de-DE" dirty="0" err="1"/>
              <a:t>of</a:t>
            </a:r>
            <a:r>
              <a:rPr lang="de-DE" dirty="0"/>
              <a:t> </a:t>
            </a:r>
            <a:r>
              <a:rPr lang="de-DE" dirty="0" err="1"/>
              <a:t>overlap</a:t>
            </a:r>
            <a:r>
              <a:rPr lang="de-DE" dirty="0"/>
              <a:t> </a:t>
            </a:r>
            <a:r>
              <a:rPr lang="de-DE" dirty="0" err="1"/>
              <a:t>between</a:t>
            </a:r>
            <a:r>
              <a:rPr lang="de-DE" dirty="0"/>
              <a:t> </a:t>
            </a:r>
            <a:r>
              <a:rPr lang="de-DE" dirty="0" err="1"/>
              <a:t>these</a:t>
            </a:r>
            <a:r>
              <a:rPr lang="de-DE" dirty="0"/>
              <a:t> </a:t>
            </a:r>
            <a:r>
              <a:rPr lang="de-DE" dirty="0" err="1"/>
              <a:t>concepts</a:t>
            </a:r>
            <a:r>
              <a:rPr lang="de-DE" dirty="0"/>
              <a:t>:</a:t>
            </a:r>
          </a:p>
        </p:txBody>
      </p:sp>
      <p:sp>
        <p:nvSpPr>
          <p:cNvPr id="22" name="Oval 4">
            <a:extLst>
              <a:ext uri="{FF2B5EF4-FFF2-40B4-BE49-F238E27FC236}">
                <a16:creationId xmlns:a16="http://schemas.microsoft.com/office/drawing/2014/main" id="{3B148945-D436-4EFB-84B6-F2675F5446A7}"/>
              </a:ext>
            </a:extLst>
          </p:cNvPr>
          <p:cNvSpPr/>
          <p:nvPr/>
        </p:nvSpPr>
        <p:spPr>
          <a:xfrm>
            <a:off x="3372130" y="1712138"/>
            <a:ext cx="5454090" cy="4187443"/>
          </a:xfrm>
          <a:prstGeom prst="ellipse">
            <a:avLst/>
          </a:prstGeom>
          <a:solidFill>
            <a:schemeClr val="accent2">
              <a:lumMod val="20000"/>
              <a:lumOff val="80000"/>
              <a:alpha val="50196"/>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endParaRPr lang="en-US" sz="1200" dirty="0">
              <a:solidFill>
                <a:schemeClr val="tx1"/>
              </a:solidFill>
              <a:ea typeface="Calibri" panose="020F0502020204030204" pitchFamily="34" charset="0"/>
              <a:cs typeface="Times New Roman" panose="02020603050405020304" pitchFamily="18" charset="0"/>
            </a:endParaRPr>
          </a:p>
        </p:txBody>
      </p:sp>
      <p:sp>
        <p:nvSpPr>
          <p:cNvPr id="23" name="Oval 16">
            <a:extLst>
              <a:ext uri="{FF2B5EF4-FFF2-40B4-BE49-F238E27FC236}">
                <a16:creationId xmlns:a16="http://schemas.microsoft.com/office/drawing/2014/main" id="{1318635F-F346-43F8-B632-D677C87CD0C2}"/>
              </a:ext>
            </a:extLst>
          </p:cNvPr>
          <p:cNvSpPr/>
          <p:nvPr/>
        </p:nvSpPr>
        <p:spPr>
          <a:xfrm>
            <a:off x="5143199" y="2058354"/>
            <a:ext cx="2973210" cy="1459600"/>
          </a:xfrm>
          <a:prstGeom prst="ellipse">
            <a:avLst/>
          </a:prstGeom>
          <a:solidFill>
            <a:srgbClr val="7030A0">
              <a:alpha val="50196"/>
            </a:srgb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Data Preparation + Data Exploration</a:t>
            </a:r>
            <a:endParaRPr lang="en-US" sz="1200" dirty="0">
              <a:solidFill>
                <a:schemeClr val="tx1"/>
              </a:solidFill>
              <a:ea typeface="Calibri" panose="020F0502020204030204" pitchFamily="34" charset="0"/>
              <a:cs typeface="Times New Roman" panose="02020603050405020304" pitchFamily="18" charset="0"/>
            </a:endParaRPr>
          </a:p>
        </p:txBody>
      </p:sp>
      <p:sp>
        <p:nvSpPr>
          <p:cNvPr id="24" name="Text Box 2">
            <a:extLst>
              <a:ext uri="{FF2B5EF4-FFF2-40B4-BE49-F238E27FC236}">
                <a16:creationId xmlns:a16="http://schemas.microsoft.com/office/drawing/2014/main" id="{B6EDB294-1B91-4FED-A448-02A4FF8FF4DD}"/>
              </a:ext>
            </a:extLst>
          </p:cNvPr>
          <p:cNvSpPr txBox="1"/>
          <p:nvPr/>
        </p:nvSpPr>
        <p:spPr>
          <a:xfrm>
            <a:off x="5358140" y="1799213"/>
            <a:ext cx="1458770" cy="353577"/>
          </a:xfrm>
          <a:prstGeom prst="rect">
            <a:avLst/>
          </a:prstGeom>
          <a:noFill/>
          <a:ln w="6350">
            <a:noFill/>
          </a:ln>
        </p:spPr>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ea typeface="Calibri" panose="020F0502020204030204" pitchFamily="34" charset="0"/>
                <a:cs typeface="Times New Roman" panose="02020603050405020304" pitchFamily="18" charset="0"/>
              </a:rPr>
              <a:t>Data Science</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5" name="Oval 6">
            <a:extLst>
              <a:ext uri="{FF2B5EF4-FFF2-40B4-BE49-F238E27FC236}">
                <a16:creationId xmlns:a16="http://schemas.microsoft.com/office/drawing/2014/main" id="{051FD0C0-DE08-4610-8B38-546B903A2911}"/>
              </a:ext>
            </a:extLst>
          </p:cNvPr>
          <p:cNvSpPr/>
          <p:nvPr/>
        </p:nvSpPr>
        <p:spPr>
          <a:xfrm>
            <a:off x="3812990" y="3015022"/>
            <a:ext cx="2084675" cy="2417089"/>
          </a:xfrm>
          <a:prstGeom prst="ellipse">
            <a:avLst/>
          </a:prstGeom>
          <a:solidFill>
            <a:schemeClr val="accent1">
              <a:lumMod val="40000"/>
              <a:lumOff val="60000"/>
              <a:alpha val="50196"/>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endParaRPr lang="en-US" sz="1200" dirty="0">
              <a:solidFill>
                <a:schemeClr val="tx1"/>
              </a:solidFill>
              <a:ea typeface="Calibri" panose="020F0502020204030204" pitchFamily="34" charset="0"/>
              <a:cs typeface="Times New Roman" panose="02020603050405020304" pitchFamily="18" charset="0"/>
            </a:endParaRPr>
          </a:p>
        </p:txBody>
      </p:sp>
      <p:sp>
        <p:nvSpPr>
          <p:cNvPr id="26" name="Text Box 4">
            <a:extLst>
              <a:ext uri="{FF2B5EF4-FFF2-40B4-BE49-F238E27FC236}">
                <a16:creationId xmlns:a16="http://schemas.microsoft.com/office/drawing/2014/main" id="{3D6B01FB-CA59-4E58-AE2F-0DC7D97D9A98}"/>
              </a:ext>
            </a:extLst>
          </p:cNvPr>
          <p:cNvSpPr txBox="1"/>
          <p:nvPr/>
        </p:nvSpPr>
        <p:spPr>
          <a:xfrm>
            <a:off x="4362624" y="3233318"/>
            <a:ext cx="974476" cy="666835"/>
          </a:xfrm>
          <a:prstGeom prst="rect">
            <a:avLst/>
          </a:prstGeom>
          <a:noFill/>
          <a:ln w="6350">
            <a:noFill/>
          </a:ln>
        </p:spPr>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ea typeface="Calibri" panose="020F0502020204030204" pitchFamily="34" charset="0"/>
                <a:cs typeface="Times New Roman" panose="02020603050405020304" pitchFamily="18" charset="0"/>
              </a:rPr>
              <a:t>Convent. Statistical Modelling</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7" name="Oval 8">
            <a:extLst>
              <a:ext uri="{FF2B5EF4-FFF2-40B4-BE49-F238E27FC236}">
                <a16:creationId xmlns:a16="http://schemas.microsoft.com/office/drawing/2014/main" id="{2CD5CF64-8FB3-4D2F-9367-D38012150476}"/>
              </a:ext>
            </a:extLst>
          </p:cNvPr>
          <p:cNvSpPr/>
          <p:nvPr/>
        </p:nvSpPr>
        <p:spPr>
          <a:xfrm>
            <a:off x="5711595" y="2757073"/>
            <a:ext cx="2973210" cy="2675038"/>
          </a:xfrm>
          <a:prstGeom prst="ellipse">
            <a:avLst/>
          </a:prstGeom>
          <a:solidFill>
            <a:schemeClr val="accent6">
              <a:lumMod val="60000"/>
              <a:lumOff val="40000"/>
              <a:alpha val="50196"/>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endParaRPr lang="en-US" sz="1200" dirty="0">
              <a:solidFill>
                <a:schemeClr val="tx1"/>
              </a:solidFill>
              <a:ea typeface="Calibri" panose="020F0502020204030204" pitchFamily="34" charset="0"/>
              <a:cs typeface="Times New Roman" panose="02020603050405020304" pitchFamily="18" charset="0"/>
            </a:endParaRPr>
          </a:p>
        </p:txBody>
      </p:sp>
      <p:sp>
        <p:nvSpPr>
          <p:cNvPr id="28" name="Text Box 5">
            <a:extLst>
              <a:ext uri="{FF2B5EF4-FFF2-40B4-BE49-F238E27FC236}">
                <a16:creationId xmlns:a16="http://schemas.microsoft.com/office/drawing/2014/main" id="{FD27F3C7-7EDA-4020-8A38-5ED82BDBC1F6}"/>
              </a:ext>
            </a:extLst>
          </p:cNvPr>
          <p:cNvSpPr txBox="1"/>
          <p:nvPr/>
        </p:nvSpPr>
        <p:spPr>
          <a:xfrm>
            <a:off x="7308256" y="3579249"/>
            <a:ext cx="1458770" cy="336209"/>
          </a:xfrm>
          <a:prstGeom prst="rect">
            <a:avLst/>
          </a:prstGeom>
          <a:noFill/>
          <a:ln w="6350">
            <a:noFill/>
          </a:ln>
        </p:spPr>
        <p:txBody>
          <a:bodyPr rot="0" spcFirstLastPara="0" vert="horz" wrap="square" lIns="43548" tIns="21774" rIns="43548" bIns="21774" numCol="1" spcCol="0" rtlCol="0" fromWordArt="0" anchor="t" anchorCtr="0" forceAA="0" compatLnSpc="1">
            <a:prstTxWarp prst="textNoShape">
              <a:avLst/>
            </a:prstTxWarp>
            <a:noAutofit/>
          </a:bodyPr>
          <a:lstStyle/>
          <a:p>
            <a:pPr algn="ctr">
              <a:spcBef>
                <a:spcPts val="0"/>
              </a:spcBef>
              <a:spcAft>
                <a:spcPts val="0"/>
              </a:spcAft>
            </a:pPr>
            <a:r>
              <a:rPr lang="en-US" sz="1200" b="1" dirty="0">
                <a:solidFill>
                  <a:schemeClr val="tx1"/>
                </a:solidFill>
                <a:ea typeface="Calibri" panose="020F0502020204030204" pitchFamily="34" charset="0"/>
                <a:cs typeface="Times New Roman" panose="02020603050405020304" pitchFamily="18" charset="0"/>
              </a:rPr>
              <a:t>Cloud </a:t>
            </a:r>
          </a:p>
          <a:p>
            <a:pPr algn="ctr">
              <a:spcBef>
                <a:spcPts val="0"/>
              </a:spcBef>
              <a:spcAft>
                <a:spcPts val="0"/>
              </a:spcAft>
            </a:pPr>
            <a:r>
              <a:rPr lang="en-US" sz="1200" b="1" dirty="0">
                <a:solidFill>
                  <a:schemeClr val="tx1"/>
                </a:solidFill>
                <a:ea typeface="Calibri" panose="020F0502020204030204" pitchFamily="34" charset="0"/>
                <a:cs typeface="Times New Roman" panose="02020603050405020304" pitchFamily="18" charset="0"/>
              </a:rPr>
              <a:t>Computing</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9" name="Oval 10">
            <a:extLst>
              <a:ext uri="{FF2B5EF4-FFF2-40B4-BE49-F238E27FC236}">
                <a16:creationId xmlns:a16="http://schemas.microsoft.com/office/drawing/2014/main" id="{CE4B7459-B6CA-4341-8E5A-3E60F59327C4}"/>
              </a:ext>
            </a:extLst>
          </p:cNvPr>
          <p:cNvSpPr/>
          <p:nvPr/>
        </p:nvSpPr>
        <p:spPr>
          <a:xfrm>
            <a:off x="5238205" y="3109458"/>
            <a:ext cx="2310142" cy="2647954"/>
          </a:xfrm>
          <a:prstGeom prst="ellipse">
            <a:avLst/>
          </a:prstGeom>
          <a:solidFill>
            <a:srgbClr val="7DD2E6">
              <a:alpha val="50196"/>
            </a:srgb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endParaRPr lang="en-US" sz="1200" dirty="0">
              <a:solidFill>
                <a:schemeClr val="tx1"/>
              </a:solidFill>
              <a:ea typeface="Calibri" panose="020F0502020204030204" pitchFamily="34" charset="0"/>
              <a:cs typeface="Times New Roman" panose="02020603050405020304" pitchFamily="18" charset="0"/>
            </a:endParaRPr>
          </a:p>
        </p:txBody>
      </p:sp>
      <p:sp>
        <p:nvSpPr>
          <p:cNvPr id="30" name="Text Box 8">
            <a:extLst>
              <a:ext uri="{FF2B5EF4-FFF2-40B4-BE49-F238E27FC236}">
                <a16:creationId xmlns:a16="http://schemas.microsoft.com/office/drawing/2014/main" id="{0268A7F6-B2A5-4287-9BB7-68CCA55DD484}"/>
              </a:ext>
            </a:extLst>
          </p:cNvPr>
          <p:cNvSpPr txBox="1"/>
          <p:nvPr/>
        </p:nvSpPr>
        <p:spPr>
          <a:xfrm>
            <a:off x="5722241" y="3675910"/>
            <a:ext cx="1821355" cy="260841"/>
          </a:xfrm>
          <a:prstGeom prst="rect">
            <a:avLst/>
          </a:prstGeom>
          <a:noFill/>
          <a:ln w="6350">
            <a:noFill/>
          </a:ln>
        </p:spPr>
        <p:txBody>
          <a:bodyPr rot="0" spcFirstLastPara="0" vert="horz" wrap="square" lIns="43548" tIns="21774" rIns="43548" bIns="21774" numCol="1" spcCol="0" rtlCol="0" fromWordArt="0" anchor="t" anchorCtr="0" forceAA="0" compatLnSpc="1">
            <a:prstTxWarp prst="textNoShape">
              <a:avLst/>
            </a:prstTxWarp>
            <a:noAutofit/>
          </a:bodyPr>
          <a:lstStyle/>
          <a:p>
            <a:pPr algn="ctr">
              <a:spcBef>
                <a:spcPts val="0"/>
              </a:spcBef>
              <a:spcAft>
                <a:spcPts val="0"/>
              </a:spcAft>
            </a:pPr>
            <a:r>
              <a:rPr lang="en-US" sz="1200" b="1" dirty="0">
                <a:solidFill>
                  <a:schemeClr val="tx1"/>
                </a:solidFill>
                <a:ea typeface="Calibri" panose="020F0502020204030204" pitchFamily="34" charset="0"/>
                <a:cs typeface="Times New Roman" panose="02020603050405020304" pitchFamily="18" charset="0"/>
              </a:rPr>
              <a:t>Artificial</a:t>
            </a:r>
          </a:p>
          <a:p>
            <a:pPr algn="ctr">
              <a:spcBef>
                <a:spcPts val="0"/>
              </a:spcBef>
              <a:spcAft>
                <a:spcPts val="0"/>
              </a:spcAft>
            </a:pPr>
            <a:r>
              <a:rPr lang="en-US" sz="1200" b="1" dirty="0">
                <a:solidFill>
                  <a:schemeClr val="tx1"/>
                </a:solidFill>
                <a:ea typeface="Calibri" panose="020F0502020204030204" pitchFamily="34" charset="0"/>
                <a:cs typeface="Times New Roman" panose="02020603050405020304" pitchFamily="18" charset="0"/>
              </a:rPr>
              <a:t> Intelligence</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1" name="Oval 12">
            <a:extLst>
              <a:ext uri="{FF2B5EF4-FFF2-40B4-BE49-F238E27FC236}">
                <a16:creationId xmlns:a16="http://schemas.microsoft.com/office/drawing/2014/main" id="{1462129D-3328-4697-84D1-11653B783095}"/>
              </a:ext>
            </a:extLst>
          </p:cNvPr>
          <p:cNvSpPr/>
          <p:nvPr/>
        </p:nvSpPr>
        <p:spPr>
          <a:xfrm>
            <a:off x="5322475" y="4153343"/>
            <a:ext cx="2039468" cy="1278767"/>
          </a:xfrm>
          <a:prstGeom prst="ellipse">
            <a:avLst/>
          </a:prstGeom>
          <a:solidFill>
            <a:srgbClr val="41AAC8">
              <a:alpha val="50196"/>
            </a:srgb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endParaRPr lang="en-US" sz="1200" dirty="0">
              <a:solidFill>
                <a:schemeClr val="tx1"/>
              </a:solidFill>
              <a:ea typeface="Calibri" panose="020F0502020204030204" pitchFamily="34" charset="0"/>
              <a:cs typeface="Times New Roman" panose="02020603050405020304" pitchFamily="18" charset="0"/>
            </a:endParaRPr>
          </a:p>
        </p:txBody>
      </p:sp>
      <p:sp>
        <p:nvSpPr>
          <p:cNvPr id="32" name="Text Box 10">
            <a:extLst>
              <a:ext uri="{FF2B5EF4-FFF2-40B4-BE49-F238E27FC236}">
                <a16:creationId xmlns:a16="http://schemas.microsoft.com/office/drawing/2014/main" id="{3E8F9997-6488-4DF1-B78D-1BA14C40DCB2}"/>
              </a:ext>
            </a:extLst>
          </p:cNvPr>
          <p:cNvSpPr txBox="1"/>
          <p:nvPr/>
        </p:nvSpPr>
        <p:spPr>
          <a:xfrm>
            <a:off x="5695976" y="4270664"/>
            <a:ext cx="1301390" cy="260841"/>
          </a:xfrm>
          <a:prstGeom prst="rect">
            <a:avLst/>
          </a:prstGeom>
          <a:noFill/>
          <a:ln w="6350">
            <a:noFill/>
          </a:ln>
        </p:spPr>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ea typeface="Calibri" panose="020F0502020204030204" pitchFamily="34" charset="0"/>
                <a:cs typeface="Times New Roman" panose="02020603050405020304" pitchFamily="18" charset="0"/>
              </a:rPr>
              <a:t>Machine Learning</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3" name="Oval 14">
            <a:extLst>
              <a:ext uri="{FF2B5EF4-FFF2-40B4-BE49-F238E27FC236}">
                <a16:creationId xmlns:a16="http://schemas.microsoft.com/office/drawing/2014/main" id="{5CD0760B-B269-499C-BAB8-4FCD138BC202}"/>
              </a:ext>
            </a:extLst>
          </p:cNvPr>
          <p:cNvSpPr/>
          <p:nvPr/>
        </p:nvSpPr>
        <p:spPr>
          <a:xfrm>
            <a:off x="5516043" y="4720323"/>
            <a:ext cx="1340158" cy="603185"/>
          </a:xfrm>
          <a:prstGeom prst="ellipse">
            <a:avLst/>
          </a:prstGeom>
          <a:solidFill>
            <a:srgbClr val="004669">
              <a:alpha val="50196"/>
            </a:srgb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endParaRPr lang="en-US" sz="1200" dirty="0">
              <a:solidFill>
                <a:schemeClr val="tx1"/>
              </a:solidFill>
              <a:ea typeface="Calibri" panose="020F0502020204030204" pitchFamily="34" charset="0"/>
              <a:cs typeface="Times New Roman" panose="02020603050405020304" pitchFamily="18" charset="0"/>
            </a:endParaRPr>
          </a:p>
        </p:txBody>
      </p:sp>
      <p:sp>
        <p:nvSpPr>
          <p:cNvPr id="34" name="Text Box 12">
            <a:extLst>
              <a:ext uri="{FF2B5EF4-FFF2-40B4-BE49-F238E27FC236}">
                <a16:creationId xmlns:a16="http://schemas.microsoft.com/office/drawing/2014/main" id="{25025655-80CB-4661-BD62-076626E3DBD2}"/>
              </a:ext>
            </a:extLst>
          </p:cNvPr>
          <p:cNvSpPr txBox="1"/>
          <p:nvPr/>
        </p:nvSpPr>
        <p:spPr>
          <a:xfrm>
            <a:off x="5488620" y="4814749"/>
            <a:ext cx="1340158" cy="508759"/>
          </a:xfrm>
          <a:prstGeom prst="rect">
            <a:avLst/>
          </a:prstGeom>
          <a:noFill/>
          <a:ln w="6350">
            <a:noFill/>
          </a:ln>
        </p:spPr>
        <p:txBody>
          <a:bodyPr rot="0" spcFirstLastPara="0" vert="horz" wrap="square" lIns="43548" tIns="21774" rIns="43548" bIns="21774" numCol="1" spcCol="0" rtlCol="0" fromWordArt="0" anchor="t" anchorCtr="0" forceAA="0" compatLnSpc="1">
            <a:prstTxWarp prst="textNoShape">
              <a:avLst/>
            </a:prstTxWarp>
            <a:noAutofit/>
          </a:bodyPr>
          <a:lstStyle/>
          <a:p>
            <a:pPr algn="ctr">
              <a:lnSpc>
                <a:spcPct val="107000"/>
              </a:lnSpc>
              <a:spcAft>
                <a:spcPts val="381"/>
              </a:spcAft>
            </a:pPr>
            <a:r>
              <a:rPr lang="en-US" sz="1200" b="1" dirty="0">
                <a:solidFill>
                  <a:schemeClr val="tx1"/>
                </a:solidFill>
                <a:ea typeface="Calibri" panose="020F0502020204030204" pitchFamily="34" charset="0"/>
                <a:cs typeface="Times New Roman" panose="02020603050405020304" pitchFamily="18" charset="0"/>
              </a:rPr>
              <a:t>Neural </a:t>
            </a:r>
            <a:r>
              <a:rPr lang="en-US" sz="1200" b="1" dirty="0" err="1">
                <a:solidFill>
                  <a:schemeClr val="tx1"/>
                </a:solidFill>
                <a:ea typeface="Calibri" panose="020F0502020204030204" pitchFamily="34" charset="0"/>
                <a:cs typeface="Times New Roman" panose="02020603050405020304" pitchFamily="18" charset="0"/>
              </a:rPr>
              <a:t>Netw</a:t>
            </a:r>
            <a:r>
              <a:rPr lang="en-US" sz="1200" b="1" dirty="0">
                <a:solidFill>
                  <a:schemeClr val="tx1"/>
                </a:solidFill>
                <a:ea typeface="Calibri" panose="020F0502020204030204" pitchFamily="34" charset="0"/>
                <a:cs typeface="Times New Roman" panose="02020603050405020304" pitchFamily="18" charset="0"/>
              </a:rPr>
              <a:t>./ Deep Learning</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58668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28899" y="1439999"/>
            <a:ext cx="7669451" cy="4752000"/>
          </a:xfrm>
        </p:spPr>
        <p:txBody>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What Is Machine Learning?</a:t>
            </a:r>
          </a:p>
          <a:p>
            <a:pPr marL="285750" indent="-285750">
              <a:buFont typeface="Arial" panose="020B0604020202020204" pitchFamily="34" charset="0"/>
              <a:buChar char="•"/>
            </a:pPr>
            <a:r>
              <a:rPr lang="en-US" sz="2400" dirty="0"/>
              <a:t>Decision Tree Algorithms</a:t>
            </a:r>
          </a:p>
          <a:p>
            <a:pPr marL="285750" indent="-285750">
              <a:buFont typeface="Arial" panose="020B0604020202020204" pitchFamily="34" charset="0"/>
              <a:buChar char="•"/>
            </a:pPr>
            <a:r>
              <a:rPr lang="en-US" sz="2400" dirty="0"/>
              <a:t>Limits of Machine Learning</a:t>
            </a:r>
          </a:p>
          <a:p>
            <a:pPr marL="285750" indent="-285750">
              <a:buFont typeface="Arial" panose="020B0604020202020204" pitchFamily="34" charset="0"/>
              <a:buChar char="•"/>
            </a:pPr>
            <a:r>
              <a:rPr lang="en-US" sz="2400" dirty="0"/>
              <a:t>Neural Networks</a:t>
            </a:r>
          </a:p>
          <a:p>
            <a:pPr marL="285750" indent="-285750">
              <a:buFont typeface="Arial" panose="020B0604020202020204" pitchFamily="34" charset="0"/>
              <a:buChar char="•"/>
            </a:pPr>
            <a:r>
              <a:rPr lang="en-US" sz="2400" dirty="0"/>
              <a:t>Summary: Definitions and Difference between Important Approaches</a:t>
            </a:r>
          </a:p>
          <a:p>
            <a:pPr marL="285750" indent="-285750">
              <a:buFont typeface="Arial" panose="020B0604020202020204" pitchFamily="34" charset="0"/>
              <a:buChar char="•"/>
            </a:pPr>
            <a:r>
              <a:rPr lang="en-US" sz="2400" dirty="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99" y="1439999"/>
            <a:ext cx="4514400" cy="475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A0A534AB-6644-464E-8988-A324FBF655D5}"/>
              </a:ext>
            </a:extLst>
          </p:cNvPr>
          <p:cNvSpPr/>
          <p:nvPr/>
        </p:nvSpPr>
        <p:spPr bwMode="auto">
          <a:xfrm>
            <a:off x="4528899" y="4855750"/>
            <a:ext cx="7654952"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6967841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00FC-F6FA-442A-B717-9468BF7A288F}"/>
              </a:ext>
            </a:extLst>
          </p:cNvPr>
          <p:cNvSpPr>
            <a:spLocks noGrp="1"/>
          </p:cNvSpPr>
          <p:nvPr>
            <p:ph type="title"/>
          </p:nvPr>
        </p:nvSpPr>
        <p:spPr/>
        <p:txBody>
          <a:bodyPr/>
          <a:lstStyle/>
          <a:p>
            <a:pPr>
              <a:lnSpc>
                <a:spcPct val="125000"/>
              </a:lnSpc>
            </a:pPr>
            <a:r>
              <a:rPr lang="en-US"/>
              <a:t>Challenges of Machine Learning Application in Our Business (Review)</a:t>
            </a:r>
          </a:p>
        </p:txBody>
      </p:sp>
      <p:sp>
        <p:nvSpPr>
          <p:cNvPr id="5" name="Titel 1">
            <a:extLst>
              <a:ext uri="{FF2B5EF4-FFF2-40B4-BE49-F238E27FC236}">
                <a16:creationId xmlns:a16="http://schemas.microsoft.com/office/drawing/2014/main" id="{1C27725D-D437-4821-9504-6CB88F6AD93F}"/>
              </a:ext>
            </a:extLst>
          </p:cNvPr>
          <p:cNvSpPr txBox="1">
            <a:spLocks/>
          </p:cNvSpPr>
          <p:nvPr/>
        </p:nvSpPr>
        <p:spPr bwMode="auto">
          <a:xfrm>
            <a:off x="627113" y="5796000"/>
            <a:ext cx="11088686" cy="396000"/>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800"/>
              <a:t>We still have to learn together in which situations we can extend our knowledge with ML.</a:t>
            </a:r>
          </a:p>
        </p:txBody>
      </p:sp>
      <p:grpSp>
        <p:nvGrpSpPr>
          <p:cNvPr id="6" name="Gruppieren 5">
            <a:extLst>
              <a:ext uri="{FF2B5EF4-FFF2-40B4-BE49-F238E27FC236}">
                <a16:creationId xmlns:a16="http://schemas.microsoft.com/office/drawing/2014/main" id="{C23AB45D-50E2-4430-9888-DD5A9940E685}"/>
              </a:ext>
            </a:extLst>
          </p:cNvPr>
          <p:cNvGrpSpPr/>
          <p:nvPr/>
        </p:nvGrpSpPr>
        <p:grpSpPr>
          <a:xfrm>
            <a:off x="487645" y="1662255"/>
            <a:ext cx="5467468" cy="4439583"/>
            <a:chOff x="6243638" y="1662255"/>
            <a:chExt cx="5467468" cy="4439583"/>
          </a:xfrm>
        </p:grpSpPr>
        <p:grpSp>
          <p:nvGrpSpPr>
            <p:cNvPr id="3" name="Gruppieren 2">
              <a:extLst>
                <a:ext uri="{FF2B5EF4-FFF2-40B4-BE49-F238E27FC236}">
                  <a16:creationId xmlns:a16="http://schemas.microsoft.com/office/drawing/2014/main" id="{3917EA90-3AC8-413A-B654-6CEA6FE8FAFE}"/>
                </a:ext>
              </a:extLst>
            </p:cNvPr>
            <p:cNvGrpSpPr/>
            <p:nvPr/>
          </p:nvGrpSpPr>
          <p:grpSpPr>
            <a:xfrm>
              <a:off x="6383106" y="1662255"/>
              <a:ext cx="5328000" cy="3977952"/>
              <a:chOff x="6383106" y="1662255"/>
              <a:chExt cx="5328000" cy="3977952"/>
            </a:xfrm>
          </p:grpSpPr>
          <p:grpSp>
            <p:nvGrpSpPr>
              <p:cNvPr id="15" name="Gruppieren 14">
                <a:extLst>
                  <a:ext uri="{FF2B5EF4-FFF2-40B4-BE49-F238E27FC236}">
                    <a16:creationId xmlns:a16="http://schemas.microsoft.com/office/drawing/2014/main" id="{F4B8FF6A-C0B3-4FB7-941F-D5825247317C}"/>
                  </a:ext>
                </a:extLst>
              </p:cNvPr>
              <p:cNvGrpSpPr/>
              <p:nvPr/>
            </p:nvGrpSpPr>
            <p:grpSpPr>
              <a:xfrm>
                <a:off x="6383106" y="1662255"/>
                <a:ext cx="5328000" cy="3977952"/>
                <a:chOff x="627063" y="2826270"/>
                <a:chExt cx="11088685" cy="2016002"/>
              </a:xfrm>
            </p:grpSpPr>
            <p:sp>
              <p:nvSpPr>
                <p:cNvPr id="16" name="Rechteck 15">
                  <a:extLst>
                    <a:ext uri="{FF2B5EF4-FFF2-40B4-BE49-F238E27FC236}">
                      <a16:creationId xmlns:a16="http://schemas.microsoft.com/office/drawing/2014/main" id="{E446252E-1AF3-464D-B68B-62212512A01D}"/>
                    </a:ext>
                  </a:extLst>
                </p:cNvPr>
                <p:cNvSpPr/>
                <p:nvPr/>
              </p:nvSpPr>
              <p:spPr bwMode="auto">
                <a:xfrm>
                  <a:off x="627063" y="2826272"/>
                  <a:ext cx="11088685" cy="2016000"/>
                </a:xfrm>
                <a:prstGeom prst="rect">
                  <a:avLst/>
                </a:prstGeom>
                <a:solidFill>
                  <a:schemeClr val="bg1"/>
                </a:solidFill>
                <a:ln>
                  <a:solidFill>
                    <a:schemeClr val="accent1"/>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t">
                  <a:normAutofit/>
                </a:bodyPr>
                <a:lstStyle/>
                <a:p>
                  <a:pPr marL="285750" indent="-285750">
                    <a:spcBef>
                      <a:spcPts val="600"/>
                    </a:spcBef>
                    <a:buFont typeface="Arial" panose="020B0604020202020204" pitchFamily="34" charset="0"/>
                    <a:buChar char="•"/>
                  </a:pPr>
                  <a:endParaRPr lang="en-US" sz="1600">
                    <a:solidFill>
                      <a:schemeClr val="tx1"/>
                    </a:solidFill>
                  </a:endParaRPr>
                </a:p>
                <a:p>
                  <a:pPr>
                    <a:spcBef>
                      <a:spcPts val="600"/>
                    </a:spcBef>
                  </a:pPr>
                  <a:endParaRPr lang="en-US" sz="1600">
                    <a:solidFill>
                      <a:schemeClr val="tx1"/>
                    </a:solidFill>
                  </a:endParaRPr>
                </a:p>
                <a:p>
                  <a:pPr>
                    <a:spcBef>
                      <a:spcPts val="600"/>
                    </a:spcBef>
                  </a:pPr>
                  <a:endParaRPr lang="en-US" sz="200">
                    <a:solidFill>
                      <a:schemeClr val="tx1"/>
                    </a:solidFill>
                  </a:endParaRPr>
                </a:p>
                <a:p>
                  <a:pPr marL="285750" indent="-285750">
                    <a:lnSpc>
                      <a:spcPct val="100000"/>
                    </a:lnSpc>
                    <a:buFont typeface="Arial" panose="020B0604020202020204" pitchFamily="34" charset="0"/>
                    <a:buChar char="•"/>
                  </a:pPr>
                  <a:r>
                    <a:rPr lang="en-US" sz="1400">
                      <a:solidFill>
                        <a:schemeClr val="tx1"/>
                      </a:solidFill>
                    </a:rPr>
                    <a:t>Little knowledge about consumer.</a:t>
                  </a:r>
                </a:p>
                <a:p>
                  <a:pPr marL="285750" indent="-285750">
                    <a:lnSpc>
                      <a:spcPct val="100000"/>
                    </a:lnSpc>
                    <a:buFont typeface="Arial" panose="020B0604020202020204" pitchFamily="34" charset="0"/>
                    <a:buChar char="•"/>
                  </a:pPr>
                  <a:r>
                    <a:rPr lang="en-US" sz="1400">
                      <a:solidFill>
                        <a:schemeClr val="tx1"/>
                      </a:solidFill>
                    </a:rPr>
                    <a:t>Users can be tracked very closely.</a:t>
                  </a:r>
                </a:p>
                <a:p>
                  <a:pPr algn="ctr">
                    <a:lnSpc>
                      <a:spcPct val="110000"/>
                    </a:lnSpc>
                    <a:spcBef>
                      <a:spcPct val="0"/>
                    </a:spcBef>
                  </a:pPr>
                  <a:endParaRPr lang="de-DE" sz="1200" b="1">
                    <a:solidFill>
                      <a:schemeClr val="tx1"/>
                    </a:solidFill>
                    <a:ea typeface="Arial Unicode MS" panose="020B0604020202020204" pitchFamily="34" charset="-128"/>
                  </a:endParaRPr>
                </a:p>
              </p:txBody>
            </p:sp>
            <p:sp>
              <p:nvSpPr>
                <p:cNvPr id="17" name="Rechteck 16">
                  <a:extLst>
                    <a:ext uri="{FF2B5EF4-FFF2-40B4-BE49-F238E27FC236}">
                      <a16:creationId xmlns:a16="http://schemas.microsoft.com/office/drawing/2014/main" id="{BC37B771-14D1-4729-960B-C96CBE644CD2}"/>
                    </a:ext>
                  </a:extLst>
                </p:cNvPr>
                <p:cNvSpPr/>
                <p:nvPr/>
              </p:nvSpPr>
              <p:spPr bwMode="auto">
                <a:xfrm>
                  <a:off x="627063" y="2826270"/>
                  <a:ext cx="11088685" cy="360000"/>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pPr>
                  <a:r>
                    <a:rPr lang="en-US" b="1">
                      <a:solidFill>
                        <a:schemeClr val="tx1"/>
                      </a:solidFill>
                      <a:latin typeface="+mn-lt"/>
                      <a:ea typeface="Arial Unicode MS" panose="020B0604020202020204" pitchFamily="34" charset="-128"/>
                    </a:rPr>
                    <a:t>Consumer Data Analysis</a:t>
                  </a:r>
                </a:p>
              </p:txBody>
            </p:sp>
          </p:grpSp>
          <p:pic>
            <p:nvPicPr>
              <p:cNvPr id="21" name="Grafik 20">
                <a:extLst>
                  <a:ext uri="{FF2B5EF4-FFF2-40B4-BE49-F238E27FC236}">
                    <a16:creationId xmlns:a16="http://schemas.microsoft.com/office/drawing/2014/main" id="{D7E5AD94-6FB7-4E01-8245-ABF2F1AF6D4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645109" y="3374542"/>
                <a:ext cx="1036016" cy="1036016"/>
              </a:xfrm>
              <a:prstGeom prst="rect">
                <a:avLst/>
              </a:prstGeom>
            </p:spPr>
          </p:pic>
        </p:grpSp>
        <p:pic>
          <p:nvPicPr>
            <p:cNvPr id="23" name="Grafik 22">
              <a:extLst>
                <a:ext uri="{FF2B5EF4-FFF2-40B4-BE49-F238E27FC236}">
                  <a16:creationId xmlns:a16="http://schemas.microsoft.com/office/drawing/2014/main" id="{2D076AE8-C433-484C-94B3-A3E767F8A8A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45944" y="3984011"/>
              <a:ext cx="2117827" cy="2117827"/>
            </a:xfrm>
            <a:prstGeom prst="rect">
              <a:avLst/>
            </a:prstGeom>
          </p:spPr>
        </p:pic>
        <p:pic>
          <p:nvPicPr>
            <p:cNvPr id="25" name="Grafik 24">
              <a:extLst>
                <a:ext uri="{FF2B5EF4-FFF2-40B4-BE49-F238E27FC236}">
                  <a16:creationId xmlns:a16="http://schemas.microsoft.com/office/drawing/2014/main" id="{F14E949D-09B0-48C1-8D92-0B008909666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43638" y="3344988"/>
              <a:ext cx="2545927" cy="2545927"/>
            </a:xfrm>
            <a:prstGeom prst="rect">
              <a:avLst/>
            </a:prstGeom>
          </p:spPr>
        </p:pic>
      </p:grpSp>
      <p:grpSp>
        <p:nvGrpSpPr>
          <p:cNvPr id="7" name="Gruppieren 6">
            <a:extLst>
              <a:ext uri="{FF2B5EF4-FFF2-40B4-BE49-F238E27FC236}">
                <a16:creationId xmlns:a16="http://schemas.microsoft.com/office/drawing/2014/main" id="{0EF300EE-5C12-4F81-9802-6D601D1D9B68}"/>
              </a:ext>
            </a:extLst>
          </p:cNvPr>
          <p:cNvGrpSpPr/>
          <p:nvPr/>
        </p:nvGrpSpPr>
        <p:grpSpPr>
          <a:xfrm>
            <a:off x="6389955" y="1662255"/>
            <a:ext cx="5328000" cy="3977957"/>
            <a:chOff x="6389955" y="1653390"/>
            <a:chExt cx="5328000" cy="3977957"/>
          </a:xfrm>
        </p:grpSpPr>
        <p:grpSp>
          <p:nvGrpSpPr>
            <p:cNvPr id="4" name="Gruppieren 3">
              <a:extLst>
                <a:ext uri="{FF2B5EF4-FFF2-40B4-BE49-F238E27FC236}">
                  <a16:creationId xmlns:a16="http://schemas.microsoft.com/office/drawing/2014/main" id="{BD5B835A-FC4F-4401-9970-87D91C2C8FCA}"/>
                </a:ext>
              </a:extLst>
            </p:cNvPr>
            <p:cNvGrpSpPr/>
            <p:nvPr/>
          </p:nvGrpSpPr>
          <p:grpSpPr>
            <a:xfrm>
              <a:off x="6389955" y="1653390"/>
              <a:ext cx="5328000" cy="3977957"/>
              <a:chOff x="627063" y="2826270"/>
              <a:chExt cx="11106065" cy="2016002"/>
            </a:xfrm>
          </p:grpSpPr>
          <p:sp>
            <p:nvSpPr>
              <p:cNvPr id="11" name="Rechteck 10">
                <a:extLst>
                  <a:ext uri="{FF2B5EF4-FFF2-40B4-BE49-F238E27FC236}">
                    <a16:creationId xmlns:a16="http://schemas.microsoft.com/office/drawing/2014/main" id="{C67B9CE3-A83A-4E32-95E8-559D50F30E19}"/>
                  </a:ext>
                </a:extLst>
              </p:cNvPr>
              <p:cNvSpPr/>
              <p:nvPr/>
            </p:nvSpPr>
            <p:spPr bwMode="auto">
              <a:xfrm>
                <a:off x="627063" y="2826272"/>
                <a:ext cx="11106065" cy="2016000"/>
              </a:xfrm>
              <a:prstGeom prst="rect">
                <a:avLst/>
              </a:prstGeom>
              <a:solidFill>
                <a:schemeClr val="bg1"/>
              </a:solidFill>
              <a:ln>
                <a:solidFill>
                  <a:schemeClr val="accent1"/>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t">
                <a:normAutofit/>
              </a:bodyPr>
              <a:lstStyle/>
              <a:p>
                <a:pPr marL="285750" indent="-285750">
                  <a:spcBef>
                    <a:spcPts val="600"/>
                  </a:spcBef>
                  <a:buFont typeface="Arial" panose="020B0604020202020204" pitchFamily="34" charset="0"/>
                  <a:buChar char="•"/>
                </a:pPr>
                <a:endParaRPr lang="en-US" sz="1600">
                  <a:solidFill>
                    <a:schemeClr val="tx1"/>
                  </a:solidFill>
                </a:endParaRPr>
              </a:p>
              <a:p>
                <a:pPr>
                  <a:spcBef>
                    <a:spcPts val="600"/>
                  </a:spcBef>
                </a:pPr>
                <a:endParaRPr lang="en-US" sz="1600">
                  <a:solidFill>
                    <a:schemeClr val="tx1"/>
                  </a:solidFill>
                </a:endParaRPr>
              </a:p>
              <a:p>
                <a:pPr marL="285750" indent="-285750">
                  <a:spcBef>
                    <a:spcPts val="600"/>
                  </a:spcBef>
                  <a:buFont typeface="Arial" panose="020B0604020202020204" pitchFamily="34" charset="0"/>
                  <a:buChar char="•"/>
                </a:pPr>
                <a:endParaRPr lang="en-US" sz="200">
                  <a:solidFill>
                    <a:schemeClr val="tx1"/>
                  </a:solidFill>
                </a:endParaRPr>
              </a:p>
              <a:p>
                <a:pPr marL="285750" indent="-285750">
                  <a:spcBef>
                    <a:spcPts val="600"/>
                  </a:spcBef>
                  <a:buFont typeface="Arial" panose="020B0604020202020204" pitchFamily="34" charset="0"/>
                  <a:buChar char="•"/>
                </a:pPr>
                <a:r>
                  <a:rPr lang="en-US" sz="1400">
                    <a:solidFill>
                      <a:schemeClr val="tx1"/>
                    </a:solidFill>
                  </a:rPr>
                  <a:t>Starting from deep understanding -&gt; very difficult to add value on top.</a:t>
                </a:r>
              </a:p>
              <a:p>
                <a:pPr marL="285750" indent="-285750">
                  <a:spcBef>
                    <a:spcPts val="600"/>
                  </a:spcBef>
                  <a:buFont typeface="Arial" panose="020B0604020202020204" pitchFamily="34" charset="0"/>
                  <a:buChar char="•"/>
                </a:pPr>
                <a:r>
                  <a:rPr lang="en-US" sz="1400">
                    <a:solidFill>
                      <a:schemeClr val="tx1"/>
                    </a:solidFill>
                  </a:rPr>
                  <a:t>Limited number of engines + change in time, operating conditions, ambient conditions.</a:t>
                </a:r>
              </a:p>
              <a:p>
                <a:pPr marL="285750" indent="-285750">
                  <a:spcBef>
                    <a:spcPts val="600"/>
                  </a:spcBef>
                  <a:buFont typeface="Arial" panose="020B0604020202020204" pitchFamily="34" charset="0"/>
                  <a:buChar char="•"/>
                </a:pPr>
                <a:r>
                  <a:rPr lang="en-US" sz="1400">
                    <a:solidFill>
                      <a:schemeClr val="tx1"/>
                    </a:solidFill>
                  </a:rPr>
                  <a:t>ML tools work best when “output data” exists (“supervised” vs. “unsupervised” learning).</a:t>
                </a:r>
              </a:p>
              <a:p>
                <a:pPr algn="ctr">
                  <a:lnSpc>
                    <a:spcPct val="110000"/>
                  </a:lnSpc>
                  <a:spcBef>
                    <a:spcPct val="0"/>
                  </a:spcBef>
                </a:pPr>
                <a:endParaRPr lang="de-DE" sz="1200" b="1">
                  <a:solidFill>
                    <a:schemeClr val="tx1"/>
                  </a:solidFill>
                  <a:ea typeface="Arial Unicode MS" panose="020B0604020202020204" pitchFamily="34" charset="-128"/>
                </a:endParaRPr>
              </a:p>
            </p:txBody>
          </p:sp>
          <p:sp>
            <p:nvSpPr>
              <p:cNvPr id="12" name="Rechteck 11">
                <a:extLst>
                  <a:ext uri="{FF2B5EF4-FFF2-40B4-BE49-F238E27FC236}">
                    <a16:creationId xmlns:a16="http://schemas.microsoft.com/office/drawing/2014/main" id="{86CD7FE6-6492-45BC-87FA-D77CE9BC8328}"/>
                  </a:ext>
                </a:extLst>
              </p:cNvPr>
              <p:cNvSpPr/>
              <p:nvPr/>
            </p:nvSpPr>
            <p:spPr bwMode="auto">
              <a:xfrm>
                <a:off x="627063" y="2826270"/>
                <a:ext cx="11088685" cy="360000"/>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pPr>
                <a:r>
                  <a:rPr lang="en-US" b="1">
                    <a:solidFill>
                      <a:schemeClr val="tx1"/>
                    </a:solidFill>
                    <a:latin typeface="+mn-lt"/>
                    <a:ea typeface="Arial Unicode MS" panose="020B0604020202020204" pitchFamily="34" charset="-128"/>
                  </a:rPr>
                  <a:t>Turbine Data Analysis</a:t>
                </a:r>
              </a:p>
            </p:txBody>
          </p:sp>
        </p:grpSp>
        <p:pic>
          <p:nvPicPr>
            <p:cNvPr id="13" name="Grafik 12">
              <a:extLst>
                <a:ext uri="{FF2B5EF4-FFF2-40B4-BE49-F238E27FC236}">
                  <a16:creationId xmlns:a16="http://schemas.microsoft.com/office/drawing/2014/main" id="{F2BFE579-6F31-42FE-8A39-EB2471E668FB}"/>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3299"/>
            <a:stretch/>
          </p:blipFill>
          <p:spPr>
            <a:xfrm>
              <a:off x="7035279" y="4000787"/>
              <a:ext cx="4029014" cy="1508274"/>
            </a:xfrm>
            <a:prstGeom prst="rect">
              <a:avLst/>
            </a:prstGeom>
          </p:spPr>
        </p:pic>
      </p:grpSp>
    </p:spTree>
    <p:extLst>
      <p:ext uri="{BB962C8B-B14F-4D97-AF65-F5344CB8AC3E}">
        <p14:creationId xmlns:p14="http://schemas.microsoft.com/office/powerpoint/2010/main" val="314238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37CDBFF5-A162-4EB5-8885-518A4E126941}"/>
              </a:ext>
            </a:extLst>
          </p:cNvPr>
          <p:cNvSpPr/>
          <p:nvPr/>
        </p:nvSpPr>
        <p:spPr bwMode="auto">
          <a:xfrm>
            <a:off x="2805256" y="1974186"/>
            <a:ext cx="6876764" cy="3219010"/>
          </a:xfrm>
          <a:prstGeom prst="ellipse">
            <a:avLst/>
          </a:prstGeom>
          <a:noFill/>
          <a:ln w="76200">
            <a:solidFill>
              <a:schemeClr val="bg2"/>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 name="Titel 2">
            <a:extLst>
              <a:ext uri="{FF2B5EF4-FFF2-40B4-BE49-F238E27FC236}">
                <a16:creationId xmlns:a16="http://schemas.microsoft.com/office/drawing/2014/main" id="{52B473F3-EBCB-47C3-AD52-F4C90D43773E}"/>
              </a:ext>
            </a:extLst>
          </p:cNvPr>
          <p:cNvSpPr>
            <a:spLocks noGrp="1"/>
          </p:cNvSpPr>
          <p:nvPr>
            <p:ph type="title"/>
          </p:nvPr>
        </p:nvSpPr>
        <p:spPr/>
        <p:txBody>
          <a:bodyPr/>
          <a:lstStyle/>
          <a:p>
            <a:pPr>
              <a:lnSpc>
                <a:spcPct val="125000"/>
              </a:lnSpc>
            </a:pPr>
            <a:r>
              <a:rPr lang="en-US" sz="2400"/>
              <a:t>D</a:t>
            </a:r>
            <a:r>
              <a:rPr lang="en-US"/>
              <a:t>ata Science Is an Iterative Process.</a:t>
            </a:r>
            <a:endParaRPr lang="de-DE"/>
          </a:p>
        </p:txBody>
      </p:sp>
      <p:graphicFrame>
        <p:nvGraphicFramePr>
          <p:cNvPr id="5" name="Inhaltsplatzhalter 4">
            <a:extLst>
              <a:ext uri="{FF2B5EF4-FFF2-40B4-BE49-F238E27FC236}">
                <a16:creationId xmlns:a16="http://schemas.microsoft.com/office/drawing/2014/main" id="{ACAB0922-58FE-4DD2-A881-C2A256492994}"/>
              </a:ext>
            </a:extLst>
          </p:cNvPr>
          <p:cNvGraphicFramePr>
            <a:graphicFrameLocks noGrp="1"/>
          </p:cNvGraphicFramePr>
          <p:nvPr>
            <p:ph idx="1"/>
          </p:nvPr>
        </p:nvGraphicFramePr>
        <p:xfrm>
          <a:off x="1850976" y="1101713"/>
          <a:ext cx="8640959" cy="4619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el 1">
            <a:extLst>
              <a:ext uri="{FF2B5EF4-FFF2-40B4-BE49-F238E27FC236}">
                <a16:creationId xmlns:a16="http://schemas.microsoft.com/office/drawing/2014/main" id="{DE502977-63A9-410F-98DB-4DF3C5A0C6DB}"/>
              </a:ext>
            </a:extLst>
          </p:cNvPr>
          <p:cNvSpPr txBox="1">
            <a:spLocks/>
          </p:cNvSpPr>
          <p:nvPr/>
        </p:nvSpPr>
        <p:spPr bwMode="auto">
          <a:xfrm>
            <a:off x="627113" y="5796000"/>
            <a:ext cx="11088686" cy="396000"/>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800" kern="0"/>
              <a:t>For field issues differentiate between fast application and foundational development.</a:t>
            </a:r>
          </a:p>
        </p:txBody>
      </p:sp>
    </p:spTree>
    <p:extLst>
      <p:ext uri="{BB962C8B-B14F-4D97-AF65-F5344CB8AC3E}">
        <p14:creationId xmlns:p14="http://schemas.microsoft.com/office/powerpoint/2010/main" val="3399667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7B021A-F5BA-48AB-B432-36B2DE1AE492}"/>
              </a:ext>
            </a:extLst>
          </p:cNvPr>
          <p:cNvSpPr>
            <a:spLocks noGrp="1"/>
          </p:cNvSpPr>
          <p:nvPr>
            <p:ph type="title" sz="quarter"/>
          </p:nvPr>
        </p:nvSpPr>
        <p:spPr/>
        <p:txBody>
          <a:bodyPr/>
          <a:lstStyle/>
          <a:p>
            <a:r>
              <a:rPr lang="en-US" dirty="0"/>
              <a:t>Overview of some Digitalization Tools and Terms</a:t>
            </a:r>
          </a:p>
        </p:txBody>
      </p:sp>
      <p:sp>
        <p:nvSpPr>
          <p:cNvPr id="4" name="Inhaltsplatzhalter 3">
            <a:extLst>
              <a:ext uri="{FF2B5EF4-FFF2-40B4-BE49-F238E27FC236}">
                <a16:creationId xmlns:a16="http://schemas.microsoft.com/office/drawing/2014/main" id="{BD799EBA-6289-492B-B225-2BF292B37B24}"/>
              </a:ext>
            </a:extLst>
          </p:cNvPr>
          <p:cNvSpPr>
            <a:spLocks noGrp="1"/>
          </p:cNvSpPr>
          <p:nvPr>
            <p:ph sz="quarter" idx="1"/>
          </p:nvPr>
        </p:nvSpPr>
        <p:spPr>
          <a:xfrm>
            <a:off x="277496" y="2633376"/>
            <a:ext cx="4626269" cy="1188236"/>
          </a:xfrm>
        </p:spPr>
        <p:txBody>
          <a:bodyPr/>
          <a:lstStyle/>
          <a:p>
            <a:r>
              <a:rPr lang="en-US" sz="1200" b="1" dirty="0"/>
              <a:t>Machine Learning (ML, Part of AI):</a:t>
            </a:r>
          </a:p>
          <a:p>
            <a:pPr marL="285750" indent="-285750">
              <a:buFont typeface="Arial" panose="020B0604020202020204" pitchFamily="34" charset="0"/>
              <a:buChar char="•"/>
            </a:pPr>
            <a:r>
              <a:rPr lang="en-US" sz="1200" dirty="0"/>
              <a:t>A system that allows computers to improve through experience</a:t>
            </a:r>
          </a:p>
          <a:p>
            <a:pPr marL="285750" indent="-285750">
              <a:buFont typeface="Arial" panose="020B0604020202020204" pitchFamily="34" charset="0"/>
              <a:buChar char="•"/>
            </a:pPr>
            <a:r>
              <a:rPr lang="en-US" sz="1200" dirty="0"/>
              <a:t>Adjusts computer model through each additional data point</a:t>
            </a:r>
          </a:p>
          <a:p>
            <a:pPr marL="285750" indent="-285750">
              <a:buFont typeface="Arial" panose="020B0604020202020204" pitchFamily="34" charset="0"/>
              <a:buChar char="•"/>
            </a:pPr>
            <a:r>
              <a:rPr lang="en-US" sz="1200" dirty="0"/>
              <a:t>Can process larger data sets than classical inference statics</a:t>
            </a:r>
          </a:p>
          <a:p>
            <a:pPr marL="285750" indent="-285750">
              <a:buFont typeface="Arial" panose="020B0604020202020204" pitchFamily="34" charset="0"/>
              <a:buChar char="•"/>
            </a:pPr>
            <a:r>
              <a:rPr lang="en-US" sz="1200" dirty="0"/>
              <a:t>ML’s predictions/ decisions can often not be explained step by step (‘Black Box’)</a:t>
            </a:r>
          </a:p>
          <a:p>
            <a:pPr marL="285750" indent="-285750">
              <a:buFont typeface="Arial" panose="020B0604020202020204" pitchFamily="34" charset="0"/>
              <a:buChar char="•"/>
            </a:pPr>
            <a:r>
              <a:rPr lang="en-US" sz="1200" b="1" dirty="0"/>
              <a:t>Examples: </a:t>
            </a:r>
            <a:r>
              <a:rPr lang="en-US" sz="1200" dirty="0"/>
              <a:t>Weather forecast</a:t>
            </a:r>
          </a:p>
        </p:txBody>
      </p:sp>
      <p:sp>
        <p:nvSpPr>
          <p:cNvPr id="5" name="Inhaltsplatzhalter 4">
            <a:extLst>
              <a:ext uri="{FF2B5EF4-FFF2-40B4-BE49-F238E27FC236}">
                <a16:creationId xmlns:a16="http://schemas.microsoft.com/office/drawing/2014/main" id="{201F1BD1-6D29-4791-8F50-DFE20B2775C2}"/>
              </a:ext>
            </a:extLst>
          </p:cNvPr>
          <p:cNvSpPr>
            <a:spLocks noGrp="1"/>
          </p:cNvSpPr>
          <p:nvPr>
            <p:ph sz="quarter" idx="2"/>
          </p:nvPr>
        </p:nvSpPr>
        <p:spPr>
          <a:xfrm>
            <a:off x="7361573" y="4192696"/>
            <a:ext cx="4581126" cy="1050281"/>
          </a:xfrm>
        </p:spPr>
        <p:txBody>
          <a:bodyPr/>
          <a:lstStyle/>
          <a:p>
            <a:r>
              <a:rPr lang="en-US" sz="1200" b="1" dirty="0"/>
              <a:t>Classical Inference Statistics:</a:t>
            </a:r>
          </a:p>
          <a:p>
            <a:pPr marL="171450" indent="-171450">
              <a:buFont typeface="Arial" panose="020B0604020202020204" pitchFamily="34" charset="0"/>
              <a:buChar char="•"/>
            </a:pPr>
            <a:r>
              <a:rPr lang="en-US" sz="1200" dirty="0"/>
              <a:t>Makes predictions based on data</a:t>
            </a:r>
          </a:p>
          <a:p>
            <a:pPr marL="171450" indent="-171450">
              <a:buFont typeface="Arial" panose="020B0604020202020204" pitchFamily="34" charset="0"/>
              <a:buChar char="•"/>
            </a:pPr>
            <a:r>
              <a:rPr lang="en-US" sz="1200" dirty="0"/>
              <a:t>Models are calculated at once </a:t>
            </a:r>
            <a:br>
              <a:rPr lang="en-US" sz="1200" dirty="0"/>
            </a:br>
            <a:r>
              <a:rPr lang="en-US" sz="1200" dirty="0"/>
              <a:t>based on all data</a:t>
            </a:r>
          </a:p>
          <a:p>
            <a:pPr marL="171450" indent="-171450">
              <a:buFont typeface="Arial" panose="020B0604020202020204" pitchFamily="34" charset="0"/>
              <a:buChar char="•"/>
            </a:pPr>
            <a:r>
              <a:rPr lang="en-US" sz="1200" dirty="0"/>
              <a:t>Updating a model with new </a:t>
            </a:r>
            <a:br>
              <a:rPr lang="en-US" sz="1200" dirty="0"/>
            </a:br>
            <a:r>
              <a:rPr lang="en-US" sz="1200" dirty="0"/>
              <a:t>experience requires to recalculate </a:t>
            </a:r>
            <a:br>
              <a:rPr lang="en-US" sz="1200" dirty="0"/>
            </a:br>
            <a:r>
              <a:rPr lang="en-US" sz="1200" dirty="0"/>
              <a:t>the entire model </a:t>
            </a:r>
            <a:br>
              <a:rPr lang="en-US" sz="1200" dirty="0"/>
            </a:br>
            <a:r>
              <a:rPr lang="en-US" sz="1200" dirty="0"/>
              <a:t>(-&gt; can not handle as much data as ML)</a:t>
            </a:r>
          </a:p>
          <a:p>
            <a:pPr marL="171450" indent="-171450">
              <a:buFont typeface="Arial" panose="020B0604020202020204" pitchFamily="34" charset="0"/>
              <a:buChar char="•"/>
            </a:pPr>
            <a:r>
              <a:rPr lang="en-US" sz="1200" dirty="0"/>
              <a:t>Models predictions/ decisions can usually be explained step by step (no ‘Black Box’ as often in ML)</a:t>
            </a:r>
          </a:p>
          <a:p>
            <a:pPr marL="171450" indent="-171450">
              <a:buFont typeface="Arial" panose="020B0604020202020204" pitchFamily="34" charset="0"/>
              <a:buChar char="•"/>
            </a:pPr>
            <a:r>
              <a:rPr lang="en-US" sz="1200" b="1" dirty="0"/>
              <a:t>Example: </a:t>
            </a:r>
            <a:r>
              <a:rPr lang="en-US" sz="1200" dirty="0"/>
              <a:t>Conventional prediction of </a:t>
            </a:r>
            <a:r>
              <a:rPr lang="en-US" sz="1200" dirty="0" err="1"/>
              <a:t>Nox</a:t>
            </a:r>
            <a:r>
              <a:rPr lang="en-US" sz="1200" dirty="0"/>
              <a:t>-Emissions</a:t>
            </a:r>
          </a:p>
          <a:p>
            <a:pPr marL="171450" indent="-171450">
              <a:buFont typeface="Arial" panose="020B0604020202020204" pitchFamily="34" charset="0"/>
              <a:buChar char="•"/>
            </a:pPr>
            <a:endParaRPr lang="en-US" sz="1200" dirty="0"/>
          </a:p>
        </p:txBody>
      </p:sp>
      <p:sp>
        <p:nvSpPr>
          <p:cNvPr id="6" name="Inhaltsplatzhalter 5">
            <a:extLst>
              <a:ext uri="{FF2B5EF4-FFF2-40B4-BE49-F238E27FC236}">
                <a16:creationId xmlns:a16="http://schemas.microsoft.com/office/drawing/2014/main" id="{E8529223-39D9-40B0-B70B-C8C84BEEFA75}"/>
              </a:ext>
            </a:extLst>
          </p:cNvPr>
          <p:cNvSpPr>
            <a:spLocks noGrp="1"/>
          </p:cNvSpPr>
          <p:nvPr>
            <p:ph sz="quarter" idx="3"/>
          </p:nvPr>
        </p:nvSpPr>
        <p:spPr>
          <a:xfrm>
            <a:off x="277496" y="1256637"/>
            <a:ext cx="4079822" cy="1087729"/>
          </a:xfrm>
        </p:spPr>
        <p:txBody>
          <a:bodyPr/>
          <a:lstStyle/>
          <a:p>
            <a:r>
              <a:rPr lang="en-US" sz="1200" b="1" dirty="0"/>
              <a:t>Artificial Intelligence (AI):</a:t>
            </a:r>
          </a:p>
          <a:p>
            <a:pPr marL="285750" indent="-285750">
              <a:buFont typeface="Arial" panose="020B0604020202020204" pitchFamily="34" charset="0"/>
              <a:buChar char="•"/>
            </a:pPr>
            <a:r>
              <a:rPr lang="en-US" sz="1200" dirty="0"/>
              <a:t>Anything to make computers mimic human behavior</a:t>
            </a:r>
          </a:p>
          <a:p>
            <a:pPr marL="285750" indent="-285750">
              <a:buFont typeface="Arial" panose="020B0604020202020204" pitchFamily="34" charset="0"/>
              <a:buChar char="•"/>
            </a:pPr>
            <a:r>
              <a:rPr lang="en-US" sz="1200" dirty="0"/>
              <a:t>Includes rule based programming and machine learning </a:t>
            </a:r>
          </a:p>
          <a:p>
            <a:pPr marL="285750" indent="-285750">
              <a:buFont typeface="Arial" panose="020B0604020202020204" pitchFamily="34" charset="0"/>
              <a:buChar char="•"/>
            </a:pPr>
            <a:r>
              <a:rPr lang="en-US" sz="1200" dirty="0"/>
              <a:t>Talked about ever since computers were invented</a:t>
            </a:r>
          </a:p>
          <a:p>
            <a:pPr marL="285750" indent="-285750">
              <a:buFont typeface="Arial" panose="020B0604020202020204" pitchFamily="34" charset="0"/>
              <a:buChar char="•"/>
            </a:pPr>
            <a:r>
              <a:rPr lang="en-US" sz="1200" dirty="0"/>
              <a:t>Content changes with fashion/ progress</a:t>
            </a:r>
          </a:p>
          <a:p>
            <a:pPr marL="285750" indent="-285750">
              <a:buFont typeface="Arial" panose="020B0604020202020204" pitchFamily="34" charset="0"/>
              <a:buChar char="•"/>
            </a:pPr>
            <a:r>
              <a:rPr lang="en-US" sz="1200" b="1" dirty="0"/>
              <a:t>Example: </a:t>
            </a:r>
            <a:r>
              <a:rPr lang="en-US" sz="1200" dirty="0"/>
              <a:t>Autonomous driving</a:t>
            </a:r>
          </a:p>
        </p:txBody>
      </p:sp>
      <p:sp>
        <p:nvSpPr>
          <p:cNvPr id="7" name="Inhaltsplatzhalter 6">
            <a:extLst>
              <a:ext uri="{FF2B5EF4-FFF2-40B4-BE49-F238E27FC236}">
                <a16:creationId xmlns:a16="http://schemas.microsoft.com/office/drawing/2014/main" id="{2F0F2600-0844-445F-A130-2F96697EB589}"/>
              </a:ext>
            </a:extLst>
          </p:cNvPr>
          <p:cNvSpPr>
            <a:spLocks noGrp="1"/>
          </p:cNvSpPr>
          <p:nvPr>
            <p:ph sz="quarter" idx="4"/>
          </p:nvPr>
        </p:nvSpPr>
        <p:spPr>
          <a:xfrm>
            <a:off x="7361573" y="1256637"/>
            <a:ext cx="4344599" cy="1481152"/>
          </a:xfrm>
        </p:spPr>
        <p:txBody>
          <a:bodyPr/>
          <a:lstStyle/>
          <a:p>
            <a:r>
              <a:rPr lang="en-US" sz="1200" b="1" dirty="0"/>
              <a:t>Cloud Computing:</a:t>
            </a:r>
            <a:endParaRPr lang="en-US" sz="1200" dirty="0"/>
          </a:p>
          <a:p>
            <a:pPr marL="171450" indent="-171450">
              <a:buFont typeface="Arial" panose="020B0604020202020204" pitchFamily="34" charset="0"/>
              <a:buChar char="•"/>
            </a:pPr>
            <a:r>
              <a:rPr lang="en-US" sz="1200" dirty="0"/>
              <a:t>Data storage and processing in a </a:t>
            </a:r>
            <a:br>
              <a:rPr lang="en-US" sz="1200" dirty="0"/>
            </a:br>
            <a:r>
              <a:rPr lang="en-US" sz="1200" dirty="0"/>
              <a:t>flexible cloud rather then defined set </a:t>
            </a:r>
            <a:br>
              <a:rPr lang="en-US" sz="1200" dirty="0"/>
            </a:br>
            <a:r>
              <a:rPr lang="en-US" sz="1200" dirty="0"/>
              <a:t>of individual computers</a:t>
            </a:r>
          </a:p>
          <a:p>
            <a:pPr marL="171450" indent="-171450">
              <a:buFont typeface="Arial" panose="020B0604020202020204" pitchFamily="34" charset="0"/>
              <a:buChar char="•"/>
            </a:pPr>
            <a:r>
              <a:rPr lang="en-US" sz="1200" dirty="0"/>
              <a:t>Users send just commands and </a:t>
            </a:r>
            <a:br>
              <a:rPr lang="en-US" sz="1200" dirty="0"/>
            </a:br>
            <a:r>
              <a:rPr lang="en-US" sz="1200" dirty="0"/>
              <a:t>receive results via internet</a:t>
            </a:r>
          </a:p>
          <a:p>
            <a:pPr marL="171450" indent="-171450">
              <a:buFont typeface="Arial" panose="020B0604020202020204" pitchFamily="34" charset="0"/>
              <a:buChar char="•"/>
            </a:pPr>
            <a:r>
              <a:rPr lang="en-US" sz="1200" dirty="0"/>
              <a:t>cloud provides space and calculation </a:t>
            </a:r>
            <a:br>
              <a:rPr lang="en-US" sz="1200" dirty="0"/>
            </a:br>
            <a:r>
              <a:rPr lang="en-US" sz="1200" dirty="0"/>
              <a:t>power on demand</a:t>
            </a:r>
          </a:p>
          <a:p>
            <a:pPr marL="171450" indent="-171450">
              <a:buFont typeface="Arial" panose="020B0604020202020204" pitchFamily="34" charset="0"/>
              <a:buChar char="•"/>
            </a:pPr>
            <a:r>
              <a:rPr lang="en-US" sz="1200" dirty="0"/>
              <a:t>Enables processing of unpreceded amount of data</a:t>
            </a:r>
          </a:p>
          <a:p>
            <a:pPr marL="171450" indent="-171450">
              <a:buFont typeface="Arial" panose="020B0604020202020204" pitchFamily="34" charset="0"/>
              <a:buChar char="•"/>
            </a:pPr>
            <a:r>
              <a:rPr lang="en-US" sz="1200" b="1" dirty="0"/>
              <a:t>Example: </a:t>
            </a:r>
            <a:r>
              <a:rPr lang="en-US" sz="1200" dirty="0"/>
              <a:t>powerplant data on Amazon Web Services:  EnergyAI or Mosaic</a:t>
            </a:r>
          </a:p>
        </p:txBody>
      </p:sp>
      <p:pic>
        <p:nvPicPr>
          <p:cNvPr id="1026" name="Picture 2" descr="Berlin: Charité und BVG testen autonome Busse - DER SPIEGEL">
            <a:extLst>
              <a:ext uri="{FF2B5EF4-FFF2-40B4-BE49-F238E27FC236}">
                <a16:creationId xmlns:a16="http://schemas.microsoft.com/office/drawing/2014/main" id="{6219A860-19B7-4E52-B450-2BBA67087B7D}"/>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848115" y="1256637"/>
            <a:ext cx="2060695" cy="1165119"/>
          </a:xfrm>
          <a:prstGeom prst="rect">
            <a:avLst/>
          </a:prstGeom>
          <a:noFill/>
          <a:extLst>
            <a:ext uri="{909E8E84-426E-40DD-AFC4-6F175D3DCCD1}">
              <a14:hiddenFill xmlns:a14="http://schemas.microsoft.com/office/drawing/2010/main">
                <a:solidFill>
                  <a:srgbClr val="FFFFFF"/>
                </a:solidFill>
              </a14:hiddenFill>
            </a:ext>
          </a:extLst>
        </p:spPr>
      </p:pic>
      <p:sp>
        <p:nvSpPr>
          <p:cNvPr id="9" name="Inhaltsplatzhalter 3">
            <a:extLst>
              <a:ext uri="{FF2B5EF4-FFF2-40B4-BE49-F238E27FC236}">
                <a16:creationId xmlns:a16="http://schemas.microsoft.com/office/drawing/2014/main" id="{D195338A-6DE1-4E54-9378-3A71604C5C7D}"/>
              </a:ext>
            </a:extLst>
          </p:cNvPr>
          <p:cNvSpPr txBox="1">
            <a:spLocks/>
          </p:cNvSpPr>
          <p:nvPr/>
        </p:nvSpPr>
        <p:spPr bwMode="auto">
          <a:xfrm>
            <a:off x="277496" y="4248353"/>
            <a:ext cx="4439596" cy="108772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solidFill>
                  <a:schemeClr val="tx1"/>
                </a:solidFill>
                <a:latin typeface="Arial" pitchFamily="34" charset="0"/>
                <a:ea typeface="+mn-ea"/>
                <a:cs typeface="Arial" pitchFamily="34" charset="0"/>
              </a:defRPr>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r>
              <a:rPr lang="en-US" sz="1200" b="1" dirty="0"/>
              <a:t>(Artificial) Neural Networks (NN, Part of ML)</a:t>
            </a:r>
            <a:r>
              <a:rPr lang="en-US" sz="1200" b="1" kern="0" dirty="0"/>
              <a:t>:</a:t>
            </a:r>
          </a:p>
          <a:p>
            <a:pPr marL="285750" indent="-285750">
              <a:buFont typeface="Arial" panose="020B0604020202020204" pitchFamily="34" charset="0"/>
              <a:buChar char="•"/>
            </a:pPr>
            <a:r>
              <a:rPr lang="en-US" sz="1200" kern="0" dirty="0"/>
              <a:t>Mimics human brains</a:t>
            </a:r>
          </a:p>
          <a:p>
            <a:pPr marL="285750" indent="-285750">
              <a:buFont typeface="Arial" panose="020B0604020202020204" pitchFamily="34" charset="0"/>
              <a:buChar char="•"/>
            </a:pPr>
            <a:r>
              <a:rPr lang="en-US" sz="1200" kern="0" dirty="0"/>
              <a:t>Inputs and Outputs are connected by “Hidden Layers”</a:t>
            </a:r>
          </a:p>
          <a:p>
            <a:pPr marL="285750" indent="-285750">
              <a:buFont typeface="Arial" panose="020B0604020202020204" pitchFamily="34" charset="0"/>
              <a:buChar char="•"/>
            </a:pPr>
            <a:r>
              <a:rPr lang="en-US" sz="1200" kern="0" dirty="0"/>
              <a:t>Hidden Layers consist of “Neurons”: little calculation models adding up inputs to an output</a:t>
            </a:r>
          </a:p>
          <a:p>
            <a:pPr marL="285750" indent="-285750">
              <a:buFont typeface="Arial" panose="020B0604020202020204" pitchFamily="34" charset="0"/>
              <a:buChar char="•"/>
            </a:pPr>
            <a:r>
              <a:rPr lang="en-US" sz="1200" kern="0" dirty="0"/>
              <a:t>Calculations take many or all inputs into account</a:t>
            </a:r>
          </a:p>
          <a:p>
            <a:pPr marL="285750" indent="-285750">
              <a:buFont typeface="Arial" panose="020B0604020202020204" pitchFamily="34" charset="0"/>
              <a:buChar char="•"/>
            </a:pPr>
            <a:r>
              <a:rPr lang="en-US" sz="1200" kern="0" dirty="0"/>
              <a:t>“Activation function” prioritizes output of each neuron</a:t>
            </a:r>
          </a:p>
          <a:p>
            <a:r>
              <a:rPr lang="en-US" sz="1200" b="1" dirty="0"/>
              <a:t>Deep Learning: </a:t>
            </a:r>
            <a:r>
              <a:rPr lang="en-US" sz="1200" kern="0" dirty="0"/>
              <a:t>NN with more than one hidden layer</a:t>
            </a:r>
          </a:p>
          <a:p>
            <a:r>
              <a:rPr lang="en-US" sz="1200" b="1" kern="0" dirty="0"/>
              <a:t>Examples: </a:t>
            </a:r>
            <a:r>
              <a:rPr lang="en-US" sz="1200" kern="0" dirty="0"/>
              <a:t>Speech and picture recognition</a:t>
            </a:r>
          </a:p>
          <a:p>
            <a:pPr lvl="2" indent="0">
              <a:buNone/>
            </a:pPr>
            <a:endParaRPr lang="en-US" sz="1200" kern="0" dirty="0"/>
          </a:p>
          <a:p>
            <a:pPr marL="644525" lvl="2" indent="-285750">
              <a:buFont typeface="Arial" panose="020B0604020202020204" pitchFamily="34" charset="0"/>
              <a:buChar char="•"/>
            </a:pPr>
            <a:endParaRPr lang="en-US" sz="1200" kern="0" dirty="0"/>
          </a:p>
          <a:p>
            <a:pPr marL="285750" indent="-285750">
              <a:buFont typeface="Arial" pitchFamily="34" charset="0"/>
              <a:buChar char="•"/>
            </a:pPr>
            <a:endParaRPr lang="en-US" sz="1200" kern="0" dirty="0"/>
          </a:p>
        </p:txBody>
      </p:sp>
      <p:sp>
        <p:nvSpPr>
          <p:cNvPr id="11" name="Textfeld 10">
            <a:extLst>
              <a:ext uri="{FF2B5EF4-FFF2-40B4-BE49-F238E27FC236}">
                <a16:creationId xmlns:a16="http://schemas.microsoft.com/office/drawing/2014/main" id="{B259CB73-127B-4153-8F73-F29DB89DA754}"/>
              </a:ext>
            </a:extLst>
          </p:cNvPr>
          <p:cNvSpPr txBox="1"/>
          <p:nvPr/>
        </p:nvSpPr>
        <p:spPr>
          <a:xfrm>
            <a:off x="1670821" y="6227137"/>
            <a:ext cx="8167726" cy="215444"/>
          </a:xfrm>
          <a:prstGeom prst="rect">
            <a:avLst/>
          </a:prstGeom>
          <a:noFill/>
        </p:spPr>
        <p:txBody>
          <a:bodyPr wrap="square">
            <a:spAutoFit/>
          </a:bodyPr>
          <a:lstStyle/>
          <a:p>
            <a:r>
              <a:rPr lang="en-US" sz="800" dirty="0">
                <a:solidFill>
                  <a:schemeClr val="tx1"/>
                </a:solidFill>
              </a:rPr>
              <a:t>Sources include: </a:t>
            </a:r>
            <a:r>
              <a:rPr lang="en-US" sz="800" dirty="0">
                <a:solidFill>
                  <a:schemeClr val="tx1"/>
                </a:solidFill>
                <a:hlinkClick r:id="rId4"/>
              </a:rPr>
              <a:t>https://pub.towardsai.net/differences-between-ai-and-machine-learning-and-why-it-matters-1255b182fc6</a:t>
            </a:r>
            <a:r>
              <a:rPr lang="en-US" sz="800" dirty="0">
                <a:solidFill>
                  <a:schemeClr val="tx1"/>
                </a:solidFill>
              </a:rPr>
              <a:t> </a:t>
            </a:r>
          </a:p>
        </p:txBody>
      </p:sp>
      <p:pic>
        <p:nvPicPr>
          <p:cNvPr id="3" name="Grafik 2">
            <a:extLst>
              <a:ext uri="{FF2B5EF4-FFF2-40B4-BE49-F238E27FC236}">
                <a16:creationId xmlns:a16="http://schemas.microsoft.com/office/drawing/2014/main" id="{DAD3B8C0-D9E1-4EA8-A7F7-072DEC61EED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0050798" y="4202489"/>
            <a:ext cx="1891902" cy="1261268"/>
          </a:xfrm>
          <a:prstGeom prst="rect">
            <a:avLst/>
          </a:prstGeom>
          <a:ln>
            <a:solidFill>
              <a:schemeClr val="accent1"/>
            </a:solidFill>
          </a:ln>
        </p:spPr>
      </p:pic>
      <p:pic>
        <p:nvPicPr>
          <p:cNvPr id="8" name="Grafik 7">
            <a:extLst>
              <a:ext uri="{FF2B5EF4-FFF2-40B4-BE49-F238E27FC236}">
                <a16:creationId xmlns:a16="http://schemas.microsoft.com/office/drawing/2014/main" id="{9F30E825-C692-451C-9306-D461A98290F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848113" y="2630255"/>
            <a:ext cx="2060695" cy="1332284"/>
          </a:xfrm>
          <a:prstGeom prst="rect">
            <a:avLst/>
          </a:prstGeom>
          <a:ln>
            <a:solidFill>
              <a:schemeClr val="accent1"/>
            </a:solidFill>
          </a:ln>
        </p:spPr>
      </p:pic>
      <p:pic>
        <p:nvPicPr>
          <p:cNvPr id="52" name="Grafik 51">
            <a:extLst>
              <a:ext uri="{FF2B5EF4-FFF2-40B4-BE49-F238E27FC236}">
                <a16:creationId xmlns:a16="http://schemas.microsoft.com/office/drawing/2014/main" id="{761499D1-003A-4A07-A100-5B7E016EF13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48113" y="4248353"/>
            <a:ext cx="2060696" cy="1913908"/>
          </a:xfrm>
          <a:prstGeom prst="rect">
            <a:avLst/>
          </a:prstGeom>
          <a:ln>
            <a:solidFill>
              <a:schemeClr val="accent1"/>
            </a:solidFill>
          </a:ln>
        </p:spPr>
      </p:pic>
      <p:pic>
        <p:nvPicPr>
          <p:cNvPr id="13" name="Grafik 12">
            <a:extLst>
              <a:ext uri="{FF2B5EF4-FFF2-40B4-BE49-F238E27FC236}">
                <a16:creationId xmlns:a16="http://schemas.microsoft.com/office/drawing/2014/main" id="{BC05EA19-4B7A-4720-8019-00AFE006B54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0199412" y="1256637"/>
            <a:ext cx="1743287" cy="1162191"/>
          </a:xfrm>
          <a:prstGeom prst="rect">
            <a:avLst/>
          </a:prstGeom>
        </p:spPr>
      </p:pic>
      <p:sp>
        <p:nvSpPr>
          <p:cNvPr id="15" name="Textfeld 14">
            <a:extLst>
              <a:ext uri="{FF2B5EF4-FFF2-40B4-BE49-F238E27FC236}">
                <a16:creationId xmlns:a16="http://schemas.microsoft.com/office/drawing/2014/main" id="{6AC54289-1075-4A48-9359-8974969EB406}"/>
              </a:ext>
            </a:extLst>
          </p:cNvPr>
          <p:cNvSpPr txBox="1"/>
          <p:nvPr/>
        </p:nvSpPr>
        <p:spPr>
          <a:xfrm>
            <a:off x="3132239" y="6442581"/>
            <a:ext cx="6322978" cy="215444"/>
          </a:xfrm>
          <a:prstGeom prst="rect">
            <a:avLst/>
          </a:prstGeom>
          <a:noFill/>
        </p:spPr>
        <p:txBody>
          <a:bodyPr wrap="square">
            <a:spAutoFit/>
          </a:bodyPr>
          <a:lstStyle/>
          <a:p>
            <a:r>
              <a:rPr lang="de-DE" sz="800" u="sng" dirty="0">
                <a:solidFill>
                  <a:srgbClr val="0000FF"/>
                </a:solidFill>
                <a:effectLst/>
                <a:latin typeface="Calibri" panose="020F0502020204030204" pitchFamily="34" charset="0"/>
                <a:ea typeface="Calibri" panose="020F0502020204030204" pitchFamily="34" charset="0"/>
                <a:hlinkClick r:id="rId9"/>
              </a:rPr>
              <a:t>https://www.ibm.com/cloud/blog/ai-vs-machine-learning-vs-deep-learning-vs-neural-networks</a:t>
            </a:r>
            <a:r>
              <a:rPr lang="de-DE" sz="800" dirty="0">
                <a:effectLst/>
                <a:latin typeface="Calibri" panose="020F0502020204030204" pitchFamily="34" charset="0"/>
                <a:ea typeface="Calibri" panose="020F0502020204030204" pitchFamily="34" charset="0"/>
              </a:rPr>
              <a:t> </a:t>
            </a:r>
          </a:p>
        </p:txBody>
      </p:sp>
    </p:spTree>
    <p:extLst>
      <p:ext uri="{BB962C8B-B14F-4D97-AF65-F5344CB8AC3E}">
        <p14:creationId xmlns:p14="http://schemas.microsoft.com/office/powerpoint/2010/main" val="23246665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16F536-ED44-43F5-9F0F-986E515A09FB}"/>
              </a:ext>
            </a:extLst>
          </p:cNvPr>
          <p:cNvSpPr>
            <a:spLocks noGrp="1"/>
          </p:cNvSpPr>
          <p:nvPr>
            <p:ph type="title"/>
          </p:nvPr>
        </p:nvSpPr>
        <p:spPr/>
        <p:txBody>
          <a:bodyPr/>
          <a:lstStyle/>
          <a:p>
            <a:r>
              <a:rPr lang="en-US"/>
              <a:t>What Could Be an Application in Your Business?</a:t>
            </a:r>
          </a:p>
        </p:txBody>
      </p:sp>
      <p:pic>
        <p:nvPicPr>
          <p:cNvPr id="10" name="Grafik 9">
            <a:extLst>
              <a:ext uri="{FF2B5EF4-FFF2-40B4-BE49-F238E27FC236}">
                <a16:creationId xmlns:a16="http://schemas.microsoft.com/office/drawing/2014/main" id="{07A95160-1D11-4C21-8D79-CBB232D10372}"/>
              </a:ext>
            </a:extLst>
          </p:cNvPr>
          <p:cNvPicPr>
            <a:picLocks noChangeAspect="1"/>
          </p:cNvPicPr>
          <p:nvPr/>
        </p:nvPicPr>
        <p:blipFill>
          <a:blip r:embed="rId2"/>
          <a:stretch>
            <a:fillRect/>
          </a:stretch>
        </p:blipFill>
        <p:spPr>
          <a:xfrm>
            <a:off x="664969" y="1592796"/>
            <a:ext cx="3438525" cy="866775"/>
          </a:xfrm>
          <a:prstGeom prst="rect">
            <a:avLst/>
          </a:prstGeom>
        </p:spPr>
      </p:pic>
      <p:pic>
        <p:nvPicPr>
          <p:cNvPr id="11" name="Grafik 10">
            <a:extLst>
              <a:ext uri="{FF2B5EF4-FFF2-40B4-BE49-F238E27FC236}">
                <a16:creationId xmlns:a16="http://schemas.microsoft.com/office/drawing/2014/main" id="{94B0AD8A-CDEF-4167-BC09-FA68FA382BF0}"/>
              </a:ext>
            </a:extLst>
          </p:cNvPr>
          <p:cNvPicPr>
            <a:picLocks noChangeAspect="1"/>
          </p:cNvPicPr>
          <p:nvPr/>
        </p:nvPicPr>
        <p:blipFill>
          <a:blip r:embed="rId3"/>
          <a:stretch>
            <a:fillRect/>
          </a:stretch>
        </p:blipFill>
        <p:spPr>
          <a:xfrm>
            <a:off x="4371987" y="1334947"/>
            <a:ext cx="1409700" cy="838200"/>
          </a:xfrm>
          <a:prstGeom prst="rect">
            <a:avLst/>
          </a:prstGeom>
        </p:spPr>
      </p:pic>
      <p:pic>
        <p:nvPicPr>
          <p:cNvPr id="12" name="Grafik 11">
            <a:extLst>
              <a:ext uri="{FF2B5EF4-FFF2-40B4-BE49-F238E27FC236}">
                <a16:creationId xmlns:a16="http://schemas.microsoft.com/office/drawing/2014/main" id="{5970C568-0ED1-4270-B6D2-2205612D3D18}"/>
              </a:ext>
            </a:extLst>
          </p:cNvPr>
          <p:cNvPicPr>
            <a:picLocks noChangeAspect="1"/>
          </p:cNvPicPr>
          <p:nvPr/>
        </p:nvPicPr>
        <p:blipFill>
          <a:blip r:embed="rId4"/>
          <a:stretch>
            <a:fillRect/>
          </a:stretch>
        </p:blipFill>
        <p:spPr>
          <a:xfrm>
            <a:off x="121864" y="2640027"/>
            <a:ext cx="2905125" cy="752475"/>
          </a:xfrm>
          <a:prstGeom prst="rect">
            <a:avLst/>
          </a:prstGeom>
        </p:spPr>
      </p:pic>
      <p:pic>
        <p:nvPicPr>
          <p:cNvPr id="13" name="Grafik 12">
            <a:extLst>
              <a:ext uri="{FF2B5EF4-FFF2-40B4-BE49-F238E27FC236}">
                <a16:creationId xmlns:a16="http://schemas.microsoft.com/office/drawing/2014/main" id="{928C75D0-AE44-40E4-B964-FBDB7790403F}"/>
              </a:ext>
            </a:extLst>
          </p:cNvPr>
          <p:cNvPicPr>
            <a:picLocks noChangeAspect="1"/>
          </p:cNvPicPr>
          <p:nvPr/>
        </p:nvPicPr>
        <p:blipFill>
          <a:blip r:embed="rId5"/>
          <a:stretch>
            <a:fillRect/>
          </a:stretch>
        </p:blipFill>
        <p:spPr>
          <a:xfrm>
            <a:off x="3084766" y="2455492"/>
            <a:ext cx="1647825" cy="847725"/>
          </a:xfrm>
          <a:prstGeom prst="rect">
            <a:avLst/>
          </a:prstGeom>
        </p:spPr>
      </p:pic>
      <p:pic>
        <p:nvPicPr>
          <p:cNvPr id="14" name="Grafik 13">
            <a:extLst>
              <a:ext uri="{FF2B5EF4-FFF2-40B4-BE49-F238E27FC236}">
                <a16:creationId xmlns:a16="http://schemas.microsoft.com/office/drawing/2014/main" id="{E4EF361B-2E8F-4CF6-AE88-357693B57EB0}"/>
              </a:ext>
            </a:extLst>
          </p:cNvPr>
          <p:cNvPicPr>
            <a:picLocks noChangeAspect="1"/>
          </p:cNvPicPr>
          <p:nvPr/>
        </p:nvPicPr>
        <p:blipFill>
          <a:blip r:embed="rId6"/>
          <a:stretch>
            <a:fillRect/>
          </a:stretch>
        </p:blipFill>
        <p:spPr>
          <a:xfrm>
            <a:off x="304180" y="3600284"/>
            <a:ext cx="3057525" cy="1133475"/>
          </a:xfrm>
          <a:prstGeom prst="rect">
            <a:avLst/>
          </a:prstGeom>
        </p:spPr>
      </p:pic>
      <p:pic>
        <p:nvPicPr>
          <p:cNvPr id="15" name="Grafik 14">
            <a:extLst>
              <a:ext uri="{FF2B5EF4-FFF2-40B4-BE49-F238E27FC236}">
                <a16:creationId xmlns:a16="http://schemas.microsoft.com/office/drawing/2014/main" id="{BA2EE134-BCD3-4AD0-A330-FDA71BAC39CD}"/>
              </a:ext>
            </a:extLst>
          </p:cNvPr>
          <p:cNvPicPr>
            <a:picLocks noChangeAspect="1"/>
          </p:cNvPicPr>
          <p:nvPr/>
        </p:nvPicPr>
        <p:blipFill>
          <a:blip r:embed="rId7"/>
          <a:stretch>
            <a:fillRect/>
          </a:stretch>
        </p:blipFill>
        <p:spPr>
          <a:xfrm>
            <a:off x="6010287" y="1073683"/>
            <a:ext cx="2943225" cy="1038225"/>
          </a:xfrm>
          <a:prstGeom prst="rect">
            <a:avLst/>
          </a:prstGeom>
        </p:spPr>
      </p:pic>
      <p:pic>
        <p:nvPicPr>
          <p:cNvPr id="16" name="Grafik 15">
            <a:extLst>
              <a:ext uri="{FF2B5EF4-FFF2-40B4-BE49-F238E27FC236}">
                <a16:creationId xmlns:a16="http://schemas.microsoft.com/office/drawing/2014/main" id="{858F7B6E-52D8-46A0-83CF-656C95E4EADD}"/>
              </a:ext>
            </a:extLst>
          </p:cNvPr>
          <p:cNvPicPr>
            <a:picLocks noChangeAspect="1"/>
          </p:cNvPicPr>
          <p:nvPr/>
        </p:nvPicPr>
        <p:blipFill>
          <a:blip r:embed="rId8"/>
          <a:stretch>
            <a:fillRect/>
          </a:stretch>
        </p:blipFill>
        <p:spPr>
          <a:xfrm>
            <a:off x="4701427" y="2308891"/>
            <a:ext cx="1866900" cy="847725"/>
          </a:xfrm>
          <a:prstGeom prst="rect">
            <a:avLst/>
          </a:prstGeom>
        </p:spPr>
      </p:pic>
      <p:pic>
        <p:nvPicPr>
          <p:cNvPr id="17" name="Grafik 16">
            <a:extLst>
              <a:ext uri="{FF2B5EF4-FFF2-40B4-BE49-F238E27FC236}">
                <a16:creationId xmlns:a16="http://schemas.microsoft.com/office/drawing/2014/main" id="{8243EA78-F3E7-4E75-9297-6D99520BB7D4}"/>
              </a:ext>
            </a:extLst>
          </p:cNvPr>
          <p:cNvPicPr>
            <a:picLocks noChangeAspect="1"/>
          </p:cNvPicPr>
          <p:nvPr/>
        </p:nvPicPr>
        <p:blipFill>
          <a:blip r:embed="rId9"/>
          <a:stretch>
            <a:fillRect/>
          </a:stretch>
        </p:blipFill>
        <p:spPr>
          <a:xfrm>
            <a:off x="3502507" y="3426794"/>
            <a:ext cx="1819275" cy="571500"/>
          </a:xfrm>
          <a:prstGeom prst="rect">
            <a:avLst/>
          </a:prstGeom>
        </p:spPr>
      </p:pic>
      <p:pic>
        <p:nvPicPr>
          <p:cNvPr id="18" name="Grafik 17">
            <a:extLst>
              <a:ext uri="{FF2B5EF4-FFF2-40B4-BE49-F238E27FC236}">
                <a16:creationId xmlns:a16="http://schemas.microsoft.com/office/drawing/2014/main" id="{78D2E144-446F-492F-9D57-13E72D5D494A}"/>
              </a:ext>
            </a:extLst>
          </p:cNvPr>
          <p:cNvPicPr>
            <a:picLocks noChangeAspect="1"/>
          </p:cNvPicPr>
          <p:nvPr/>
        </p:nvPicPr>
        <p:blipFill>
          <a:blip r:embed="rId10"/>
          <a:stretch>
            <a:fillRect/>
          </a:stretch>
        </p:blipFill>
        <p:spPr>
          <a:xfrm>
            <a:off x="9096387" y="1537366"/>
            <a:ext cx="2657475" cy="771525"/>
          </a:xfrm>
          <a:prstGeom prst="rect">
            <a:avLst/>
          </a:prstGeom>
        </p:spPr>
      </p:pic>
      <p:pic>
        <p:nvPicPr>
          <p:cNvPr id="19" name="Grafik 18">
            <a:extLst>
              <a:ext uri="{FF2B5EF4-FFF2-40B4-BE49-F238E27FC236}">
                <a16:creationId xmlns:a16="http://schemas.microsoft.com/office/drawing/2014/main" id="{CF436D68-3BFE-4E34-8058-BFCD961ED0E4}"/>
              </a:ext>
            </a:extLst>
          </p:cNvPr>
          <p:cNvPicPr>
            <a:picLocks noChangeAspect="1"/>
          </p:cNvPicPr>
          <p:nvPr/>
        </p:nvPicPr>
        <p:blipFill>
          <a:blip r:embed="rId11"/>
          <a:stretch>
            <a:fillRect/>
          </a:stretch>
        </p:blipFill>
        <p:spPr>
          <a:xfrm>
            <a:off x="6577440" y="2117489"/>
            <a:ext cx="3228975" cy="790575"/>
          </a:xfrm>
          <a:prstGeom prst="rect">
            <a:avLst/>
          </a:prstGeom>
        </p:spPr>
      </p:pic>
      <p:pic>
        <p:nvPicPr>
          <p:cNvPr id="20" name="Grafik 19">
            <a:extLst>
              <a:ext uri="{FF2B5EF4-FFF2-40B4-BE49-F238E27FC236}">
                <a16:creationId xmlns:a16="http://schemas.microsoft.com/office/drawing/2014/main" id="{936EC222-FC67-4FF0-9D20-E4017CA4BB9C}"/>
              </a:ext>
            </a:extLst>
          </p:cNvPr>
          <p:cNvPicPr>
            <a:picLocks noChangeAspect="1"/>
          </p:cNvPicPr>
          <p:nvPr/>
        </p:nvPicPr>
        <p:blipFill>
          <a:blip r:embed="rId12"/>
          <a:stretch>
            <a:fillRect/>
          </a:stretch>
        </p:blipFill>
        <p:spPr>
          <a:xfrm>
            <a:off x="5696787" y="3172172"/>
            <a:ext cx="3171825" cy="781050"/>
          </a:xfrm>
          <a:prstGeom prst="rect">
            <a:avLst/>
          </a:prstGeom>
        </p:spPr>
      </p:pic>
      <p:pic>
        <p:nvPicPr>
          <p:cNvPr id="21" name="Grafik 20">
            <a:extLst>
              <a:ext uri="{FF2B5EF4-FFF2-40B4-BE49-F238E27FC236}">
                <a16:creationId xmlns:a16="http://schemas.microsoft.com/office/drawing/2014/main" id="{C1659025-B1FC-45E6-A1D6-D1D2B7DE68DA}"/>
              </a:ext>
            </a:extLst>
          </p:cNvPr>
          <p:cNvPicPr>
            <a:picLocks noChangeAspect="1"/>
          </p:cNvPicPr>
          <p:nvPr/>
        </p:nvPicPr>
        <p:blipFill>
          <a:blip r:embed="rId13"/>
          <a:stretch>
            <a:fillRect/>
          </a:stretch>
        </p:blipFill>
        <p:spPr>
          <a:xfrm>
            <a:off x="3377698" y="4102081"/>
            <a:ext cx="2876550" cy="819150"/>
          </a:xfrm>
          <a:prstGeom prst="rect">
            <a:avLst/>
          </a:prstGeom>
        </p:spPr>
      </p:pic>
      <p:pic>
        <p:nvPicPr>
          <p:cNvPr id="22" name="Grafik 21">
            <a:extLst>
              <a:ext uri="{FF2B5EF4-FFF2-40B4-BE49-F238E27FC236}">
                <a16:creationId xmlns:a16="http://schemas.microsoft.com/office/drawing/2014/main" id="{A7175C21-8487-4A14-B3EC-AC5921CFC5B8}"/>
              </a:ext>
            </a:extLst>
          </p:cNvPr>
          <p:cNvPicPr>
            <a:picLocks noChangeAspect="1"/>
          </p:cNvPicPr>
          <p:nvPr/>
        </p:nvPicPr>
        <p:blipFill>
          <a:blip r:embed="rId14"/>
          <a:stretch>
            <a:fillRect/>
          </a:stretch>
        </p:blipFill>
        <p:spPr>
          <a:xfrm>
            <a:off x="702452" y="4702754"/>
            <a:ext cx="2190750" cy="1533525"/>
          </a:xfrm>
          <a:prstGeom prst="rect">
            <a:avLst/>
          </a:prstGeom>
        </p:spPr>
      </p:pic>
      <p:pic>
        <p:nvPicPr>
          <p:cNvPr id="23" name="Grafik 22">
            <a:extLst>
              <a:ext uri="{FF2B5EF4-FFF2-40B4-BE49-F238E27FC236}">
                <a16:creationId xmlns:a16="http://schemas.microsoft.com/office/drawing/2014/main" id="{AAE6CD36-66B8-4438-AF63-252130B37F09}"/>
              </a:ext>
            </a:extLst>
          </p:cNvPr>
          <p:cNvPicPr>
            <a:picLocks noChangeAspect="1"/>
          </p:cNvPicPr>
          <p:nvPr/>
        </p:nvPicPr>
        <p:blipFill>
          <a:blip r:embed="rId15"/>
          <a:stretch>
            <a:fillRect/>
          </a:stretch>
        </p:blipFill>
        <p:spPr>
          <a:xfrm>
            <a:off x="9096387" y="2750958"/>
            <a:ext cx="2514600" cy="1019175"/>
          </a:xfrm>
          <a:prstGeom prst="rect">
            <a:avLst/>
          </a:prstGeom>
        </p:spPr>
      </p:pic>
      <p:pic>
        <p:nvPicPr>
          <p:cNvPr id="24" name="Grafik 23">
            <a:extLst>
              <a:ext uri="{FF2B5EF4-FFF2-40B4-BE49-F238E27FC236}">
                <a16:creationId xmlns:a16="http://schemas.microsoft.com/office/drawing/2014/main" id="{228DF32B-2C0F-4BF5-9DD1-9141C35FC2F0}"/>
              </a:ext>
            </a:extLst>
          </p:cNvPr>
          <p:cNvPicPr>
            <a:picLocks noChangeAspect="1"/>
          </p:cNvPicPr>
          <p:nvPr/>
        </p:nvPicPr>
        <p:blipFill>
          <a:blip r:embed="rId16"/>
          <a:stretch>
            <a:fillRect/>
          </a:stretch>
        </p:blipFill>
        <p:spPr>
          <a:xfrm>
            <a:off x="3102168" y="5909197"/>
            <a:ext cx="1390650" cy="790575"/>
          </a:xfrm>
          <a:prstGeom prst="rect">
            <a:avLst/>
          </a:prstGeom>
        </p:spPr>
      </p:pic>
      <p:pic>
        <p:nvPicPr>
          <p:cNvPr id="25" name="Grafik 24">
            <a:extLst>
              <a:ext uri="{FF2B5EF4-FFF2-40B4-BE49-F238E27FC236}">
                <a16:creationId xmlns:a16="http://schemas.microsoft.com/office/drawing/2014/main" id="{BAF8A795-2A8C-4F1B-A2A5-DAA9FE92E6EC}"/>
              </a:ext>
            </a:extLst>
          </p:cNvPr>
          <p:cNvPicPr>
            <a:picLocks noChangeAspect="1"/>
          </p:cNvPicPr>
          <p:nvPr/>
        </p:nvPicPr>
        <p:blipFill>
          <a:blip r:embed="rId17"/>
          <a:stretch>
            <a:fillRect/>
          </a:stretch>
        </p:blipFill>
        <p:spPr>
          <a:xfrm>
            <a:off x="3063640" y="5025018"/>
            <a:ext cx="2486025" cy="742950"/>
          </a:xfrm>
          <a:prstGeom prst="rect">
            <a:avLst/>
          </a:prstGeom>
        </p:spPr>
      </p:pic>
      <p:pic>
        <p:nvPicPr>
          <p:cNvPr id="26" name="Grafik 25">
            <a:extLst>
              <a:ext uri="{FF2B5EF4-FFF2-40B4-BE49-F238E27FC236}">
                <a16:creationId xmlns:a16="http://schemas.microsoft.com/office/drawing/2014/main" id="{7F5C4E22-748B-4BA3-B7D4-EFE0AE6B6E8F}"/>
              </a:ext>
            </a:extLst>
          </p:cNvPr>
          <p:cNvPicPr>
            <a:picLocks noChangeAspect="1"/>
          </p:cNvPicPr>
          <p:nvPr/>
        </p:nvPicPr>
        <p:blipFill>
          <a:blip r:embed="rId18"/>
          <a:stretch>
            <a:fillRect/>
          </a:stretch>
        </p:blipFill>
        <p:spPr>
          <a:xfrm>
            <a:off x="2382698" y="1167581"/>
            <a:ext cx="1905000" cy="361950"/>
          </a:xfrm>
          <a:prstGeom prst="rect">
            <a:avLst/>
          </a:prstGeom>
        </p:spPr>
      </p:pic>
      <p:pic>
        <p:nvPicPr>
          <p:cNvPr id="27" name="Grafik 26">
            <a:extLst>
              <a:ext uri="{FF2B5EF4-FFF2-40B4-BE49-F238E27FC236}">
                <a16:creationId xmlns:a16="http://schemas.microsoft.com/office/drawing/2014/main" id="{E4D69A02-BADD-4580-A7ED-DF086F64F14B}"/>
              </a:ext>
            </a:extLst>
          </p:cNvPr>
          <p:cNvPicPr>
            <a:picLocks noChangeAspect="1"/>
          </p:cNvPicPr>
          <p:nvPr/>
        </p:nvPicPr>
        <p:blipFill>
          <a:blip r:embed="rId19"/>
          <a:stretch>
            <a:fillRect/>
          </a:stretch>
        </p:blipFill>
        <p:spPr>
          <a:xfrm>
            <a:off x="5756755" y="4873758"/>
            <a:ext cx="2257425" cy="923925"/>
          </a:xfrm>
          <a:prstGeom prst="rect">
            <a:avLst/>
          </a:prstGeom>
        </p:spPr>
      </p:pic>
      <p:pic>
        <p:nvPicPr>
          <p:cNvPr id="29" name="Grafik 28">
            <a:extLst>
              <a:ext uri="{FF2B5EF4-FFF2-40B4-BE49-F238E27FC236}">
                <a16:creationId xmlns:a16="http://schemas.microsoft.com/office/drawing/2014/main" id="{1A6F9B7C-5543-4EB2-A43B-703F86D9F45D}"/>
              </a:ext>
            </a:extLst>
          </p:cNvPr>
          <p:cNvPicPr>
            <a:picLocks noChangeAspect="1"/>
          </p:cNvPicPr>
          <p:nvPr/>
        </p:nvPicPr>
        <p:blipFill>
          <a:blip r:embed="rId20"/>
          <a:stretch>
            <a:fillRect/>
          </a:stretch>
        </p:blipFill>
        <p:spPr>
          <a:xfrm>
            <a:off x="8233533" y="5120069"/>
            <a:ext cx="3914775" cy="1066800"/>
          </a:xfrm>
          <a:prstGeom prst="rect">
            <a:avLst/>
          </a:prstGeom>
        </p:spPr>
      </p:pic>
      <p:pic>
        <p:nvPicPr>
          <p:cNvPr id="30" name="Grafik 29">
            <a:extLst>
              <a:ext uri="{FF2B5EF4-FFF2-40B4-BE49-F238E27FC236}">
                <a16:creationId xmlns:a16="http://schemas.microsoft.com/office/drawing/2014/main" id="{2D8CC7B8-7198-48F9-B890-51C203768368}"/>
              </a:ext>
            </a:extLst>
          </p:cNvPr>
          <p:cNvPicPr>
            <a:picLocks noChangeAspect="1"/>
          </p:cNvPicPr>
          <p:nvPr/>
        </p:nvPicPr>
        <p:blipFill>
          <a:blip r:embed="rId21"/>
          <a:stretch>
            <a:fillRect/>
          </a:stretch>
        </p:blipFill>
        <p:spPr>
          <a:xfrm>
            <a:off x="4511872" y="5943242"/>
            <a:ext cx="4000500" cy="752475"/>
          </a:xfrm>
          <a:prstGeom prst="rect">
            <a:avLst/>
          </a:prstGeom>
        </p:spPr>
      </p:pic>
      <p:pic>
        <p:nvPicPr>
          <p:cNvPr id="31" name="Grafik 30">
            <a:extLst>
              <a:ext uri="{FF2B5EF4-FFF2-40B4-BE49-F238E27FC236}">
                <a16:creationId xmlns:a16="http://schemas.microsoft.com/office/drawing/2014/main" id="{041156BD-D93C-464B-AEC3-E5FC0B17280C}"/>
              </a:ext>
            </a:extLst>
          </p:cNvPr>
          <p:cNvPicPr>
            <a:picLocks noChangeAspect="1"/>
          </p:cNvPicPr>
          <p:nvPr/>
        </p:nvPicPr>
        <p:blipFill>
          <a:blip r:embed="rId22"/>
          <a:stretch>
            <a:fillRect/>
          </a:stretch>
        </p:blipFill>
        <p:spPr>
          <a:xfrm>
            <a:off x="9364402" y="3914279"/>
            <a:ext cx="2647950" cy="1181100"/>
          </a:xfrm>
          <a:prstGeom prst="rect">
            <a:avLst/>
          </a:prstGeom>
        </p:spPr>
      </p:pic>
      <p:pic>
        <p:nvPicPr>
          <p:cNvPr id="28" name="Grafik 27">
            <a:extLst>
              <a:ext uri="{FF2B5EF4-FFF2-40B4-BE49-F238E27FC236}">
                <a16:creationId xmlns:a16="http://schemas.microsoft.com/office/drawing/2014/main" id="{8D2B9EF1-A2C9-4C7C-9F01-54FCE1DECC27}"/>
              </a:ext>
            </a:extLst>
          </p:cNvPr>
          <p:cNvPicPr>
            <a:picLocks noChangeAspect="1"/>
          </p:cNvPicPr>
          <p:nvPr/>
        </p:nvPicPr>
        <p:blipFill>
          <a:blip r:embed="rId23"/>
          <a:stretch>
            <a:fillRect/>
          </a:stretch>
        </p:blipFill>
        <p:spPr>
          <a:xfrm>
            <a:off x="6577440" y="4136310"/>
            <a:ext cx="2676525" cy="838200"/>
          </a:xfrm>
          <a:prstGeom prst="rect">
            <a:avLst/>
          </a:prstGeom>
        </p:spPr>
      </p:pic>
    </p:spTree>
    <p:extLst>
      <p:ext uri="{BB962C8B-B14F-4D97-AF65-F5344CB8AC3E}">
        <p14:creationId xmlns:p14="http://schemas.microsoft.com/office/powerpoint/2010/main" val="4202852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B793D4-EC53-45EA-8D6A-9C397530E29D}"/>
              </a:ext>
            </a:extLst>
          </p:cNvPr>
          <p:cNvSpPr>
            <a:spLocks noGrp="1"/>
          </p:cNvSpPr>
          <p:nvPr>
            <p:ph type="title"/>
          </p:nvPr>
        </p:nvSpPr>
        <p:spPr/>
        <p:txBody>
          <a:bodyPr/>
          <a:lstStyle/>
          <a:p>
            <a:r>
              <a:rPr lang="en-US"/>
              <a:t>Please Give Us Feedback!</a:t>
            </a:r>
          </a:p>
        </p:txBody>
      </p:sp>
      <p:sp>
        <p:nvSpPr>
          <p:cNvPr id="3" name="Textfeld 2">
            <a:extLst>
              <a:ext uri="{FF2B5EF4-FFF2-40B4-BE49-F238E27FC236}">
                <a16:creationId xmlns:a16="http://schemas.microsoft.com/office/drawing/2014/main" id="{140ABB90-1C37-4037-BEEB-EA0B417705F2}"/>
              </a:ext>
            </a:extLst>
          </p:cNvPr>
          <p:cNvSpPr txBox="1"/>
          <p:nvPr/>
        </p:nvSpPr>
        <p:spPr>
          <a:xfrm>
            <a:off x="627062" y="1461922"/>
            <a:ext cx="11088687" cy="4775366"/>
          </a:xfrm>
          <a:prstGeom prst="rect">
            <a:avLst/>
          </a:prstGeom>
          <a:noFill/>
        </p:spPr>
        <p:txBody>
          <a:bodyPr wrap="square" lIns="0" tIns="0" rIns="0" bIns="0" rtlCol="0">
            <a:noAutofit/>
          </a:bodyPr>
          <a:lstStyle/>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Feedback is very important for us. This course is free, but we need to know if this is beneficial for you. </a:t>
            </a:r>
          </a:p>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Based on your feedback, we will continue to offer this, develop additional courses – or not.</a:t>
            </a:r>
          </a:p>
          <a:p>
            <a:pPr marL="171450" indent="-171450">
              <a:lnSpc>
                <a:spcPct val="110000"/>
              </a:lnSpc>
              <a:spcBef>
                <a:spcPts val="0"/>
              </a:spcBef>
              <a:buFont typeface="Arial" panose="020B0604020202020204" pitchFamily="34" charset="0"/>
              <a:buChar char="•"/>
            </a:pPr>
            <a:endParaRPr lang="en-US" dirty="0">
              <a:solidFill>
                <a:schemeClr val="tx1"/>
              </a:solidFill>
              <a:latin typeface="+mn-lt"/>
              <a:ea typeface="Arial Unicode MS" panose="020B0604020202020204" pitchFamily="34" charset="-128"/>
              <a:cs typeface="Arial Unicode MS" panose="020B0604020202020204" pitchFamily="34" charset="-128"/>
            </a:endParaRPr>
          </a:p>
          <a:p>
            <a:pPr marL="171450" indent="-171450">
              <a:lnSpc>
                <a:spcPct val="110000"/>
              </a:lnSpc>
              <a:spcBef>
                <a:spcPts val="0"/>
              </a:spcBef>
              <a:buFont typeface="Arial" panose="020B0604020202020204" pitchFamily="34" charset="0"/>
              <a:buChar char="•"/>
            </a:pPr>
            <a:r>
              <a:rPr lang="en-US" sz="1600" dirty="0">
                <a:solidFill>
                  <a:schemeClr val="tx1"/>
                </a:solidFill>
                <a:latin typeface="+mn-lt"/>
                <a:ea typeface="Arial Unicode MS" panose="020B0604020202020204" pitchFamily="34" charset="-128"/>
                <a:cs typeface="Arial Unicode MS" panose="020B0604020202020204" pitchFamily="34" charset="-128"/>
              </a:rPr>
              <a:t>Please visit at the end of this course the following website: </a:t>
            </a:r>
            <a:r>
              <a:rPr lang="en-US" u="sng" dirty="0">
                <a:hlinkClick r:id="rId2"/>
              </a:rPr>
              <a:t>https://forms.office.com/Pages/ResponsePage.aspx?id=PqlLJW8f80iQ5uJ2ZmS0d-5LdjYRShZEhN3YmsD7St9UMFZZTFFVQjFSUUxTMzhQNTM3S1hSM0ExVS4u</a:t>
            </a:r>
            <a:r>
              <a:rPr lang="en-US" u="sng" dirty="0"/>
              <a:t> </a:t>
            </a:r>
            <a:endParaRPr lang="en-US" sz="1600" dirty="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6644269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DT_VERSION" val="4.1.2.0"/>
  <p:tag name="CDT_CREATORVERSION" val="4.1.2.0"/>
  <p:tag name="CDT_TEMPLATEVERSION" val="2.0.0"/>
  <p:tag name="CDT_FONTSET" val="Arial"/>
  <p:tag name="CDT_CUSTOMER" val="Siemens_2016_16x9"/>
  <p:tag name="CDT_CUSTOMER_NAME" val="Siemens AG (Corporate Design Update 2016)"/>
  <p:tag name="CDT_LANGUAGE" val="1033"/>
</p:tagLst>
</file>

<file path=ppt/tags/tag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DELETE_ONEVENT_NEWPRES" val="False"/>
  <p:tag name="CDT_PROT" val="2"/>
  <p:tag name="CDT_PROT_TOP" val="0"/>
  <p:tag name="CDT_PROT_LEFT" val="0"/>
  <p:tag name="CDT_PROT_WIDTH" val="960,5"/>
  <p:tag name="CDT_PROT_HEIGHT" val="99,87504"/>
</p:tagLst>
</file>

<file path=ppt/tags/tag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5:0-0-326,7-960,5"/>
  <p:tag name="CDT_MASTERSHAPE2" val="11:0-0-326,7-960,5"/>
  <p:tag name="CDT_MASTERSHAPE3" val="57350:326,7-26,62496-68,50504-933,8749"/>
  <p:tag name="CDT_MASTERSHAPE4" val="57351:295,7487-26,62496-30,95134-933,8749"/>
  <p:tag name="CDT_MASTERSHAPE5" val="12:0-480,25-0,1250394-0,1250394"/>
  <p:tag name="CDT_MASTERSHAPE6" val="13:0-49,37504-76,20732-136,063"/>
  <p:tag name="CDT_MASTERSHAPE7" val="14:485,5-0-34-960,5"/>
  <p:tag name="CDT_MASTERSHAPE8" val="10:485,5-695,75-34-264,75"/>
</p:tagLst>
</file>

<file path=ppt/tags/tag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406,08-960,5"/>
  <p:tag name="CDT_MASTERSHAPE2" val="13:0-0-406,08-960,5"/>
  <p:tag name="CDT_MASTERSHAPE3" val="57350:337,575-26,62496-68,50504-933,8749"/>
  <p:tag name="CDT_MASTERSHAPE4" val="57351:406,08-26,62496-30,95134-933,8749"/>
  <p:tag name="CDT_MASTERSHAPE5" val="11:0-480,25-0,1250394-0,1250394"/>
  <p:tag name="CDT_MASTERSHAPE6" val="14:0-49,37504-76,20732-136,063"/>
  <p:tag name="CDT_MASTERSHAPE7" val="15:485,5-0-34-960,5"/>
  <p:tag name="CDT_MASTERSHAPE8" val="12:485,5-695,75-34-264,75"/>
</p:tagLst>
</file>

<file path=ppt/tags/tag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540-960,5"/>
  <p:tag name="CDT_MASTERSHAPE2" val="14:0-0-540-960,5"/>
  <p:tag name="CDT_MASTERSHAPE3" val="57350:190,6199-26,62496-99,70441-933,8749"/>
  <p:tag name="CDT_MASTERSHAPE4" val="11:0-480,25-0,1250394-0,1250394"/>
  <p:tag name="CDT_MASTERSHAPE5" val="12:0-49,37504-76,20732-136,063"/>
  <p:tag name="CDT_MASTERSHAPE6" val="15:485,5-0-34-960,5"/>
  <p:tag name="CDT_MASTERSHAPE7" val="57351:190,62-26,62504-30,95134-933,8749"/>
  <p:tag name="CDT_MASTERSHAPE8" val="13:485,5-695,75-34-264,75"/>
</p:tagLst>
</file>

<file path=ppt/tags/tag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540-960,5"/>
  <p:tag name="CDT_MASTERSHAPE2" val="14:0-0-540-960,5"/>
  <p:tag name="CDT_MASTERSHAPE3" val="57350:235,2668-26,62496-99,70441-933,8749"/>
  <p:tag name="CDT_MASTERSHAPE4" val="11:0-480,25-0,1250394-0,1250394"/>
  <p:tag name="CDT_MASTERSHAPE5" val="13:0-49,37504-76,20732-136,063"/>
  <p:tag name="CDT_MASTERSHAPE6" val="15:485,5-0-34-960,5"/>
  <p:tag name="CDT_MASTERSHAPE7" val="57351:304-26,62504-30,95134-933,8749"/>
  <p:tag name="CDT_MASTERSHAPE8" val="12:485,5-695,75-34-264,75"/>
</p:tagLst>
</file>

<file path=ppt/tags/tag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7:0-0-326,75-960,5"/>
  <p:tag name="CDT_MASTERSHAPE2" val="57350:326,7-26,62504-68,50504-933,8749"/>
  <p:tag name="CDT_MASTERSHAPE3" val="57351:295,7487-26,62504-30,95134-933,8749"/>
  <p:tag name="CDT_MASTERSHAPE4" val="6:0-480,25-0,1250394-0,1250394"/>
  <p:tag name="CDT_MASTERSHAPE5" val="8:0-809,1249-63,37504-113,375"/>
</p:tagLst>
</file>

<file path=ppt/tags/tag9.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7:0-0-406,5005-960,5"/>
  <p:tag name="CDT_MASTERSHAPE2" val="57350:337,575-26,62504-68,50504-933,8749"/>
  <p:tag name="CDT_MASTERSHAPE3" val="57351:406,08-26,62504-30,95134-933,8749"/>
  <p:tag name="CDT_MASTERSHAPE4" val="6:0-480,25-0,1250394-0,1250394"/>
  <p:tag name="CDT_MASTERSHAPE5" val="9:0-809,1249-63,37504-113,375"/>
</p:tagLst>
</file>

<file path=ppt/tags/tag10.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5:111,25-366,85-374,25-593,65"/>
  <p:tag name="CDT_MASTERSHAPE2" val="13:111,25-366,8501-374,25-593,6499"/>
  <p:tag name="CDT_MASTERSHAPE3" val="2:0-0-99,87504-960,5"/>
  <p:tag name="CDT_MASTERSHAPE4" val="11:111,25-0-374,25-355,51"/>
</p:tagLst>
</file>

<file path=ppt/tags/tag11.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13:111,25-49,37504-374,25-306,1349"/>
  <p:tag name="CDT_MASTERSHAPE3" val="5:111,25-366,85-374,25-593,65"/>
</p:tagLst>
</file>

<file path=ppt/tags/tag12.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Lst>
</file>

<file path=ppt/tags/tag13.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646,3749"/>
</p:tagLst>
</file>

<file path=ppt/tags/tag1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532,9134"/>
</p:tagLst>
</file>

<file path=ppt/tags/tag1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430,875"/>
  <p:tag name="CDT_MASTERSHAPE3" val="4:111,25-491,625-374,25-430,875"/>
</p:tagLst>
</file>

<file path=ppt/tags/tag1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646,3749"/>
  <p:tag name="CDT_MASTERSHAPE3" val="13:304-49,37504-181,5-646,3749"/>
</p:tagLst>
</file>

<file path=ppt/tags/tag1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283,5"/>
  <p:tag name="CDT_MASTERSHAPE3" val="13:111,25-344,125-374,25-283,4646"/>
  <p:tag name="CDT_MASTERSHAPE4" val="12:111,25-639,0355-374,25-283,4646"/>
</p:tagLst>
</file>

<file path=ppt/tags/tag1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430,875"/>
  <p:tag name="CDT_MASTERSHAPE3" val="4:111,25-491,625-181,375-430,875"/>
  <p:tag name="CDT_MASTERSHAPE4" val="5:304-49,37504-181,5-430,875"/>
  <p:tag name="CDT_MASTERSHAPE5" val="6:304-491,625-181,5-430,875"/>
</p:tagLst>
</file>

<file path=ppt/tags/tag19.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5:111,25-820,4528-374,25-102,0472"/>
</p:tagLst>
</file>

<file path=ppt/tags/tag20.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646,3749"/>
  <p:tag name="CDT_MASTERSHAPE3" val="5:111,25-820,4528-374,25-102,0472"/>
</p:tagLst>
</file>

<file path=ppt/tags/tag21.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532,9134"/>
  <p:tag name="CDT_MASTERSHAPE3" val="6:111,25-820,4528-374,25-102,0472"/>
</p:tagLst>
</file>

<file path=ppt/tags/tag22.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317,4803"/>
  <p:tag name="CDT_MASTERSHAPE3" val="13:111,25-378,2697-374,25-317,4803"/>
  <p:tag name="CDT_MASTERSHAPE4" val="6:111,25-820,4528-374,25-102,0472"/>
</p:tagLst>
</file>

<file path=ppt/tags/tag23.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204,0945"/>
  <p:tag name="CDT_MASTERSHAPE3" val="13:111,25-264,7559-374,25-215,4941"/>
  <p:tag name="CDT_MASTERSHAPE4" val="12:111,25-491,625-374,25-204,125"/>
  <p:tag name="CDT_MASTERSHAPE5" val="7:111,25-820,4528-374,25-102,0472"/>
</p:tagLst>
</file>

<file path=ppt/tags/tag2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646,3749"/>
  <p:tag name="CDT_MASTERSHAPE3" val="13:304-49,37504-181,5-646,3749"/>
  <p:tag name="CDT_MASTERSHAPE4" val="6:111,25-820,4528-374,25-102,0472"/>
</p:tagLst>
</file>

<file path=ppt/tags/tag2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317,4803"/>
  <p:tag name="CDT_MASTERSHAPE3" val="13:111,25-378,2696-181,375-317,4803"/>
  <p:tag name="CDT_MASTERSHAPE4" val="12:304-49,37504-181,5-317,4803"/>
  <p:tag name="CDT_MASTERSHAPE5" val="15:304-378,2697-181,5-317,4803"/>
  <p:tag name="CDT_MASTERSHAPE6" val="10:111,25-820,4528-374,25-102,0472"/>
</p:tagLst>
</file>

<file path=ppt/tags/tag2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5:0-0-99,87504-960,5"/>
  <p:tag name="CDT_MASTERSHAPE2" val="3078:0-0-99,87504-960,5"/>
  <p:tag name="CDT_MASTERSHAPE3" val="3079:111,25-49,37504-374,25-646,3749"/>
  <p:tag name="CDT_MASTERSHAPE4" val="10:0-809,1142-63,50622-113,3858"/>
  <p:tag name="CDT_MASTERSHAPE5" val="16:485,5-0-34-960,5"/>
  <p:tag name="CDT_MASTERSHAPE6" val="17:519,5-0-20,5-309,6244"/>
  <p:tag name="CDT_MASTERSHAPE7" val="18:519,5-0-20,5-138,9988"/>
  <p:tag name="CDT_MASTERSHAPE8" val="19:519,5-298,2492-20,5-662,2507"/>
  <p:tag name="CDT_MASTERSHAPE9" val="20:0-480,25-0,1250394-0,1250394"/>
  <p:tag name="CDT_MASTERSHAPE10" val="3072:0-0-0-0"/>
  <p:tag name="CDT_MASTERSHAPE11" val="3073:0-0-0-0"/>
  <p:tag name="CDT_MASTERSHAPE12" val="3074:0-0-0-0"/>
  <p:tag name="CDT_MASTERSHAPE13" val="3075:0-0-0-0"/>
  <p:tag name="CDT_MASTERSHAPE14" val="3076:0-0-0-0"/>
  <p:tag name="CDT_MASTERSHAPE15" val="3077:0-0-0-0"/>
  <p:tag name="CDT_MASTERSHAPE16" val="3080:0-0-0-0"/>
  <p:tag name="CDT_MASTERSHAPE17" val="3081:0-0-0-0"/>
  <p:tag name="CDT_MASTERSHAPE18" val="3082:0-0-0-0"/>
  <p:tag name="CDT_MASTERSHAPE19" val="3083:0-0-0-0"/>
  <p:tag name="CDT_MASTERSHAPE20" val="3084:0-0-0-0"/>
  <p:tag name="CDT_MASTERSHAPE21" val="3085:0-0-0-0"/>
  <p:tag name="CDT_MASTERSHAPE22" val="3086:0-0-0-0"/>
  <p:tag name="CDT_MASTERSHAPE23" val="3087:0-0-0-0"/>
  <p:tag name="CDT_MASTERSHAPE24" val="3088:0-0-0-0"/>
  <p:tag name="CDT_MASTERSHAPE25" val="3089:0-0-0-0"/>
  <p:tag name="CDT_MASTERSHAPE26" val="3090:0-0-0-0"/>
  <p:tag name="CDT_MASTERSHAPE27" val="3091:0-0-0-0"/>
  <p:tag name="CDT_MASTERSHAPE28" val="3092:0-0-0-0"/>
  <p:tag name="CDT_MASTERSHAPE29" val="3093:0-0-0-0"/>
  <p:tag name="CDT_MASTERSHAPE30" val="3094:0-0-0-0"/>
  <p:tag name="CDT_MASTERSHAPE31" val="3095:0-0-0-0"/>
  <p:tag name="CDT_MASTERSHAPE32" val="3096:0-0-0-0"/>
</p:tagLst>
</file>

<file path=ppt/tags/tag27.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4"/>
  <p:tag name="CDT_TARGETSHAPE_NEW" val="1"/>
  <p:tag name="CDT_PROT" val="3"/>
  <p:tag name="CDT_PROT_TOP" val="485,5"/>
  <p:tag name="CDT_PROT_LEFT" val="0"/>
  <p:tag name="CDT_PROT_WIDTH" val="960,5"/>
  <p:tag name="CDT_PROT_HEIGHT" val="34"/>
</p:tagLst>
</file>

<file path=ppt/tags/tag28.xml><?xml version="1.0" encoding="utf-8"?>
<p:tagLst xmlns:a="http://schemas.openxmlformats.org/drawingml/2006/main" xmlns:r="http://schemas.openxmlformats.org/officeDocument/2006/relationships" xmlns:p="http://schemas.openxmlformats.org/presentationml/2006/main">
  <p:tag name="CDT_AUTODIALOG" val="1"/>
  <p:tag name="CDT_FILLFIXED" val="True"/>
  <p:tag name="CDT_LINEFIXED" val="True"/>
  <p:tag name="CDT_FILLUNVISIBLE" val="True"/>
  <p:tag name="CDT_LINEUNVISIBLE" val="True"/>
  <p:tag name="CDT_EXTCOL" val="True"/>
  <p:tag name="CDT_COLTX_NEW" val="25"/>
  <p:tag name="CDT_TARGETSHAPE_NEW" val="8"/>
  <p:tag name="CDT_PROT" val="3"/>
  <p:tag name="CDT_PROT_TOP" val="519,5"/>
  <p:tag name="CDT_PROT_LEFT" val="0"/>
  <p:tag name="CDT_PROT_WIDTH" val="309,6244"/>
  <p:tag name="CDT_PROT_HEIGHT" val="20,5"/>
</p:tagLst>
</file>

<file path=ppt/tags/tag2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5"/>
  <p:tag name="CDT_TARGETSHAPE_NEW" val="7"/>
  <p:tag name="CDT_PROT" val="3"/>
  <p:tag name="CDT_PROT_TOP" val="519,5"/>
  <p:tag name="CDT_PROT_LEFT" val="0"/>
  <p:tag name="CDT_PROT_WIDTH" val="138,9988"/>
  <p:tag name="CDT_PROT_HEIGHT" val="20,5"/>
</p:tagLst>
</file>

<file path=ppt/tags/tag30.xml><?xml version="1.0" encoding="utf-8"?>
<p:tagLst xmlns:a="http://schemas.openxmlformats.org/drawingml/2006/main" xmlns:r="http://schemas.openxmlformats.org/officeDocument/2006/relationships" xmlns:p="http://schemas.openxmlformats.org/presentationml/2006/main">
  <p:tag name="CDT_AUTODIALOG" val="1"/>
  <p:tag name="CDT_FILLFIXED" val="True"/>
  <p:tag name="CDT_LINEFIXED" val="True"/>
  <p:tag name="CDT_FILLUNVISIBLE" val="True"/>
  <p:tag name="CDT_LINEUNVISIBLE" val="True"/>
  <p:tag name="CDT_EXTCOL" val="True"/>
  <p:tag name="CDT_COLTX_NEW" val="25"/>
  <p:tag name="CDT_TARGETSHAPE_NEW" val="9"/>
  <p:tag name="CDT_PROT" val="3"/>
  <p:tag name="CDT_PROT_TOP" val="519,5"/>
  <p:tag name="CDT_PROT_LEFT" val="298,2492"/>
  <p:tag name="CDT_PROT_WIDTH" val="662,2507"/>
  <p:tag name="CDT_PROT_HEIGHT" val="20,5"/>
</p:tagLst>
</file>

<file path=ppt/tags/tag31.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4.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7.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8.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4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41.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4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4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TARGETSHAPE_NEW" val="20"/>
  <p:tag name="CDT_DELETE_ONEVENT_NEWPRES" val="False"/>
  <p:tag name="CDT_PROT" val="2"/>
  <p:tag name="CDT_PROT_TOP" val="111,25"/>
  <p:tag name="CDT_PROT_LEFT" val="366,8501"/>
  <p:tag name="CDT_PROT_WIDTH" val="593,6499"/>
  <p:tag name="CDT_PROT_HEIGHT" val="374,25"/>
</p:tagLst>
</file>

<file path=ppt/tags/tag4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4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306,1349"/>
  <p:tag name="CDT_PROT_HEIGHT" val="374,25"/>
</p:tagLst>
</file>

<file path=ppt/tags/tag4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DELETE_ONEVENT_NEWPRES" val="False"/>
  <p:tag name="CDT_PROT" val="2"/>
  <p:tag name="CDT_PROT_TOP" val="111,25"/>
  <p:tag name="CDT_PROT_LEFT" val="366,85"/>
  <p:tag name="CDT_PROT_WIDTH" val="593,65"/>
  <p:tag name="CDT_PROT_HEIGHT" val="374,25"/>
</p:tagLst>
</file>

<file path=ppt/tags/tag47.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48.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49.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50.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51.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532,9134"/>
  <p:tag name="CDT_PROT_HEIGHT" val="374,25"/>
</p:tagLst>
</file>

<file path=ppt/tags/tag52.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5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54.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1,625"/>
  <p:tag name="CDT_PROT_WIDTH" val="430,875"/>
  <p:tag name="CDT_PROT_HEIGHT" val="374,25"/>
</p:tagLst>
</file>

<file path=ppt/tags/tag5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56.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57.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58.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646,3749"/>
  <p:tag name="CDT_PROT_HEIGHT" val="181,375"/>
</p:tagLst>
</file>

<file path=ppt/tags/tag59.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646,3749"/>
  <p:tag name="CDT_PROT_HEIGHT" val="181,5"/>
</p:tagLst>
</file>

<file path=ppt/tags/tag60.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61.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283,5"/>
  <p:tag name="CDT_PROT_HEIGHT" val="374,25"/>
</p:tagLst>
</file>

<file path=ppt/tags/tag6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344,125"/>
  <p:tag name="CDT_PROT_WIDTH" val="283,4646"/>
  <p:tag name="CDT_PROT_HEIGHT" val="374,25"/>
</p:tagLst>
</file>

<file path=ppt/tags/tag6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639,0355"/>
  <p:tag name="CDT_PROT_WIDTH" val="283,4646"/>
  <p:tag name="CDT_PROT_HEIGHT" val="374,25"/>
</p:tagLst>
</file>

<file path=ppt/tags/tag6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65.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430,875"/>
  <p:tag name="CDT_PROT_HEIGHT" val="181,375"/>
</p:tagLst>
</file>

<file path=ppt/tags/tag66.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1,625"/>
  <p:tag name="CDT_PROT_WIDTH" val="430,875"/>
  <p:tag name="CDT_PROT_HEIGHT" val="181,375"/>
</p:tagLst>
</file>

<file path=ppt/tags/tag67.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430,875"/>
  <p:tag name="CDT_PROT_HEIGHT" val="181,5"/>
</p:tagLst>
</file>

<file path=ppt/tags/tag68.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1,625"/>
  <p:tag name="CDT_PROT_WIDTH" val="430,875"/>
  <p:tag name="CDT_PROT_HEIGHT" val="181,5"/>
</p:tagLst>
</file>

<file path=ppt/tags/tag69.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71.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7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7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532,9134"/>
  <p:tag name="CDT_PROT_HEIGHT" val="374,25"/>
</p:tagLst>
</file>

<file path=ppt/tags/tag7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77.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8.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317,4803"/>
  <p:tag name="CDT_PROT_HEIGHT" val="374,25"/>
</p:tagLst>
</file>

<file path=ppt/tags/tag79.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378,2697"/>
  <p:tag name="CDT_PROT_WIDTH" val="317,4803"/>
  <p:tag name="CDT_PROT_HEIGHT" val="374,25"/>
</p:tagLst>
</file>

<file path=ppt/tags/tag8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81.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8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204,0945"/>
  <p:tag name="CDT_PROT_HEIGHT" val="374,25"/>
</p:tagLst>
</file>

<file path=ppt/tags/tag8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264,7559"/>
  <p:tag name="CDT_PROT_WIDTH" val="215,4941"/>
  <p:tag name="CDT_PROT_HEIGHT" val="374,25"/>
</p:tagLst>
</file>

<file path=ppt/tags/tag84.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1,625"/>
  <p:tag name="CDT_PROT_WIDTH" val="204,125"/>
  <p:tag name="CDT_PROT_HEIGHT" val="374,25"/>
</p:tagLst>
</file>

<file path=ppt/tags/tag8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86.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87.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646,3749"/>
  <p:tag name="CDT_PROT_HEIGHT" val="181,375"/>
</p:tagLst>
</file>

<file path=ppt/tags/tag88.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646,3749"/>
  <p:tag name="CDT_PROT_HEIGHT" val="181,5"/>
</p:tagLst>
</file>

<file path=ppt/tags/tag8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90.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91.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317,4803"/>
  <p:tag name="CDT_PROT_HEIGHT" val="181,375"/>
</p:tagLst>
</file>

<file path=ppt/tags/tag9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378,2696"/>
  <p:tag name="CDT_PROT_WIDTH" val="317,4803"/>
  <p:tag name="CDT_PROT_HEIGHT" val="181,375"/>
</p:tagLst>
</file>

<file path=ppt/tags/tag93.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317,4803"/>
  <p:tag name="CDT_PROT_HEIGHT" val="181,5"/>
</p:tagLst>
</file>

<file path=ppt/tags/tag94.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378,2697"/>
  <p:tag name="CDT_PROT_WIDTH" val="317,4803"/>
  <p:tag name="CDT_PROT_HEIGHT" val="181,5"/>
</p:tagLst>
</file>

<file path=ppt/tags/tag9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9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TARGETSHAPE_NEW" val="20"/>
  <p:tag name="CDT_DELETE_ONEVENT_NEWPRES" val="False"/>
  <p:tag name="CDT_PROT" val="2"/>
  <p:tag name="CDT_PROT_TOP" val="111,25"/>
  <p:tag name="CDT_PROT_LEFT" val="366,8501"/>
  <p:tag name="CDT_PROT_WIDTH" val="593,6499"/>
  <p:tag name="CDT_PROT_HEIGHT" val="374,25"/>
</p:tagLst>
</file>

<file path=ppt/tags/tag97.xml><?xml version="1.0" encoding="utf-8"?>
<p:tagLst xmlns:a="http://schemas.openxmlformats.org/drawingml/2006/main" xmlns:r="http://schemas.openxmlformats.org/officeDocument/2006/relationships" xmlns:p="http://schemas.openxmlformats.org/presentationml/2006/main">
  <p:tag name="CDT_NAVBARONTHISSLIDE" val="True"/>
  <p:tag name="CDT_INTERSECT_SLIDE" val="False"/>
  <p:tag name="CDT_DESIGNS_NAME" val="Siemens 2013 – 16:9"/>
  <p:tag name="CDT_MASTERS_NAME" val="One object (small) + Navigation"/>
  <p:tag name="CDT_LAYOUT_TYPE" val="32"/>
  <p:tag name="CDT_ORIGINAL_DESIGNS_NAME" val="Siemens 2013 – 16:9"/>
  <p:tag name="CDT_ORIGINAL_MASTERS_NAME" val="One object (small) + Navigation"/>
  <p:tag name="CDT_ORIGINAL_LAYOUT_TYPE" val="32"/>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OHnsBUAUH9XKxGYxUr.qsg"/>
</p:tagLst>
</file>

<file path=ppt/theme/theme1.xml><?xml version="1.0" encoding="utf-8"?>
<a:theme xmlns:a="http://schemas.openxmlformats.org/drawingml/2006/main" name="Siemens 2016 – 16:9">
  <a:themeElements>
    <a:clrScheme name="Siemens">
      <a:dk1>
        <a:srgbClr val="000000"/>
      </a:dk1>
      <a:lt1>
        <a:srgbClr val="FFFFFF"/>
      </a:lt1>
      <a:dk2>
        <a:srgbClr val="000000"/>
      </a:dk2>
      <a:lt2>
        <a:srgbClr val="ADBECB"/>
      </a:lt2>
      <a:accent1>
        <a:srgbClr val="879BAA"/>
      </a:accent1>
      <a:accent2>
        <a:srgbClr val="BECDD7"/>
      </a:accent2>
      <a:accent3>
        <a:srgbClr val="EB780A"/>
      </a:accent3>
      <a:accent4>
        <a:srgbClr val="641946"/>
      </a:accent4>
      <a:accent5>
        <a:srgbClr val="005F87"/>
      </a:accent5>
      <a:accent6>
        <a:srgbClr val="647D2D"/>
      </a:accent6>
      <a:hlink>
        <a:srgbClr val="EB780A"/>
      </a:hlink>
      <a:folHlink>
        <a:srgbClr val="641946"/>
      </a:folHlink>
    </a:clrScheme>
    <a:fontScheme name="Sieme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wrap="square" lIns="108000" tIns="54000" rIns="108000" bIns="54000" numCol="1" spcCol="72000" rtlCol="0" anchor="ctr">
        <a:noAutofit/>
      </a:bodyPr>
      <a:lstStyle>
        <a:defPPr algn="ctr">
          <a:lnSpc>
            <a:spcPct val="110000"/>
          </a:lnSpc>
          <a:spcBef>
            <a:spcPct val="0"/>
          </a:spcBef>
          <a:buFont typeface="Wingdings" charset="0"/>
          <a:buNone/>
          <a:defRPr sz="1800" dirty="0" smtClean="0">
            <a:solidFill>
              <a:schemeClr val="tx1"/>
            </a:solidFill>
            <a:latin typeface="+mn-lt"/>
            <a:ea typeface="Arial Unicode MS" panose="020B0604020202020204" pitchFamily="34" charset="-128"/>
            <a:cs typeface="Arial Unicode MS" panose="020B0604020202020204" pitchFamily="34" charset="-128"/>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de-DE" sz="2400" b="0" i="0" u="none" strike="noStrike" cap="none" normalizeH="0" baseline="0">
            <a:ln>
              <a:noFill/>
            </a:ln>
            <a:solidFill>
              <a:srgbClr val="000000"/>
            </a:solidFill>
            <a:effectLst/>
            <a:latin typeface="Arial" charset="0"/>
            <a:ea typeface="ヒラギノ角ゴ Pro W3" charset="0"/>
          </a:defRPr>
        </a:defPPr>
      </a:lstStyle>
    </a:lnDef>
    <a:txDef>
      <a:spPr>
        <a:noFill/>
      </a:spPr>
      <a:bodyPr wrap="square" lIns="0" tIns="0" rIns="0" bIns="0" rtlCol="0">
        <a:noAutofit/>
      </a:bodyPr>
      <a:lstStyle>
        <a:defPPr>
          <a:lnSpc>
            <a:spcPct val="110000"/>
          </a:lnSpc>
          <a:spcBef>
            <a:spcPts val="0"/>
          </a:spcBef>
          <a:defRPr sz="1200" dirty="0" smtClean="0">
            <a:solidFill>
              <a:schemeClr val="tx1"/>
            </a:solidFill>
            <a:latin typeface="+mn-lt"/>
            <a:ea typeface="Arial Unicode MS" panose="020B0604020202020204" pitchFamily="34" charset="-128"/>
            <a:cs typeface="Arial Unicode MS" panose="020B0604020202020204" pitchFamily="34" charset="-128"/>
          </a:defRPr>
        </a:defPPr>
      </a:lstStyle>
    </a:tx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ppt/theme/theme2.xml><?xml version="1.0" encoding="utf-8"?>
<a:theme xmlns:a="http://schemas.openxmlformats.org/drawingml/2006/main" name="Siemens Energy">
  <a:themeElements>
    <a:clrScheme name="Siemens Energy">
      <a:dk1>
        <a:srgbClr val="1B1534"/>
      </a:dk1>
      <a:lt1>
        <a:sysClr val="window" lastClr="FFFFFF"/>
      </a:lt1>
      <a:dk2>
        <a:srgbClr val="1B1534"/>
      </a:dk2>
      <a:lt2>
        <a:srgbClr val="D7E4EE"/>
      </a:lt2>
      <a:accent1>
        <a:srgbClr val="D7E4EE"/>
      </a:accent1>
      <a:accent2>
        <a:srgbClr val="4D217A"/>
      </a:accent2>
      <a:accent3>
        <a:srgbClr val="8A00E5"/>
      </a:accent3>
      <a:accent4>
        <a:srgbClr val="009999"/>
      </a:accent4>
      <a:accent5>
        <a:srgbClr val="F6E600"/>
      </a:accent5>
      <a:accent6>
        <a:srgbClr val="7B919D"/>
      </a:accent6>
      <a:hlink>
        <a:srgbClr val="4D217A"/>
      </a:hlink>
      <a:folHlink>
        <a:srgbClr val="7B919D"/>
      </a:folHlink>
    </a:clrScheme>
    <a:fontScheme name="Siemens Energ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0" tIns="0" rIns="0" bIns="0"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gradFill>
            <a:gsLst>
              <a:gs pos="0">
                <a:schemeClr val="tx1"/>
              </a:gs>
              <a:gs pos="100000">
                <a:schemeClr val="tx1">
                  <a:alpha val="5000"/>
                </a:schemeClr>
              </a:gs>
            </a:gsLst>
            <a:lin ang="0" scaled="0"/>
          </a:gradFill>
        </a:ln>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custClrLst>
    <a:custClr name="SE Brown 1">
      <a:srgbClr val="CFC0BE"/>
    </a:custClr>
    <a:custClr name="SE Brown 3">
      <a:srgbClr val="8F7C7A"/>
    </a:custClr>
    <a:custClr name="SE Gray 1">
      <a:srgbClr val="D7E4EE"/>
    </a:custClr>
    <a:custClr name="SE Gray 3">
      <a:srgbClr val="96B0C0"/>
    </a:custClr>
    <a:custClr name="SE Green 1">
      <a:srgbClr val="00FD79"/>
    </a:custClr>
    <a:custClr name="SE Green 3">
      <a:srgbClr val="27B66D"/>
    </a:custClr>
    <a:custClr name="SE Blue 1">
      <a:srgbClr val="6ADDFF"/>
    </a:custClr>
    <a:custClr name="SE Blue 3">
      <a:srgbClr val="0084E1"/>
    </a:custClr>
    <a:custClr name="SE Yellow 1">
      <a:srgbClr val="FFF91F"/>
    </a:custClr>
    <a:custClr name="SE Yellow 3">
      <a:srgbClr val="E2D000"/>
    </a:custClr>
    <a:custClr name="SE Brown 2">
      <a:srgbClr val="AF9E9C"/>
    </a:custClr>
    <a:custClr name="SE Brown 4">
      <a:srgbClr val="7D6766"/>
    </a:custClr>
    <a:custClr name="SE Gray 2">
      <a:srgbClr val="B8CEDB"/>
    </a:custClr>
    <a:custClr name="SE Gray 4">
      <a:srgbClr val="7B919D"/>
    </a:custClr>
    <a:custClr name="SE Green 2">
      <a:srgbClr val="14DA79"/>
    </a:custClr>
    <a:custClr name="SE Green 4">
      <a:srgbClr val="009B55"/>
    </a:custClr>
    <a:custClr name="SE Blue 2">
      <a:srgbClr val="21C0FF"/>
    </a:custClr>
    <a:custClr name="SE Blue 4">
      <a:srgbClr val="0057C6"/>
    </a:custClr>
    <a:custClr name="SE Yellow 2">
      <a:srgbClr val="F6E600"/>
    </a:custClr>
    <a:custClr name="SE Yellow 4">
      <a:srgbClr val="C6AE00"/>
    </a:custClr>
  </a:custClr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ppt/theme/theme4.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item1.xml><?xml version="1.0" encoding="utf-8"?>
<p4ppTags>
  <Name>Text + Index</Name>
  <PpLayout>32</PpLayout>
  <Index>8</Index>
</p4ppTags>
</file>

<file path=customXml/item2.xml><?xml version="1.0" encoding="utf-8"?>
<p4ppTags>
  <Name>Free Content</Name>
  <PpLayout>11</PpLayout>
  <Index>9</Index>
</p4ppTags>
</file>

<file path=customXml/item3.xml><?xml version="1.0" encoding="utf-8"?>
<p4ppTags>
  <Name>One object (large)</Name>
  <PpLayout>16</PpLayout>
  <Index>10</Index>
</p4ppTags>
</file>

<file path=customXml/item4.xml><?xml version="1.0" encoding="utf-8"?>
<p4ppTags>
  <Name>One object (small)</Name>
  <PpLayout>16</PpLayout>
  <Index>11</Index>
</p4ppTags>
</file>

<file path=customXml/item5.xml><?xml version="1.0" encoding="utf-8"?>
<p4ppTags>
  <Name>Two columns</Name>
  <PpLayout>29</PpLayout>
  <Index>12</Index>
</p4ppTags>
</file>

<file path=customXml/item6.xml><?xml version="1.0" encoding="utf-8"?>
<p4ppTags>
  <Name>Two rows</Name>
  <PpLayout>32</PpLayout>
  <Index>13</Index>
</p4ppTags>
</file>

<file path=customXml/item7.xml><?xml version="1.0" encoding="utf-8"?>
<p4ppTags>
  <Name>Three columns</Name>
  <PpLayout>32</PpLayout>
  <Index>14</Index>
</p4ppTags>
</file>

<file path=customXml/item8.xml><?xml version="1.0" encoding="utf-8"?>
<p4ppTags>
  <Name>Four objects</Name>
  <PpLayout>24</PpLayout>
  <Index>15</Index>
</p4ppTags>
</file>

<file path=customXml/item9.xml><?xml version="1.0" encoding="utf-8"?>
<p4ppTags>
  <Name>Free Content + Navigation</Name>
  <PpLayout>32</PpLayout>
  <Index>16</Index>
</p4ppTags>
</file>

<file path=customXml/item10.xml><?xml version="1.0" encoding="utf-8"?>
<p4ppTags>
  <Name>One object (large) + Navigation</Name>
  <PpLayout>32</PpLayout>
  <Index>17</Index>
</p4ppTags>
</file>

<file path=customXml/item11.xml><?xml version="1.0" encoding="utf-8"?>
<p4ppTags>
  <Name>One object (small) + Navigation</Name>
  <PpLayout>32</PpLayout>
  <Index>18</Index>
</p4ppTags>
</file>

<file path=customXml/item12.xml><?xml version="1.0" encoding="utf-8"?>
<p4ppTags>
  <Name>Two columns + Navigation</Name>
  <PpLayout>32</PpLayout>
  <Index>19</Index>
</p4ppTags>
</file>

<file path=customXml/item13.xml><?xml version="1.0" encoding="utf-8"?>
<p4ppTags>
  <Name>Three columns + Navigation</Name>
  <PpLayout>32</PpLayout>
  <Index>20</Index>
</p4ppTags>
</file>

<file path=customXml/item14.xml><?xml version="1.0" encoding="utf-8"?>
<p4ppTags>
  <Name>Two rows + Navigation</Name>
  <PpLayout>32</PpLayout>
  <Index>21</Index>
</p4ppTags>
</file>

<file path=customXml/item15.xml><?xml version="1.0" encoding="utf-8"?>
<p4ppTags>
  <Name>Four objects + Navigation</Name>
  <PpLayout>32</PpLayout>
  <Index>22</Index>
</p4ppTags>
</file>

<file path=customXml/item16.xml><?xml version="1.0" encoding="utf-8"?>
<p4ppTags/>
</file>

<file path=customXml/itemProps1.xml><?xml version="1.0" encoding="utf-8"?>
<ds:datastoreItem xmlns:ds="http://schemas.openxmlformats.org/officeDocument/2006/customXml" ds:itemID="{7E35FEDB-1F0E-4D67-A313-4AC59C26FF29}">
  <ds:schemaRefs/>
</ds:datastoreItem>
</file>

<file path=customXml/itemProps2.xml><?xml version="1.0" encoding="utf-8"?>
<ds:datastoreItem xmlns:ds="http://schemas.openxmlformats.org/officeDocument/2006/customXml" ds:itemID="{D8097D0C-BE3E-4AEC-9593-65CFCCB19297}">
  <ds:schemaRefs/>
</ds:datastoreItem>
</file>

<file path=customXml/itemProps3.xml><?xml version="1.0" encoding="utf-8"?>
<ds:datastoreItem xmlns:ds="http://schemas.openxmlformats.org/officeDocument/2006/customXml" ds:itemID="{80661B8B-A327-44F9-823B-4D9EE0B3EC78}">
  <ds:schemaRefs/>
</ds:datastoreItem>
</file>

<file path=customXml/itemProps4.xml><?xml version="1.0" encoding="utf-8"?>
<ds:datastoreItem xmlns:ds="http://schemas.openxmlformats.org/officeDocument/2006/customXml" ds:itemID="{1618AA06-B22E-4D19-9680-0D7830426729}">
  <ds:schemaRefs/>
</ds:datastoreItem>
</file>

<file path=customXml/itemProps5.xml><?xml version="1.0" encoding="utf-8"?>
<ds:datastoreItem xmlns:ds="http://schemas.openxmlformats.org/officeDocument/2006/customXml" ds:itemID="{1666F4C2-68F5-4840-A44A-1A646C0925A1}">
  <ds:schemaRefs/>
</ds:datastoreItem>
</file>

<file path=customXml/itemProps6.xml><?xml version="1.0" encoding="utf-8"?>
<ds:datastoreItem xmlns:ds="http://schemas.openxmlformats.org/officeDocument/2006/customXml" ds:itemID="{38AB8DE4-FD9B-4166-BEC3-3F1753596133}">
  <ds:schemaRefs/>
</ds:datastoreItem>
</file>

<file path=customXml/itemProps7.xml><?xml version="1.0" encoding="utf-8"?>
<ds:datastoreItem xmlns:ds="http://schemas.openxmlformats.org/officeDocument/2006/customXml" ds:itemID="{15CF3461-70D1-4B54-AFAB-DAFDA0A238CD}">
  <ds:schemaRefs/>
</ds:datastoreItem>
</file>

<file path=customXml/itemProps8.xml><?xml version="1.0" encoding="utf-8"?>
<ds:datastoreItem xmlns:ds="http://schemas.openxmlformats.org/officeDocument/2006/customXml" ds:itemID="{1581BFFB-B4CE-47A8-BE77-DC1339B1E5A7}">
  <ds:schemaRefs/>
</ds:datastoreItem>
</file>

<file path=customXml/itemProps9.xml><?xml version="1.0" encoding="utf-8"?>
<ds:datastoreItem xmlns:ds="http://schemas.openxmlformats.org/officeDocument/2006/customXml" ds:itemID="{7CC5F709-E74B-4E5F-A728-923D5062EBEF}">
  <ds:schemaRefs/>
</ds:datastoreItem>
</file>

<file path=customXml/itemProps10.xml><?xml version="1.0" encoding="utf-8"?>
<ds:datastoreItem xmlns:ds="http://schemas.openxmlformats.org/officeDocument/2006/customXml" ds:itemID="{B27F640E-84DF-4F97-BC70-D045F1E6594F}">
  <ds:schemaRefs/>
</ds:datastoreItem>
</file>

<file path=customXml/itemProps11.xml><?xml version="1.0" encoding="utf-8"?>
<ds:datastoreItem xmlns:ds="http://schemas.openxmlformats.org/officeDocument/2006/customXml" ds:itemID="{D9FE249F-833E-4CF0-BECB-552D01D7DC9E}">
  <ds:schemaRefs/>
</ds:datastoreItem>
</file>

<file path=customXml/itemProps12.xml><?xml version="1.0" encoding="utf-8"?>
<ds:datastoreItem xmlns:ds="http://schemas.openxmlformats.org/officeDocument/2006/customXml" ds:itemID="{D7BABA95-BFFE-422B-8591-3271669EEA88}">
  <ds:schemaRefs/>
</ds:datastoreItem>
</file>

<file path=customXml/itemProps13.xml><?xml version="1.0" encoding="utf-8"?>
<ds:datastoreItem xmlns:ds="http://schemas.openxmlformats.org/officeDocument/2006/customXml" ds:itemID="{85D77EE6-52B7-48BE-9EDB-748F1EBB53DE}">
  <ds:schemaRefs/>
</ds:datastoreItem>
</file>

<file path=customXml/itemProps14.xml><?xml version="1.0" encoding="utf-8"?>
<ds:datastoreItem xmlns:ds="http://schemas.openxmlformats.org/officeDocument/2006/customXml" ds:itemID="{6C79E4F8-DCFB-483C-880A-AEEC6AAFC838}">
  <ds:schemaRefs/>
</ds:datastoreItem>
</file>

<file path=customXml/itemProps15.xml><?xml version="1.0" encoding="utf-8"?>
<ds:datastoreItem xmlns:ds="http://schemas.openxmlformats.org/officeDocument/2006/customXml" ds:itemID="{EAB520BC-C6EC-457E-8AB5-55DB67C86858}">
  <ds:schemaRefs/>
</ds:datastoreItem>
</file>

<file path=customXml/itemProps16.xml><?xml version="1.0" encoding="utf-8"?>
<ds:datastoreItem xmlns:ds="http://schemas.openxmlformats.org/officeDocument/2006/customXml" ds:itemID="{572FBA73-6DBF-45DA-8282-9342320CFAB0}">
  <ds:schemaRefs/>
</ds:datastoreItem>
</file>

<file path=docProps/app.xml><?xml version="1.0" encoding="utf-8"?>
<Properties xmlns="http://schemas.openxmlformats.org/officeDocument/2006/extended-properties" xmlns:vt="http://schemas.openxmlformats.org/officeDocument/2006/docPropsVTypes">
  <Template>SIM_PPT_2007_16x9_DEU_V2_0_0_BASIC.pptx</Template>
  <TotalTime>0</TotalTime>
  <Words>5813</Words>
  <Application>Microsoft Office PowerPoint</Application>
  <PresentationFormat>Custom</PresentationFormat>
  <Paragraphs>881</Paragraphs>
  <Slides>74</Slides>
  <Notes>21</Notes>
  <HiddenSlides>7</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2</vt:i4>
      </vt:variant>
      <vt:variant>
        <vt:lpstr>Slide Titles</vt:lpstr>
      </vt:variant>
      <vt:variant>
        <vt:i4>74</vt:i4>
      </vt:variant>
    </vt:vector>
  </HeadingPairs>
  <TitlesOfParts>
    <vt:vector size="85" baseType="lpstr">
      <vt:lpstr>Arial</vt:lpstr>
      <vt:lpstr>Calibri</vt:lpstr>
      <vt:lpstr>Cambria Math</vt:lpstr>
      <vt:lpstr>Courier New</vt:lpstr>
      <vt:lpstr>Siemens Sans</vt:lpstr>
      <vt:lpstr>Times New Roman</vt:lpstr>
      <vt:lpstr>Wingdings</vt:lpstr>
      <vt:lpstr>Siemens 2016 – 16:9</vt:lpstr>
      <vt:lpstr>Siemens Energy</vt:lpstr>
      <vt:lpstr>think-cell Folie</vt:lpstr>
      <vt:lpstr>think-cell Slide</vt:lpstr>
      <vt:lpstr>ML1: Introduction to Machine Learning for Everybody  SE GP G QPI QM P</vt:lpstr>
      <vt:lpstr>Training Objective</vt:lpstr>
      <vt:lpstr>How this Training Works</vt:lpstr>
      <vt:lpstr>Please Give Us Feedback!</vt:lpstr>
      <vt:lpstr>Agenda</vt:lpstr>
      <vt:lpstr>We are Using EnergyAI as a Tool to Run Machine Learning Algorithms</vt:lpstr>
      <vt:lpstr>Go to Analyse</vt:lpstr>
      <vt:lpstr>Click on Shared</vt:lpstr>
      <vt:lpstr>Click on Users</vt:lpstr>
      <vt:lpstr>Search for kay.toepfer@siemens.com</vt:lpstr>
      <vt:lpstr>Click on Machine Learning Workshop</vt:lpstr>
      <vt:lpstr>Copy All Files in Your Own Folder</vt:lpstr>
      <vt:lpstr>Matthias Groh, Your Instructor</vt:lpstr>
      <vt:lpstr>Introduction: Data Science @ SE GP G QPI QM P Improvement Projects</vt:lpstr>
      <vt:lpstr>Please Quickly Introduce Yourself</vt:lpstr>
      <vt:lpstr>Agenda</vt:lpstr>
      <vt:lpstr>What is Machine Learning? The First Sentences from Wikipedia …</vt:lpstr>
      <vt:lpstr>A Trial to Distinguish a bit between Some Key Fields</vt:lpstr>
      <vt:lpstr>In this Workshop We Will Use a Tool Based on Python and Scikit-learn</vt:lpstr>
      <vt:lpstr>On www.scikit-learn.org There Is Abundant Information on the Complete Library</vt:lpstr>
      <vt:lpstr>2 – Learning Types</vt:lpstr>
      <vt:lpstr>Challenges of Machine Learning Application in Our Business</vt:lpstr>
      <vt:lpstr>ML Application Example: Compressor Icing Monitoring  Lead: Stephan Klumpp    </vt:lpstr>
      <vt:lpstr>ML Application Example: GT AutoTuner - Emission Module Owners: Katja Rietbrock (Commercial) Sterzing Volkmar (Technology), Gurdev Singh (Technical)  </vt:lpstr>
      <vt:lpstr>Having a „Supervised Learning“ Approach, We Should Distinguish between the Different Data Types of the Target Variable</vt:lpstr>
      <vt:lpstr>Agenda</vt:lpstr>
      <vt:lpstr>Classification by Decision Trees </vt:lpstr>
      <vt:lpstr>Main Idea How a Decision Tree Is Build</vt:lpstr>
      <vt:lpstr>Purity of a Dataset</vt:lpstr>
      <vt:lpstr>Iris Data Set: 75 Data Points about 3 Types of Irises </vt:lpstr>
      <vt:lpstr>Plot Your Data!</vt:lpstr>
      <vt:lpstr>Training Data and Test Data</vt:lpstr>
      <vt:lpstr>Accuracy of Test Data</vt:lpstr>
      <vt:lpstr>Accuracy of Train Data</vt:lpstr>
      <vt:lpstr>How to Jupyter Notebook: Editing Tool for Python</vt:lpstr>
      <vt:lpstr>Exercise 1: Explore the Parameter Max Depth</vt:lpstr>
      <vt:lpstr>Explore the Parameter Max Depth</vt:lpstr>
      <vt:lpstr>Explore the Parameter Max Depth</vt:lpstr>
      <vt:lpstr>Example 2: Number Recognition</vt:lpstr>
      <vt:lpstr>Exercise 2: Numbers Recognition Find the Optimal Tree Depth</vt:lpstr>
      <vt:lpstr>Exercise 2: Number Recognition Using Decision Tree</vt:lpstr>
      <vt:lpstr>Agenda</vt:lpstr>
      <vt:lpstr>Model Limitations</vt:lpstr>
      <vt:lpstr>Bias-Variance Trade-Off</vt:lpstr>
      <vt:lpstr>Model Selection: Under- and Overfitting for Numerical and Attribute Target Variables </vt:lpstr>
      <vt:lpstr>Agenda</vt:lpstr>
      <vt:lpstr>Artificial Neural Nets (ANN) Are Highly Complex Models Inspired by the Biological Neural Networks that Constitute Brains</vt:lpstr>
      <vt:lpstr>Neural Networks Take Key Inspirations from Biological Brains:  1. Take Many Inputs</vt:lpstr>
      <vt:lpstr>Neural Networks Take Key Inspirations from Biological Brains: 2. Use Activation Function to Differentiate btw. Important and Unimportant Inputs</vt:lpstr>
      <vt:lpstr>Neural Networks Take Key Inspirations from Biological Brains: 3. Adjust model for each new data point slightly</vt:lpstr>
      <vt:lpstr>Neural Networks Take Key Inspirations from Biological Brains: 3. Adjust model for each new data point slightly</vt:lpstr>
      <vt:lpstr>Neural Networks Take Key Inspirations from Biological Brains: 3. Adjust model for each new data point slightly</vt:lpstr>
      <vt:lpstr>Neural Networks Take Key Inspirations from Biological Brains: 3. Adjust model for each new data point slightly</vt:lpstr>
      <vt:lpstr>Neural Networks Take Key Inspirations from Biological Brains: 3. Adjust model for each new data point slightly</vt:lpstr>
      <vt:lpstr>Neural Networks Take Key Inspirations from Biological Brains: 3. Adjust model for each new data point slightly</vt:lpstr>
      <vt:lpstr>Why Does Machine Learning Never Move 100% onto the New Data Point? </vt:lpstr>
      <vt:lpstr>The Learning Rate (LR)</vt:lpstr>
      <vt:lpstr>Analogies between Human and Artificial Neural Nets</vt:lpstr>
      <vt:lpstr>Basic Steps of Training a Neural Network</vt:lpstr>
      <vt:lpstr>Exercise 3: Number Recognition Using Neural Network</vt:lpstr>
      <vt:lpstr>Exercise 3: Number Recognition Using Neural Network</vt:lpstr>
      <vt:lpstr>Exercise 3 Optional: Number Recognition Using Neural Network</vt:lpstr>
      <vt:lpstr>Agenda</vt:lpstr>
      <vt:lpstr>Cloud Computing</vt:lpstr>
      <vt:lpstr>Artificial Intelligence (AI)</vt:lpstr>
      <vt:lpstr>Machine Learning vs. Conventional Statistical Models</vt:lpstr>
      <vt:lpstr>(Artificial) Neural Networks (NN, Part of ML):</vt:lpstr>
      <vt:lpstr>There is a lot of overlap between these concepts:</vt:lpstr>
      <vt:lpstr>Agenda</vt:lpstr>
      <vt:lpstr>Challenges of Machine Learning Application in Our Business (Review)</vt:lpstr>
      <vt:lpstr>Data Science Is an Iterative Process.</vt:lpstr>
      <vt:lpstr>Overview of some Digitalization Tools and Terms</vt:lpstr>
      <vt:lpstr>What Could Be an Application in Your Business?</vt:lpstr>
      <vt:lpstr>Please Give Us Feedback!</vt:lpstr>
    </vt:vector>
  </TitlesOfParts>
  <Company>SIEMENS AG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Siemens On-stage PowerPoint-Template</dc:title>
  <dc:creator>Over, Maarten (PG GT QPI QM OE)</dc:creator>
  <cp:keywords>C_Restricted</cp:keywords>
  <cp:lastModifiedBy>Schneider, Nicolas (SE GP G QPI QM P)</cp:lastModifiedBy>
  <cp:revision>2</cp:revision>
  <cp:lastPrinted>2020-06-04T13:44:05Z</cp:lastPrinted>
  <dcterms:created xsi:type="dcterms:W3CDTF">2006-04-07T10:01:45Z</dcterms:created>
  <dcterms:modified xsi:type="dcterms:W3CDTF">2021-08-30T12:14:09Z</dcterms:modified>
  <dc:language>English</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Release date">
    <vt:lpwstr>February 2017</vt:lpwstr>
  </property>
  <property fmtid="{D5CDD505-2E9C-101B-9397-08002B2CF9AE}" pid="4" name="Office version">
    <vt:lpwstr>2007 and higher</vt:lpwstr>
  </property>
  <property fmtid="{D5CDD505-2E9C-101B-9397-08002B2CF9AE}" pid="5" name="Release version">
    <vt:lpwstr>1.1</vt:lpwstr>
  </property>
  <property fmtid="{D5CDD505-2E9C-101B-9397-08002B2CF9AE}" pid="6" name="_NewReviewCycle">
    <vt:lpwstr/>
  </property>
  <property fmtid="{D5CDD505-2E9C-101B-9397-08002B2CF9AE}" pid="7" name="Document Confidentiality">
    <vt:lpwstr>Restricted</vt:lpwstr>
  </property>
  <property fmtid="{D5CDD505-2E9C-101B-9397-08002B2CF9AE}" pid="8" name="sodocoClasLang">
    <vt:lpwstr>Intern</vt:lpwstr>
  </property>
  <property fmtid="{D5CDD505-2E9C-101B-9397-08002B2CF9AE}" pid="9" name="sodocoClasLangId">
    <vt:i4>0</vt:i4>
  </property>
  <property fmtid="{D5CDD505-2E9C-101B-9397-08002B2CF9AE}" pid="10" name="sodocoClasId">
    <vt:i4>1</vt:i4>
  </property>
  <property fmtid="{D5CDD505-2E9C-101B-9397-08002B2CF9AE}" pid="11" name="Document_Confidentiality">
    <vt:lpwstr>Restricted</vt:lpwstr>
  </property>
</Properties>
</file>